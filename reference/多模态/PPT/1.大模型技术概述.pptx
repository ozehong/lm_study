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74" r:id="rId3"/>
    <p:sldId id="275" r:id="rId4"/>
    <p:sldId id="272" r:id="rId5"/>
    <p:sldId id="273" r:id="rId6"/>
    <p:sldId id="26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8938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697" autoAdjust="0"/>
  </p:normalViewPr>
  <p:slideViewPr>
    <p:cSldViewPr snapToGrid="0">
      <p:cViewPr varScale="1">
        <p:scale>
          <a:sx n="67" d="100"/>
          <a:sy n="67" d="100"/>
        </p:scale>
        <p:origin x="12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 jiaxuan" userId="9247156b4823de1e" providerId="LiveId" clId="{4786EE6C-A873-415D-9D70-80ACD93DBA15}"/>
    <pc:docChg chg="undo custSel addSld delSld modSld sldOrd">
      <pc:chgData name="lu jiaxuan" userId="9247156b4823de1e" providerId="LiveId" clId="{4786EE6C-A873-415D-9D70-80ACD93DBA15}" dt="2023-10-21T03:02:34.242" v="4451" actId="47"/>
      <pc:docMkLst>
        <pc:docMk/>
      </pc:docMkLst>
      <pc:sldChg chg="modSp mod modNotesTx">
        <pc:chgData name="lu jiaxuan" userId="9247156b4823de1e" providerId="LiveId" clId="{4786EE6C-A873-415D-9D70-80ACD93DBA15}" dt="2023-10-17T14:04:02.482" v="980" actId="20577"/>
        <pc:sldMkLst>
          <pc:docMk/>
          <pc:sldMk cId="1227051739" sldId="256"/>
        </pc:sldMkLst>
        <pc:spChg chg="mod">
          <ac:chgData name="lu jiaxuan" userId="9247156b4823de1e" providerId="LiveId" clId="{4786EE6C-A873-415D-9D70-80ACD93DBA15}" dt="2023-09-30T05:02:20.251" v="6"/>
          <ac:spMkLst>
            <pc:docMk/>
            <pc:sldMk cId="1227051739" sldId="256"/>
            <ac:spMk id="2" creationId="{1096C9C4-488A-8181-21F2-FA076370686E}"/>
          </ac:spMkLst>
        </pc:spChg>
      </pc:sldChg>
      <pc:sldChg chg="del">
        <pc:chgData name="lu jiaxuan" userId="9247156b4823de1e" providerId="LiveId" clId="{4786EE6C-A873-415D-9D70-80ACD93DBA15}" dt="2023-10-21T03:02:26.138" v="4444" actId="47"/>
        <pc:sldMkLst>
          <pc:docMk/>
          <pc:sldMk cId="3423431225" sldId="258"/>
        </pc:sldMkLst>
      </pc:sldChg>
      <pc:sldChg chg="del">
        <pc:chgData name="lu jiaxuan" userId="9247156b4823de1e" providerId="LiveId" clId="{4786EE6C-A873-415D-9D70-80ACD93DBA15}" dt="2023-10-21T03:02:25.729" v="4443" actId="47"/>
        <pc:sldMkLst>
          <pc:docMk/>
          <pc:sldMk cId="745698173" sldId="259"/>
        </pc:sldMkLst>
      </pc:sldChg>
      <pc:sldChg chg="del">
        <pc:chgData name="lu jiaxuan" userId="9247156b4823de1e" providerId="LiveId" clId="{4786EE6C-A873-415D-9D70-80ACD93DBA15}" dt="2023-10-21T03:02:27.266" v="4446" actId="47"/>
        <pc:sldMkLst>
          <pc:docMk/>
          <pc:sldMk cId="10000179" sldId="260"/>
        </pc:sldMkLst>
      </pc:sldChg>
      <pc:sldChg chg="del">
        <pc:chgData name="lu jiaxuan" userId="9247156b4823de1e" providerId="LiveId" clId="{4786EE6C-A873-415D-9D70-80ACD93DBA15}" dt="2023-10-21T03:02:26.748" v="4445" actId="47"/>
        <pc:sldMkLst>
          <pc:docMk/>
          <pc:sldMk cId="1591456085" sldId="262"/>
        </pc:sldMkLst>
      </pc:sldChg>
      <pc:sldChg chg="del">
        <pc:chgData name="lu jiaxuan" userId="9247156b4823de1e" providerId="LiveId" clId="{4786EE6C-A873-415D-9D70-80ACD93DBA15}" dt="2023-10-21T03:02:27.773" v="4447" actId="47"/>
        <pc:sldMkLst>
          <pc:docMk/>
          <pc:sldMk cId="1835906208" sldId="263"/>
        </pc:sldMkLst>
      </pc:sldChg>
      <pc:sldChg chg="del">
        <pc:chgData name="lu jiaxuan" userId="9247156b4823de1e" providerId="LiveId" clId="{4786EE6C-A873-415D-9D70-80ACD93DBA15}" dt="2023-10-21T03:02:25.218" v="4442" actId="47"/>
        <pc:sldMkLst>
          <pc:docMk/>
          <pc:sldMk cId="3218750398" sldId="264"/>
        </pc:sldMkLst>
      </pc:sldChg>
      <pc:sldChg chg="del">
        <pc:chgData name="lu jiaxuan" userId="9247156b4823de1e" providerId="LiveId" clId="{4786EE6C-A873-415D-9D70-80ACD93DBA15}" dt="2023-10-21T03:02:28.267" v="4448" actId="47"/>
        <pc:sldMkLst>
          <pc:docMk/>
          <pc:sldMk cId="3691110825" sldId="265"/>
        </pc:sldMkLst>
      </pc:sldChg>
      <pc:sldChg chg="del">
        <pc:chgData name="lu jiaxuan" userId="9247156b4823de1e" providerId="LiveId" clId="{4786EE6C-A873-415D-9D70-80ACD93DBA15}" dt="2023-10-21T03:02:28.802" v="4449" actId="47"/>
        <pc:sldMkLst>
          <pc:docMk/>
          <pc:sldMk cId="795776144" sldId="266"/>
        </pc:sldMkLst>
      </pc:sldChg>
      <pc:sldChg chg="del">
        <pc:chgData name="lu jiaxuan" userId="9247156b4823de1e" providerId="LiveId" clId="{4786EE6C-A873-415D-9D70-80ACD93DBA15}" dt="2023-10-21T03:02:24.093" v="4441" actId="47"/>
        <pc:sldMkLst>
          <pc:docMk/>
          <pc:sldMk cId="2759702248" sldId="267"/>
        </pc:sldMkLst>
      </pc:sldChg>
      <pc:sldChg chg="addSp delSp modSp add del mod ord modAnim modNotesTx">
        <pc:chgData name="lu jiaxuan" userId="9247156b4823de1e" providerId="LiveId" clId="{4786EE6C-A873-415D-9D70-80ACD93DBA15}" dt="2023-10-21T03:02:34.242" v="4451" actId="47"/>
        <pc:sldMkLst>
          <pc:docMk/>
          <pc:sldMk cId="1702792162" sldId="268"/>
        </pc:sldMkLst>
        <pc:spChg chg="add mod">
          <ac:chgData name="lu jiaxuan" userId="9247156b4823de1e" providerId="LiveId" clId="{4786EE6C-A873-415D-9D70-80ACD93DBA15}" dt="2023-10-21T02:26:41.201" v="4015" actId="1076"/>
          <ac:spMkLst>
            <pc:docMk/>
            <pc:sldMk cId="1702792162" sldId="268"/>
            <ac:spMk id="2" creationId="{EE714294-7CD1-B33C-27CA-D07C2EA72C45}"/>
          </ac:spMkLst>
        </pc:spChg>
        <pc:picChg chg="add mod modCrop">
          <ac:chgData name="lu jiaxuan" userId="9247156b4823de1e" providerId="LiveId" clId="{4786EE6C-A873-415D-9D70-80ACD93DBA15}" dt="2023-10-21T02:48:09.644" v="4023" actId="1076"/>
          <ac:picMkLst>
            <pc:docMk/>
            <pc:sldMk cId="1702792162" sldId="268"/>
            <ac:picMk id="4" creationId="{C3949F3E-22A4-690A-C7A4-3F902EE9B37A}"/>
          </ac:picMkLst>
        </pc:picChg>
        <pc:picChg chg="del">
          <ac:chgData name="lu jiaxuan" userId="9247156b4823de1e" providerId="LiveId" clId="{4786EE6C-A873-415D-9D70-80ACD93DBA15}" dt="2023-09-30T05:02:22.892" v="7" actId="478"/>
          <ac:picMkLst>
            <pc:docMk/>
            <pc:sldMk cId="1702792162" sldId="268"/>
            <ac:picMk id="5" creationId="{1365B5B3-5697-F7BD-080C-63292AF2205B}"/>
          </ac:picMkLst>
        </pc:picChg>
      </pc:sldChg>
      <pc:sldChg chg="modSp new del mod modNotesTx">
        <pc:chgData name="lu jiaxuan" userId="9247156b4823de1e" providerId="LiveId" clId="{4786EE6C-A873-415D-9D70-80ACD93DBA15}" dt="2023-10-21T02:57:02.202" v="4288" actId="47"/>
        <pc:sldMkLst>
          <pc:docMk/>
          <pc:sldMk cId="2571527937" sldId="269"/>
        </pc:sldMkLst>
        <pc:spChg chg="mod">
          <ac:chgData name="lu jiaxuan" userId="9247156b4823de1e" providerId="LiveId" clId="{4786EE6C-A873-415D-9D70-80ACD93DBA15}" dt="2023-09-30T06:56:35.051" v="73"/>
          <ac:spMkLst>
            <pc:docMk/>
            <pc:sldMk cId="2571527937" sldId="269"/>
            <ac:spMk id="2" creationId="{FEB34D51-9C3C-85DE-8AF7-D485C4568B37}"/>
          </ac:spMkLst>
        </pc:spChg>
      </pc:sldChg>
      <pc:sldChg chg="addSp delSp modSp add del mod modNotesTx">
        <pc:chgData name="lu jiaxuan" userId="9247156b4823de1e" providerId="LiveId" clId="{4786EE6C-A873-415D-9D70-80ACD93DBA15}" dt="2023-10-21T01:58:11.599" v="4013" actId="47"/>
        <pc:sldMkLst>
          <pc:docMk/>
          <pc:sldMk cId="2771506244" sldId="270"/>
        </pc:sldMkLst>
        <pc:spChg chg="del">
          <ac:chgData name="lu jiaxuan" userId="9247156b4823de1e" providerId="LiveId" clId="{4786EE6C-A873-415D-9D70-80ACD93DBA15}" dt="2023-10-01T06:01:40.689" v="78" actId="478"/>
          <ac:spMkLst>
            <pc:docMk/>
            <pc:sldMk cId="2771506244" sldId="270"/>
            <ac:spMk id="3" creationId="{AB58E04D-43B3-1D74-F23F-FDD635AC098D}"/>
          </ac:spMkLst>
        </pc:spChg>
        <pc:picChg chg="add mod">
          <ac:chgData name="lu jiaxuan" userId="9247156b4823de1e" providerId="LiveId" clId="{4786EE6C-A873-415D-9D70-80ACD93DBA15}" dt="2023-10-01T06:01:43.743" v="80" actId="1076"/>
          <ac:picMkLst>
            <pc:docMk/>
            <pc:sldMk cId="2771506244" sldId="270"/>
            <ac:picMk id="5" creationId="{4C48E671-F106-354F-91E2-7B5DB7AF4CB0}"/>
          </ac:picMkLst>
        </pc:picChg>
      </pc:sldChg>
      <pc:sldChg chg="delSp add del mod modNotesTx">
        <pc:chgData name="lu jiaxuan" userId="9247156b4823de1e" providerId="LiveId" clId="{4786EE6C-A873-415D-9D70-80ACD93DBA15}" dt="2023-10-21T03:02:23.366" v="4440" actId="47"/>
        <pc:sldMkLst>
          <pc:docMk/>
          <pc:sldMk cId="2864808770" sldId="271"/>
        </pc:sldMkLst>
        <pc:spChg chg="del">
          <ac:chgData name="lu jiaxuan" userId="9247156b4823de1e" providerId="LiveId" clId="{4786EE6C-A873-415D-9D70-80ACD93DBA15}" dt="2023-10-05T10:00:55.538" v="659" actId="478"/>
          <ac:spMkLst>
            <pc:docMk/>
            <pc:sldMk cId="2864808770" sldId="271"/>
            <ac:spMk id="2" creationId="{0AE27D81-4830-68DA-C552-1641B6E0271D}"/>
          </ac:spMkLst>
        </pc:spChg>
        <pc:spChg chg="del">
          <ac:chgData name="lu jiaxuan" userId="9247156b4823de1e" providerId="LiveId" clId="{4786EE6C-A873-415D-9D70-80ACD93DBA15}" dt="2023-10-05T10:00:54.646" v="658" actId="478"/>
          <ac:spMkLst>
            <pc:docMk/>
            <pc:sldMk cId="2864808770" sldId="271"/>
            <ac:spMk id="3" creationId="{AB58E04D-43B3-1D74-F23F-FDD635AC098D}"/>
          </ac:spMkLst>
        </pc:spChg>
      </pc:sldChg>
      <pc:sldChg chg="addSp delSp modSp new mod modNotesTx">
        <pc:chgData name="lu jiaxuan" userId="9247156b4823de1e" providerId="LiveId" clId="{4786EE6C-A873-415D-9D70-80ACD93DBA15}" dt="2023-10-21T01:54:51.658" v="4002" actId="20577"/>
        <pc:sldMkLst>
          <pc:docMk/>
          <pc:sldMk cId="874565330" sldId="272"/>
        </pc:sldMkLst>
        <pc:spChg chg="del">
          <ac:chgData name="lu jiaxuan" userId="9247156b4823de1e" providerId="LiveId" clId="{4786EE6C-A873-415D-9D70-80ACD93DBA15}" dt="2023-10-16T12:40:45.779" v="663" actId="478"/>
          <ac:spMkLst>
            <pc:docMk/>
            <pc:sldMk cId="874565330" sldId="272"/>
            <ac:spMk id="2" creationId="{67751DF5-92EF-5D87-A427-28104224A3D0}"/>
          </ac:spMkLst>
        </pc:spChg>
        <pc:spChg chg="del">
          <ac:chgData name="lu jiaxuan" userId="9247156b4823de1e" providerId="LiveId" clId="{4786EE6C-A873-415D-9D70-80ACD93DBA15}" dt="2023-10-16T12:40:45.779" v="663" actId="478"/>
          <ac:spMkLst>
            <pc:docMk/>
            <pc:sldMk cId="874565330" sldId="272"/>
            <ac:spMk id="3" creationId="{D286916A-F8C0-A106-317E-200B93F3AC76}"/>
          </ac:spMkLst>
        </pc:spChg>
        <pc:spChg chg="add mod">
          <ac:chgData name="lu jiaxuan" userId="9247156b4823de1e" providerId="LiveId" clId="{4786EE6C-A873-415D-9D70-80ACD93DBA15}" dt="2023-10-16T13:02:03.770" v="678"/>
          <ac:spMkLst>
            <pc:docMk/>
            <pc:sldMk cId="874565330" sldId="272"/>
            <ac:spMk id="6" creationId="{01F17F92-8D37-6C55-3A5A-69E492FAF0F2}"/>
          </ac:spMkLst>
        </pc:spChg>
        <pc:graphicFrameChg chg="add mod modGraphic">
          <ac:chgData name="lu jiaxuan" userId="9247156b4823de1e" providerId="LiveId" clId="{4786EE6C-A873-415D-9D70-80ACD93DBA15}" dt="2023-10-21T01:04:36.994" v="2871"/>
          <ac:graphicFrameMkLst>
            <pc:docMk/>
            <pc:sldMk cId="874565330" sldId="272"/>
            <ac:graphicFrameMk id="2" creationId="{4024C4B7-3673-D201-C75B-D89B285DF337}"/>
          </ac:graphicFrameMkLst>
        </pc:graphicFrameChg>
        <pc:picChg chg="add mod">
          <ac:chgData name="lu jiaxuan" userId="9247156b4823de1e" providerId="LiveId" clId="{4786EE6C-A873-415D-9D70-80ACD93DBA15}" dt="2023-10-21T01:05:19.817" v="2889" actId="1035"/>
          <ac:picMkLst>
            <pc:docMk/>
            <pc:sldMk cId="874565330" sldId="272"/>
            <ac:picMk id="5" creationId="{9A89F0BF-41E3-A967-7C58-6E941573122C}"/>
          </ac:picMkLst>
        </pc:picChg>
      </pc:sldChg>
      <pc:sldChg chg="addSp delSp modSp add mod ord modNotesTx">
        <pc:chgData name="lu jiaxuan" userId="9247156b4823de1e" providerId="LiveId" clId="{4786EE6C-A873-415D-9D70-80ACD93DBA15}" dt="2023-10-21T01:48:24.173" v="3792" actId="20577"/>
        <pc:sldMkLst>
          <pc:docMk/>
          <pc:sldMk cId="1206277207" sldId="273"/>
        </pc:sldMkLst>
        <pc:spChg chg="mod">
          <ac:chgData name="lu jiaxuan" userId="9247156b4823de1e" providerId="LiveId" clId="{4786EE6C-A873-415D-9D70-80ACD93DBA15}" dt="2023-10-16T13:04:16.357" v="691"/>
          <ac:spMkLst>
            <pc:docMk/>
            <pc:sldMk cId="1206277207" sldId="273"/>
            <ac:spMk id="6" creationId="{01F17F92-8D37-6C55-3A5A-69E492FAF0F2}"/>
          </ac:spMkLst>
        </pc:spChg>
        <pc:picChg chg="add del mod">
          <ac:chgData name="lu jiaxuan" userId="9247156b4823de1e" providerId="LiveId" clId="{4786EE6C-A873-415D-9D70-80ACD93DBA15}" dt="2023-10-16T13:07:39.061" v="692" actId="478"/>
          <ac:picMkLst>
            <pc:docMk/>
            <pc:sldMk cId="1206277207" sldId="273"/>
            <ac:picMk id="3" creationId="{2E361A38-1819-9B59-6EF9-20A8C9AC1840}"/>
          </ac:picMkLst>
        </pc:picChg>
        <pc:picChg chg="del">
          <ac:chgData name="lu jiaxuan" userId="9247156b4823de1e" providerId="LiveId" clId="{4786EE6C-A873-415D-9D70-80ACD93DBA15}" dt="2023-10-16T13:03:48.682" v="680" actId="478"/>
          <ac:picMkLst>
            <pc:docMk/>
            <pc:sldMk cId="1206277207" sldId="273"/>
            <ac:picMk id="5" creationId="{9A89F0BF-41E3-A967-7C58-6E941573122C}"/>
          </ac:picMkLst>
        </pc:picChg>
        <pc:picChg chg="add mod">
          <ac:chgData name="lu jiaxuan" userId="9247156b4823de1e" providerId="LiveId" clId="{4786EE6C-A873-415D-9D70-80ACD93DBA15}" dt="2023-10-16T13:07:48.192" v="697" actId="1076"/>
          <ac:picMkLst>
            <pc:docMk/>
            <pc:sldMk cId="1206277207" sldId="273"/>
            <ac:picMk id="7" creationId="{309A75EF-A94B-2D01-7F31-64D6F6348290}"/>
          </ac:picMkLst>
        </pc:picChg>
      </pc:sldChg>
      <pc:sldChg chg="addSp delSp modSp new mod modNotesTx">
        <pc:chgData name="lu jiaxuan" userId="9247156b4823de1e" providerId="LiveId" clId="{4786EE6C-A873-415D-9D70-80ACD93DBA15}" dt="2023-10-18T08:07:30.413" v="1721" actId="6549"/>
        <pc:sldMkLst>
          <pc:docMk/>
          <pc:sldMk cId="1304828008" sldId="274"/>
        </pc:sldMkLst>
        <pc:spChg chg="del">
          <ac:chgData name="lu jiaxuan" userId="9247156b4823de1e" providerId="LiveId" clId="{4786EE6C-A873-415D-9D70-80ACD93DBA15}" dt="2023-10-17T13:54:55.269" v="732" actId="478"/>
          <ac:spMkLst>
            <pc:docMk/>
            <pc:sldMk cId="1304828008" sldId="274"/>
            <ac:spMk id="2" creationId="{510C9A10-6BE6-A5E3-7F76-3183A1FDF83F}"/>
          </ac:spMkLst>
        </pc:spChg>
        <pc:spChg chg="del">
          <ac:chgData name="lu jiaxuan" userId="9247156b4823de1e" providerId="LiveId" clId="{4786EE6C-A873-415D-9D70-80ACD93DBA15}" dt="2023-10-17T13:54:55.269" v="732" actId="478"/>
          <ac:spMkLst>
            <pc:docMk/>
            <pc:sldMk cId="1304828008" sldId="274"/>
            <ac:spMk id="3" creationId="{63C189BA-E001-FE29-16E2-8FB1AD1B70E3}"/>
          </ac:spMkLst>
        </pc:spChg>
        <pc:spChg chg="add mod">
          <ac:chgData name="lu jiaxuan" userId="9247156b4823de1e" providerId="LiveId" clId="{4786EE6C-A873-415D-9D70-80ACD93DBA15}" dt="2023-10-17T14:04:53.874" v="995"/>
          <ac:spMkLst>
            <pc:docMk/>
            <pc:sldMk cId="1304828008" sldId="274"/>
            <ac:spMk id="4" creationId="{DE4B2EDB-837C-EDED-C200-68BB28031655}"/>
          </ac:spMkLst>
        </pc:spChg>
        <pc:spChg chg="add del">
          <ac:chgData name="lu jiaxuan" userId="9247156b4823de1e" providerId="LiveId" clId="{4786EE6C-A873-415D-9D70-80ACD93DBA15}" dt="2023-10-17T15:00:21.534" v="1013" actId="478"/>
          <ac:spMkLst>
            <pc:docMk/>
            <pc:sldMk cId="1304828008" sldId="274"/>
            <ac:spMk id="12" creationId="{8E0813DC-F200-25D9-25DA-70A6522FD71E}"/>
          </ac:spMkLst>
        </pc:spChg>
        <pc:picChg chg="add del mod">
          <ac:chgData name="lu jiaxuan" userId="9247156b4823de1e" providerId="LiveId" clId="{4786EE6C-A873-415D-9D70-80ACD93DBA15}" dt="2023-10-17T14:52:52.901" v="1006" actId="478"/>
          <ac:picMkLst>
            <pc:docMk/>
            <pc:sldMk cId="1304828008" sldId="274"/>
            <ac:picMk id="6" creationId="{C36708EF-FB4E-EB73-F697-8FF28048B2B5}"/>
          </ac:picMkLst>
        </pc:picChg>
        <pc:picChg chg="add del mod">
          <ac:chgData name="lu jiaxuan" userId="9247156b4823de1e" providerId="LiveId" clId="{4786EE6C-A873-415D-9D70-80ACD93DBA15}" dt="2023-10-17T14:52:52.901" v="1006" actId="478"/>
          <ac:picMkLst>
            <pc:docMk/>
            <pc:sldMk cId="1304828008" sldId="274"/>
            <ac:picMk id="8" creationId="{757FD413-2BAC-5BB8-9C27-32DD0F4E0393}"/>
          </ac:picMkLst>
        </pc:picChg>
        <pc:picChg chg="add del mod">
          <ac:chgData name="lu jiaxuan" userId="9247156b4823de1e" providerId="LiveId" clId="{4786EE6C-A873-415D-9D70-80ACD93DBA15}" dt="2023-10-17T14:54:07.797" v="1011" actId="478"/>
          <ac:picMkLst>
            <pc:docMk/>
            <pc:sldMk cId="1304828008" sldId="274"/>
            <ac:picMk id="10" creationId="{1B867D03-1C58-1627-B60B-3968FE9403A6}"/>
          </ac:picMkLst>
        </pc:picChg>
        <pc:picChg chg="add mod">
          <ac:chgData name="lu jiaxuan" userId="9247156b4823de1e" providerId="LiveId" clId="{4786EE6C-A873-415D-9D70-80ACD93DBA15}" dt="2023-10-17T15:19:12.402" v="1232" actId="1036"/>
          <ac:picMkLst>
            <pc:docMk/>
            <pc:sldMk cId="1304828008" sldId="274"/>
            <ac:picMk id="14" creationId="{D7152B62-693D-31E1-6C12-6281DFE9F2A6}"/>
          </ac:picMkLst>
        </pc:picChg>
        <pc:picChg chg="add del mod">
          <ac:chgData name="lu jiaxuan" userId="9247156b4823de1e" providerId="LiveId" clId="{4786EE6C-A873-415D-9D70-80ACD93DBA15}" dt="2023-10-17T15:20:06.362" v="1236" actId="478"/>
          <ac:picMkLst>
            <pc:docMk/>
            <pc:sldMk cId="1304828008" sldId="274"/>
            <ac:picMk id="16" creationId="{B9A17AD7-D5CF-2FB4-6654-763970146B99}"/>
          </ac:picMkLst>
        </pc:picChg>
        <pc:picChg chg="add mod">
          <ac:chgData name="lu jiaxuan" userId="9247156b4823de1e" providerId="LiveId" clId="{4786EE6C-A873-415D-9D70-80ACD93DBA15}" dt="2023-10-17T15:20:17.025" v="1241" actId="1036"/>
          <ac:picMkLst>
            <pc:docMk/>
            <pc:sldMk cId="1304828008" sldId="274"/>
            <ac:picMk id="18" creationId="{16CB6DED-751F-ADE3-7F63-7F89B3435192}"/>
          </ac:picMkLst>
        </pc:picChg>
      </pc:sldChg>
      <pc:sldChg chg="delSp modSp add mod modNotesTx">
        <pc:chgData name="lu jiaxuan" userId="9247156b4823de1e" providerId="LiveId" clId="{4786EE6C-A873-415D-9D70-80ACD93DBA15}" dt="2023-10-21T00:58:57.980" v="2734" actId="20577"/>
        <pc:sldMkLst>
          <pc:docMk/>
          <pc:sldMk cId="1748315345" sldId="275"/>
        </pc:sldMkLst>
        <pc:spChg chg="mod">
          <ac:chgData name="lu jiaxuan" userId="9247156b4823de1e" providerId="LiveId" clId="{4786EE6C-A873-415D-9D70-80ACD93DBA15}" dt="2023-10-21T00:58:57.980" v="2734" actId="20577"/>
          <ac:spMkLst>
            <pc:docMk/>
            <pc:sldMk cId="1748315345" sldId="275"/>
            <ac:spMk id="4" creationId="{DE4B2EDB-837C-EDED-C200-68BB28031655}"/>
          </ac:spMkLst>
        </pc:spChg>
        <pc:picChg chg="del">
          <ac:chgData name="lu jiaxuan" userId="9247156b4823de1e" providerId="LiveId" clId="{4786EE6C-A873-415D-9D70-80ACD93DBA15}" dt="2023-10-20T12:26:35.247" v="1833" actId="478"/>
          <ac:picMkLst>
            <pc:docMk/>
            <pc:sldMk cId="1748315345" sldId="275"/>
            <ac:picMk id="14" creationId="{D7152B62-693D-31E1-6C12-6281DFE9F2A6}"/>
          </ac:picMkLst>
        </pc:picChg>
        <pc:picChg chg="del">
          <ac:chgData name="lu jiaxuan" userId="9247156b4823de1e" providerId="LiveId" clId="{4786EE6C-A873-415D-9D70-80ACD93DBA15}" dt="2023-10-20T12:26:33.755" v="1832" actId="478"/>
          <ac:picMkLst>
            <pc:docMk/>
            <pc:sldMk cId="1748315345" sldId="275"/>
            <ac:picMk id="18" creationId="{16CB6DED-751F-ADE3-7F63-7F89B3435192}"/>
          </ac:picMkLst>
        </pc:picChg>
      </pc:sldChg>
      <pc:sldChg chg="new del">
        <pc:chgData name="lu jiaxuan" userId="9247156b4823de1e" providerId="LiveId" clId="{4786EE6C-A873-415D-9D70-80ACD93DBA15}" dt="2023-10-20T12:26:24.636" v="1825" actId="47"/>
        <pc:sldMkLst>
          <pc:docMk/>
          <pc:sldMk cId="3631485028" sldId="275"/>
        </pc:sldMkLst>
      </pc:sldChg>
      <pc:sldChg chg="add del">
        <pc:chgData name="lu jiaxuan" userId="9247156b4823de1e" providerId="LiveId" clId="{4786EE6C-A873-415D-9D70-80ACD93DBA15}" dt="2023-10-20T12:27:00.675" v="1838"/>
        <pc:sldMkLst>
          <pc:docMk/>
          <pc:sldMk cId="847641200" sldId="276"/>
        </pc:sldMkLst>
      </pc:sldChg>
    </pc:docChg>
  </pc:docChgLst>
  <pc:docChgLst>
    <pc:chgData name="lu jiaxuan" userId="9247156b4823de1e" providerId="LiveId" clId="{3FD2877D-DE37-4A8D-9DCA-4F7B25B3465B}"/>
    <pc:docChg chg="custSel addSld modSld">
      <pc:chgData name="lu jiaxuan" userId="9247156b4823de1e" providerId="LiveId" clId="{3FD2877D-DE37-4A8D-9DCA-4F7B25B3465B}" dt="2023-09-30T05:00:43.176" v="11" actId="1076"/>
      <pc:docMkLst>
        <pc:docMk/>
      </pc:docMkLst>
      <pc:sldChg chg="modSp mod">
        <pc:chgData name="lu jiaxuan" userId="9247156b4823de1e" providerId="LiveId" clId="{3FD2877D-DE37-4A8D-9DCA-4F7B25B3465B}" dt="2023-09-30T04:59:51.617" v="3" actId="113"/>
        <pc:sldMkLst>
          <pc:docMk/>
          <pc:sldMk cId="1227051739" sldId="256"/>
        </pc:sldMkLst>
        <pc:spChg chg="mod">
          <ac:chgData name="lu jiaxuan" userId="9247156b4823de1e" providerId="LiveId" clId="{3FD2877D-DE37-4A8D-9DCA-4F7B25B3465B}" dt="2023-09-30T04:59:51.617" v="3" actId="113"/>
          <ac:spMkLst>
            <pc:docMk/>
            <pc:sldMk cId="1227051739" sldId="256"/>
            <ac:spMk id="2" creationId="{1096C9C4-488A-8181-21F2-FA076370686E}"/>
          </ac:spMkLst>
        </pc:spChg>
      </pc:sldChg>
      <pc:sldChg chg="new">
        <pc:chgData name="lu jiaxuan" userId="9247156b4823de1e" providerId="LiveId" clId="{3FD2877D-DE37-4A8D-9DCA-4F7B25B3465B}" dt="2023-09-30T04:59:57.917" v="4" actId="680"/>
        <pc:sldMkLst>
          <pc:docMk/>
          <pc:sldMk cId="2759702248" sldId="267"/>
        </pc:sldMkLst>
      </pc:sldChg>
      <pc:sldChg chg="addSp delSp modSp new mod">
        <pc:chgData name="lu jiaxuan" userId="9247156b4823de1e" providerId="LiveId" clId="{3FD2877D-DE37-4A8D-9DCA-4F7B25B3465B}" dt="2023-09-30T05:00:43.176" v="11" actId="1076"/>
        <pc:sldMkLst>
          <pc:docMk/>
          <pc:sldMk cId="1702792162" sldId="268"/>
        </pc:sldMkLst>
        <pc:spChg chg="del">
          <ac:chgData name="lu jiaxuan" userId="9247156b4823de1e" providerId="LiveId" clId="{3FD2877D-DE37-4A8D-9DCA-4F7B25B3465B}" dt="2023-09-30T05:00:36.791" v="8" actId="478"/>
          <ac:spMkLst>
            <pc:docMk/>
            <pc:sldMk cId="1702792162" sldId="268"/>
            <ac:spMk id="2" creationId="{346CFBAB-2100-34BC-1785-D9BF8E0D0A10}"/>
          </ac:spMkLst>
        </pc:spChg>
        <pc:spChg chg="del mod">
          <ac:chgData name="lu jiaxuan" userId="9247156b4823de1e" providerId="LiveId" clId="{3FD2877D-DE37-4A8D-9DCA-4F7B25B3465B}" dt="2023-09-30T05:00:33.376" v="7" actId="478"/>
          <ac:spMkLst>
            <pc:docMk/>
            <pc:sldMk cId="1702792162" sldId="268"/>
            <ac:spMk id="3" creationId="{57F3FF0C-C5F5-BA53-D0C1-E63F8EE06713}"/>
          </ac:spMkLst>
        </pc:spChg>
        <pc:picChg chg="add mod">
          <ac:chgData name="lu jiaxuan" userId="9247156b4823de1e" providerId="LiveId" clId="{3FD2877D-DE37-4A8D-9DCA-4F7B25B3465B}" dt="2023-09-30T05:00:43.176" v="11" actId="1076"/>
          <ac:picMkLst>
            <pc:docMk/>
            <pc:sldMk cId="1702792162" sldId="268"/>
            <ac:picMk id="5" creationId="{1365B5B3-5697-F7BD-080C-63292AF2205B}"/>
          </ac:picMkLst>
        </pc:picChg>
      </pc:sldChg>
    </pc:docChg>
  </pc:docChgLst>
  <pc:docChgLst>
    <pc:chgData name="lu jiaxuan" userId="9247156b4823de1e" providerId="LiveId" clId="{00C3B82C-5F12-4C51-9254-9F54200179C6}"/>
    <pc:docChg chg="undo redo custSel addSld delSld modSld">
      <pc:chgData name="lu jiaxuan" userId="9247156b4823de1e" providerId="LiveId" clId="{00C3B82C-5F12-4C51-9254-9F54200179C6}" dt="2023-09-29T10:49:37.028" v="1926" actId="20577"/>
      <pc:docMkLst>
        <pc:docMk/>
      </pc:docMkLst>
      <pc:sldChg chg="modNotesTx">
        <pc:chgData name="lu jiaxuan" userId="9247156b4823de1e" providerId="LiveId" clId="{00C3B82C-5F12-4C51-9254-9F54200179C6}" dt="2023-09-29T10:26:21.290" v="1390" actId="20577"/>
        <pc:sldMkLst>
          <pc:docMk/>
          <pc:sldMk cId="1227051739" sldId="256"/>
        </pc:sldMkLst>
      </pc:sldChg>
      <pc:sldChg chg="modSp mod modNotesTx">
        <pc:chgData name="lu jiaxuan" userId="9247156b4823de1e" providerId="LiveId" clId="{00C3B82C-5F12-4C51-9254-9F54200179C6}" dt="2023-09-29T10:41:53.298" v="1720" actId="1076"/>
        <pc:sldMkLst>
          <pc:docMk/>
          <pc:sldMk cId="3423431225" sldId="258"/>
        </pc:sldMkLst>
        <pc:picChg chg="mod">
          <ac:chgData name="lu jiaxuan" userId="9247156b4823de1e" providerId="LiveId" clId="{00C3B82C-5F12-4C51-9254-9F54200179C6}" dt="2023-09-29T10:41:51.749" v="1719" actId="1076"/>
          <ac:picMkLst>
            <pc:docMk/>
            <pc:sldMk cId="3423431225" sldId="258"/>
            <ac:picMk id="9" creationId="{4B8DAFC1-29C7-B33B-E9D7-ACCBE133A54D}"/>
          </ac:picMkLst>
        </pc:picChg>
        <pc:picChg chg="mod">
          <ac:chgData name="lu jiaxuan" userId="9247156b4823de1e" providerId="LiveId" clId="{00C3B82C-5F12-4C51-9254-9F54200179C6}" dt="2023-09-29T10:41:53.298" v="1720" actId="1076"/>
          <ac:picMkLst>
            <pc:docMk/>
            <pc:sldMk cId="3423431225" sldId="258"/>
            <ac:picMk id="11" creationId="{CDFB5895-B0D6-F8A6-56DA-A840D5D31FFB}"/>
          </ac:picMkLst>
        </pc:picChg>
      </pc:sldChg>
      <pc:sldChg chg="modSp mod modNotesTx">
        <pc:chgData name="lu jiaxuan" userId="9247156b4823de1e" providerId="LiveId" clId="{00C3B82C-5F12-4C51-9254-9F54200179C6}" dt="2023-09-29T10:30:45.744" v="1507" actId="1035"/>
        <pc:sldMkLst>
          <pc:docMk/>
          <pc:sldMk cId="745698173" sldId="259"/>
        </pc:sldMkLst>
        <pc:spChg chg="mod">
          <ac:chgData name="lu jiaxuan" userId="9247156b4823de1e" providerId="LiveId" clId="{00C3B82C-5F12-4C51-9254-9F54200179C6}" dt="2023-09-29T10:30:45.744" v="1507" actId="1035"/>
          <ac:spMkLst>
            <pc:docMk/>
            <pc:sldMk cId="745698173" sldId="259"/>
            <ac:spMk id="8" creationId="{B19AEDB3-6A41-0862-292B-1D2CB9F82BAF}"/>
          </ac:spMkLst>
        </pc:spChg>
      </pc:sldChg>
      <pc:sldChg chg="addSp delSp modSp add del mod modNotesTx">
        <pc:chgData name="lu jiaxuan" userId="9247156b4823de1e" providerId="LiveId" clId="{00C3B82C-5F12-4C51-9254-9F54200179C6}" dt="2023-09-29T10:47:01.087" v="1800" actId="1036"/>
        <pc:sldMkLst>
          <pc:docMk/>
          <pc:sldMk cId="10000179" sldId="260"/>
        </pc:sldMkLst>
        <pc:spChg chg="del mod">
          <ac:chgData name="lu jiaxuan" userId="9247156b4823de1e" providerId="LiveId" clId="{00C3B82C-5F12-4C51-9254-9F54200179C6}" dt="2023-09-29T09:37:35.529" v="91" actId="478"/>
          <ac:spMkLst>
            <pc:docMk/>
            <pc:sldMk cId="10000179" sldId="260"/>
            <ac:spMk id="12" creationId="{2A5FE7A6-0552-9676-C294-CED3526DBF06}"/>
          </ac:spMkLst>
        </pc:spChg>
        <pc:spChg chg="add del mod">
          <ac:chgData name="lu jiaxuan" userId="9247156b4823de1e" providerId="LiveId" clId="{00C3B82C-5F12-4C51-9254-9F54200179C6}" dt="2023-09-29T09:37:08.021" v="81" actId="478"/>
          <ac:spMkLst>
            <pc:docMk/>
            <pc:sldMk cId="10000179" sldId="260"/>
            <ac:spMk id="27" creationId="{1B016AFA-8D18-E272-BE56-F6F9BEBBB97B}"/>
          </ac:spMkLst>
        </pc:spChg>
        <pc:spChg chg="mod">
          <ac:chgData name="lu jiaxuan" userId="9247156b4823de1e" providerId="LiveId" clId="{00C3B82C-5F12-4C51-9254-9F54200179C6}" dt="2023-09-29T09:37:10.865" v="82"/>
          <ac:spMkLst>
            <pc:docMk/>
            <pc:sldMk cId="10000179" sldId="260"/>
            <ac:spMk id="29" creationId="{3E2505B5-F3EE-CE9F-1F85-3941EF3666E8}"/>
          </ac:spMkLst>
        </pc:spChg>
        <pc:spChg chg="mod">
          <ac:chgData name="lu jiaxuan" userId="9247156b4823de1e" providerId="LiveId" clId="{00C3B82C-5F12-4C51-9254-9F54200179C6}" dt="2023-09-29T09:37:10.865" v="82"/>
          <ac:spMkLst>
            <pc:docMk/>
            <pc:sldMk cId="10000179" sldId="260"/>
            <ac:spMk id="30" creationId="{8830A2BB-F634-3E8F-12C5-AB0FE01342BD}"/>
          </ac:spMkLst>
        </pc:spChg>
        <pc:spChg chg="add del mod">
          <ac:chgData name="lu jiaxuan" userId="9247156b4823de1e" providerId="LiveId" clId="{00C3B82C-5F12-4C51-9254-9F54200179C6}" dt="2023-09-29T09:37:18.028" v="85" actId="478"/>
          <ac:spMkLst>
            <pc:docMk/>
            <pc:sldMk cId="10000179" sldId="260"/>
            <ac:spMk id="31" creationId="{5705BE30-B36A-0BDB-B230-67CC6EF4CD6F}"/>
          </ac:spMkLst>
        </pc:spChg>
        <pc:spChg chg="add mod">
          <ac:chgData name="lu jiaxuan" userId="9247156b4823de1e" providerId="LiveId" clId="{00C3B82C-5F12-4C51-9254-9F54200179C6}" dt="2023-09-29T09:37:32.818" v="90" actId="1076"/>
          <ac:spMkLst>
            <pc:docMk/>
            <pc:sldMk cId="10000179" sldId="260"/>
            <ac:spMk id="32" creationId="{BC2EB9E2-51A2-8D1D-6F59-A9346B542450}"/>
          </ac:spMkLst>
        </pc:spChg>
        <pc:grpChg chg="mod">
          <ac:chgData name="lu jiaxuan" userId="9247156b4823de1e" providerId="LiveId" clId="{00C3B82C-5F12-4C51-9254-9F54200179C6}" dt="2023-09-29T09:37:20.782" v="87" actId="1076"/>
          <ac:grpSpMkLst>
            <pc:docMk/>
            <pc:sldMk cId="10000179" sldId="260"/>
            <ac:grpSpMk id="4" creationId="{1DD20C29-9067-5D5E-03C0-10E8382AF32F}"/>
          </ac:grpSpMkLst>
        </pc:grpChg>
        <pc:grpChg chg="add del mod">
          <ac:chgData name="lu jiaxuan" userId="9247156b4823de1e" providerId="LiveId" clId="{00C3B82C-5F12-4C51-9254-9F54200179C6}" dt="2023-09-29T09:37:12.187" v="83" actId="478"/>
          <ac:grpSpMkLst>
            <pc:docMk/>
            <pc:sldMk cId="10000179" sldId="260"/>
            <ac:grpSpMk id="28" creationId="{4B542BE5-D01C-715E-1DFF-273F8596BAD4}"/>
          </ac:grpSpMkLst>
        </pc:grpChg>
        <pc:cxnChg chg="mod">
          <ac:chgData name="lu jiaxuan" userId="9247156b4823de1e" providerId="LiveId" clId="{00C3B82C-5F12-4C51-9254-9F54200179C6}" dt="2023-09-29T10:47:01.087" v="1800" actId="1036"/>
          <ac:cxnSpMkLst>
            <pc:docMk/>
            <pc:sldMk cId="10000179" sldId="260"/>
            <ac:cxnSpMk id="22" creationId="{B8FA3DD9-1087-8F79-882D-9ADF277F1F0F}"/>
          </ac:cxnSpMkLst>
        </pc:cxnChg>
      </pc:sldChg>
      <pc:sldChg chg="del">
        <pc:chgData name="lu jiaxuan" userId="9247156b4823de1e" providerId="LiveId" clId="{00C3B82C-5F12-4C51-9254-9F54200179C6}" dt="2023-09-29T10:02:12.652" v="1040" actId="47"/>
        <pc:sldMkLst>
          <pc:docMk/>
          <pc:sldMk cId="3654797919" sldId="261"/>
        </pc:sldMkLst>
      </pc:sldChg>
      <pc:sldChg chg="modSp mod modNotesTx">
        <pc:chgData name="lu jiaxuan" userId="9247156b4823de1e" providerId="LiveId" clId="{00C3B82C-5F12-4C51-9254-9F54200179C6}" dt="2023-09-29T10:37:11.762" v="1645" actId="20577"/>
        <pc:sldMkLst>
          <pc:docMk/>
          <pc:sldMk cId="1591456085" sldId="262"/>
        </pc:sldMkLst>
        <pc:spChg chg="mod">
          <ac:chgData name="lu jiaxuan" userId="9247156b4823de1e" providerId="LiveId" clId="{00C3B82C-5F12-4C51-9254-9F54200179C6}" dt="2023-09-29T10:35:37.388" v="1622" actId="20577"/>
          <ac:spMkLst>
            <pc:docMk/>
            <pc:sldMk cId="1591456085" sldId="262"/>
            <ac:spMk id="3" creationId="{8C3CFCA7-6A20-E1EB-8D85-760C3BE25830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7" creationId="{CA966321-B27B-6151-6E25-0F3EC829351C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9" creationId="{26CBD50A-6113-6E84-64FC-525ABDBA4E3F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12" creationId="{615F4AC8-ADB9-4305-E001-F16921FBD113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13" creationId="{A725DBC3-00FD-1963-37E4-430F2159358C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22" creationId="{F829FD1E-4DFF-CB7B-8C6A-C9BDE988C63D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23" creationId="{77463460-3F04-34B4-BCE9-FF36CCB0101D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24" creationId="{40605E3D-C4B3-AF6A-E441-27E056CADB7B}"/>
          </ac:spMkLst>
        </pc:spChg>
        <pc:picChg chg="mod">
          <ac:chgData name="lu jiaxuan" userId="9247156b4823de1e" providerId="LiveId" clId="{00C3B82C-5F12-4C51-9254-9F54200179C6}" dt="2023-09-29T10:36:02.711" v="1624" actId="1076"/>
          <ac:picMkLst>
            <pc:docMk/>
            <pc:sldMk cId="1591456085" sldId="262"/>
            <ac:picMk id="20" creationId="{7734D472-48E6-3587-4F6F-AE4AFAE51011}"/>
          </ac:picMkLst>
        </pc:picChg>
        <pc:cxnChg chg="mod">
          <ac:chgData name="lu jiaxuan" userId="9247156b4823de1e" providerId="LiveId" clId="{00C3B82C-5F12-4C51-9254-9F54200179C6}" dt="2023-09-29T10:36:02.711" v="1624" actId="1076"/>
          <ac:cxnSpMkLst>
            <pc:docMk/>
            <pc:sldMk cId="1591456085" sldId="262"/>
            <ac:cxnSpMk id="15" creationId="{4D860012-172F-8945-DA50-9C514E6CC488}"/>
          </ac:cxnSpMkLst>
        </pc:cxnChg>
        <pc:cxnChg chg="mod">
          <ac:chgData name="lu jiaxuan" userId="9247156b4823de1e" providerId="LiveId" clId="{00C3B82C-5F12-4C51-9254-9F54200179C6}" dt="2023-09-29T10:36:02.711" v="1624" actId="1076"/>
          <ac:cxnSpMkLst>
            <pc:docMk/>
            <pc:sldMk cId="1591456085" sldId="262"/>
            <ac:cxnSpMk id="16" creationId="{B89F9755-401E-C6BC-28BD-8B3469D617E3}"/>
          </ac:cxnSpMkLst>
        </pc:cxnChg>
        <pc:cxnChg chg="mod">
          <ac:chgData name="lu jiaxuan" userId="9247156b4823de1e" providerId="LiveId" clId="{00C3B82C-5F12-4C51-9254-9F54200179C6}" dt="2023-09-29T10:36:02.711" v="1624" actId="1076"/>
          <ac:cxnSpMkLst>
            <pc:docMk/>
            <pc:sldMk cId="1591456085" sldId="262"/>
            <ac:cxnSpMk id="17" creationId="{5DFBCF0B-DBAE-DF32-95A3-151258999DC6}"/>
          </ac:cxnSpMkLst>
        </pc:cxnChg>
      </pc:sldChg>
      <pc:sldChg chg="addSp modSp mod modAnim modNotesTx">
        <pc:chgData name="lu jiaxuan" userId="9247156b4823de1e" providerId="LiveId" clId="{00C3B82C-5F12-4C51-9254-9F54200179C6}" dt="2023-09-29T10:47:07.595" v="1809" actId="1035"/>
        <pc:sldMkLst>
          <pc:docMk/>
          <pc:sldMk cId="1835906208" sldId="263"/>
        </pc:sldMkLst>
        <pc:spChg chg="mod">
          <ac:chgData name="lu jiaxuan" userId="9247156b4823de1e" providerId="LiveId" clId="{00C3B82C-5F12-4C51-9254-9F54200179C6}" dt="2023-09-29T09:54:18.552" v="761" actId="1076"/>
          <ac:spMkLst>
            <pc:docMk/>
            <pc:sldMk cId="1835906208" sldId="263"/>
            <ac:spMk id="19" creationId="{01F27E11-11C1-A64C-6A1F-2F3445B748AF}"/>
          </ac:spMkLst>
        </pc:spChg>
        <pc:picChg chg="add mod modCrop">
          <ac:chgData name="lu jiaxuan" userId="9247156b4823de1e" providerId="LiveId" clId="{00C3B82C-5F12-4C51-9254-9F54200179C6}" dt="2023-09-29T10:42:27.957" v="1727" actId="1076"/>
          <ac:picMkLst>
            <pc:docMk/>
            <pc:sldMk cId="1835906208" sldId="263"/>
            <ac:picMk id="28" creationId="{C95EAAA8-E91E-FFE0-FFA0-A267EFA2B0A4}"/>
          </ac:picMkLst>
        </pc:picChg>
        <pc:cxnChg chg="mod">
          <ac:chgData name="lu jiaxuan" userId="9247156b4823de1e" providerId="LiveId" clId="{00C3B82C-5F12-4C51-9254-9F54200179C6}" dt="2023-09-29T10:47:07.595" v="1809" actId="1035"/>
          <ac:cxnSpMkLst>
            <pc:docMk/>
            <pc:sldMk cId="1835906208" sldId="263"/>
            <ac:cxnSpMk id="22" creationId="{B8FA3DD9-1087-8F79-882D-9ADF277F1F0F}"/>
          </ac:cxnSpMkLst>
        </pc:cxnChg>
      </pc:sldChg>
      <pc:sldChg chg="addSp delSp modSp new mod modAnim modNotesTx">
        <pc:chgData name="lu jiaxuan" userId="9247156b4823de1e" providerId="LiveId" clId="{00C3B82C-5F12-4C51-9254-9F54200179C6}" dt="2023-09-29T10:28:29.999" v="1447" actId="20577"/>
        <pc:sldMkLst>
          <pc:docMk/>
          <pc:sldMk cId="3218750398" sldId="264"/>
        </pc:sldMkLst>
        <pc:spChg chg="del">
          <ac:chgData name="lu jiaxuan" userId="9247156b4823de1e" providerId="LiveId" clId="{00C3B82C-5F12-4C51-9254-9F54200179C6}" dt="2023-09-29T09:34:05.656" v="5" actId="478"/>
          <ac:spMkLst>
            <pc:docMk/>
            <pc:sldMk cId="3218750398" sldId="264"/>
            <ac:spMk id="2" creationId="{0A2C670A-C9A1-1EC6-8972-203136F4D82E}"/>
          </ac:spMkLst>
        </pc:spChg>
        <pc:spChg chg="del">
          <ac:chgData name="lu jiaxuan" userId="9247156b4823de1e" providerId="LiveId" clId="{00C3B82C-5F12-4C51-9254-9F54200179C6}" dt="2023-09-29T09:34:05.656" v="5" actId="478"/>
          <ac:spMkLst>
            <pc:docMk/>
            <pc:sldMk cId="3218750398" sldId="264"/>
            <ac:spMk id="3" creationId="{A82A7EAE-DC6F-95E3-2EE5-7B7D9C3E4CB4}"/>
          </ac:spMkLst>
        </pc:spChg>
        <pc:spChg chg="add mod">
          <ac:chgData name="lu jiaxuan" userId="9247156b4823de1e" providerId="LiveId" clId="{00C3B82C-5F12-4C51-9254-9F54200179C6}" dt="2023-09-29T09:35:19.741" v="25" actId="1076"/>
          <ac:spMkLst>
            <pc:docMk/>
            <pc:sldMk cId="3218750398" sldId="264"/>
            <ac:spMk id="4" creationId="{30249874-4139-F78D-3118-305A04DD040E}"/>
          </ac:spMkLst>
        </pc:spChg>
        <pc:spChg chg="add mod">
          <ac:chgData name="lu jiaxuan" userId="9247156b4823de1e" providerId="LiveId" clId="{00C3B82C-5F12-4C51-9254-9F54200179C6}" dt="2023-09-29T09:38:51.687" v="96" actId="1076"/>
          <ac:spMkLst>
            <pc:docMk/>
            <pc:sldMk cId="3218750398" sldId="264"/>
            <ac:spMk id="6" creationId="{20C78F22-C574-AF6B-0ADB-BAACEB47C7D8}"/>
          </ac:spMkLst>
        </pc:spChg>
        <pc:spChg chg="add mod">
          <ac:chgData name="lu jiaxuan" userId="9247156b4823de1e" providerId="LiveId" clId="{00C3B82C-5F12-4C51-9254-9F54200179C6}" dt="2023-09-29T10:28:29.999" v="1447" actId="20577"/>
          <ac:spMkLst>
            <pc:docMk/>
            <pc:sldMk cId="3218750398" sldId="264"/>
            <ac:spMk id="7" creationId="{B3535375-E1F7-3F0A-4C4A-7D34A4518604}"/>
          </ac:spMkLst>
        </pc:spChg>
        <pc:graphicFrameChg chg="add mod modGraphic">
          <ac:chgData name="lu jiaxuan" userId="9247156b4823de1e" providerId="LiveId" clId="{00C3B82C-5F12-4C51-9254-9F54200179C6}" dt="2023-09-29T09:38:51.687" v="96" actId="1076"/>
          <ac:graphicFrameMkLst>
            <pc:docMk/>
            <pc:sldMk cId="3218750398" sldId="264"/>
            <ac:graphicFrameMk id="5" creationId="{F3FFE17C-5450-2392-05F5-2EEBB4DC10C8}"/>
          </ac:graphicFrameMkLst>
        </pc:graphicFrameChg>
      </pc:sldChg>
      <pc:sldChg chg="addSp delSp modSp add mod delAnim modAnim modNotesTx">
        <pc:chgData name="lu jiaxuan" userId="9247156b4823de1e" providerId="LiveId" clId="{00C3B82C-5F12-4C51-9254-9F54200179C6}" dt="2023-09-29T10:47:12.269" v="1825" actId="1036"/>
        <pc:sldMkLst>
          <pc:docMk/>
          <pc:sldMk cId="3691110825" sldId="265"/>
        </pc:sldMkLst>
        <pc:spChg chg="mod">
          <ac:chgData name="lu jiaxuan" userId="9247156b4823de1e" providerId="LiveId" clId="{00C3B82C-5F12-4C51-9254-9F54200179C6}" dt="2023-09-29T09:45:20.164" v="391" actId="1076"/>
          <ac:spMkLst>
            <pc:docMk/>
            <pc:sldMk cId="3691110825" sldId="265"/>
            <ac:spMk id="12" creationId="{2A5FE7A6-0552-9676-C294-CED3526DBF06}"/>
          </ac:spMkLst>
        </pc:spChg>
        <pc:spChg chg="add mod">
          <ac:chgData name="lu jiaxuan" userId="9247156b4823de1e" providerId="LiveId" clId="{00C3B82C-5F12-4C51-9254-9F54200179C6}" dt="2023-09-29T09:52:00.577" v="708"/>
          <ac:spMkLst>
            <pc:docMk/>
            <pc:sldMk cId="3691110825" sldId="265"/>
            <ac:spMk id="13" creationId="{E7A98FC0-DBD1-69E6-8349-DBA571497401}"/>
          </ac:spMkLst>
        </pc:spChg>
        <pc:spChg chg="add mod">
          <ac:chgData name="lu jiaxuan" userId="9247156b4823de1e" providerId="LiveId" clId="{00C3B82C-5F12-4C51-9254-9F54200179C6}" dt="2023-09-29T09:52:00.577" v="708"/>
          <ac:spMkLst>
            <pc:docMk/>
            <pc:sldMk cId="3691110825" sldId="265"/>
            <ac:spMk id="14" creationId="{9440E210-8746-08BB-A9DD-420BDDE9A5EA}"/>
          </ac:spMkLst>
        </pc:spChg>
        <pc:spChg chg="mod">
          <ac:chgData name="lu jiaxuan" userId="9247156b4823de1e" providerId="LiveId" clId="{00C3B82C-5F12-4C51-9254-9F54200179C6}" dt="2023-09-29T09:48:41.438" v="492" actId="1035"/>
          <ac:spMkLst>
            <pc:docMk/>
            <pc:sldMk cId="3691110825" sldId="265"/>
            <ac:spMk id="15" creationId="{E45C15C0-5A5F-1F1D-A934-A9FEEA038C54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16" creationId="{AEDA0326-68F1-FAA9-F073-DE56F37A36B2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17" creationId="{95F57C6D-1F97-D680-5F07-1F6EFE793386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18" creationId="{E58EC21D-E8FF-4104-BEDC-DB328BEB6F60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19" creationId="{01F27E11-11C1-A64C-6A1F-2F3445B748AF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24" creationId="{7B8D2BE4-2B2F-0374-826D-A5B46AC2F088}"/>
          </ac:spMkLst>
        </pc:spChg>
        <pc:spChg chg="add mod">
          <ac:chgData name="lu jiaxuan" userId="9247156b4823de1e" providerId="LiveId" clId="{00C3B82C-5F12-4C51-9254-9F54200179C6}" dt="2023-09-29T09:52:00.577" v="708"/>
          <ac:spMkLst>
            <pc:docMk/>
            <pc:sldMk cId="3691110825" sldId="265"/>
            <ac:spMk id="25" creationId="{678DFCBA-820F-0CBA-D059-9F808C83B9A4}"/>
          </ac:spMkLst>
        </pc:spChg>
        <pc:spChg chg="add mod">
          <ac:chgData name="lu jiaxuan" userId="9247156b4823de1e" providerId="LiveId" clId="{00C3B82C-5F12-4C51-9254-9F54200179C6}" dt="2023-09-29T09:52:12.959" v="736" actId="20577"/>
          <ac:spMkLst>
            <pc:docMk/>
            <pc:sldMk cId="3691110825" sldId="265"/>
            <ac:spMk id="30" creationId="{B533341B-8D62-7052-20CC-6C8481F8A5BB}"/>
          </ac:spMkLst>
        </pc:spChg>
        <pc:spChg chg="add mod">
          <ac:chgData name="lu jiaxuan" userId="9247156b4823de1e" providerId="LiveId" clId="{00C3B82C-5F12-4C51-9254-9F54200179C6}" dt="2023-09-29T09:54:21.650" v="762"/>
          <ac:spMkLst>
            <pc:docMk/>
            <pc:sldMk cId="3691110825" sldId="265"/>
            <ac:spMk id="31" creationId="{9C7BCEE8-A473-B3B8-7C81-E5C9AF782A3C}"/>
          </ac:spMkLst>
        </pc:spChg>
        <pc:picChg chg="del">
          <ac:chgData name="lu jiaxuan" userId="9247156b4823de1e" providerId="LiveId" clId="{00C3B82C-5F12-4C51-9254-9F54200179C6}" dt="2023-09-29T09:45:13.140" v="390" actId="478"/>
          <ac:picMkLst>
            <pc:docMk/>
            <pc:sldMk cId="3691110825" sldId="265"/>
            <ac:picMk id="7" creationId="{CAB720DF-3572-F738-9B3C-A828F1AE75B2}"/>
          </ac:picMkLst>
        </pc:picChg>
        <pc:picChg chg="add mod">
          <ac:chgData name="lu jiaxuan" userId="9247156b4823de1e" providerId="LiveId" clId="{00C3B82C-5F12-4C51-9254-9F54200179C6}" dt="2023-09-29T09:47:26.110" v="474" actId="1076"/>
          <ac:picMkLst>
            <pc:docMk/>
            <pc:sldMk cId="3691110825" sldId="265"/>
            <ac:picMk id="9" creationId="{13A3A52A-D240-E34B-D7FF-686AA8F53CCA}"/>
          </ac:picMkLst>
        </pc:picChg>
        <pc:picChg chg="del">
          <ac:chgData name="lu jiaxuan" userId="9247156b4823de1e" providerId="LiveId" clId="{00C3B82C-5F12-4C51-9254-9F54200179C6}" dt="2023-09-29T09:45:13.140" v="390" actId="478"/>
          <ac:picMkLst>
            <pc:docMk/>
            <pc:sldMk cId="3691110825" sldId="265"/>
            <ac:picMk id="23" creationId="{1D363EE1-6EB8-3090-F44D-1A82CB3E2810}"/>
          </ac:picMkLst>
        </pc:picChg>
        <pc:picChg chg="add mod">
          <ac:chgData name="lu jiaxuan" userId="9247156b4823de1e" providerId="LiveId" clId="{00C3B82C-5F12-4C51-9254-9F54200179C6}" dt="2023-09-29T09:52:00.577" v="708"/>
          <ac:picMkLst>
            <pc:docMk/>
            <pc:sldMk cId="3691110825" sldId="265"/>
            <ac:picMk id="29" creationId="{B574BEF9-4AA1-0FEC-3B9F-8D013B5F2A8E}"/>
          </ac:picMkLst>
        </pc:picChg>
        <pc:cxnChg chg="del">
          <ac:chgData name="lu jiaxuan" userId="9247156b4823de1e" providerId="LiveId" clId="{00C3B82C-5F12-4C51-9254-9F54200179C6}" dt="2023-09-29T09:45:13.140" v="390" actId="478"/>
          <ac:cxnSpMkLst>
            <pc:docMk/>
            <pc:sldMk cId="3691110825" sldId="265"/>
            <ac:cxnSpMk id="20" creationId="{B442E5E6-69C4-88EC-79E6-0AD5B9977B00}"/>
          </ac:cxnSpMkLst>
        </pc:cxnChg>
        <pc:cxnChg chg="del">
          <ac:chgData name="lu jiaxuan" userId="9247156b4823de1e" providerId="LiveId" clId="{00C3B82C-5F12-4C51-9254-9F54200179C6}" dt="2023-09-29T09:45:13.140" v="390" actId="478"/>
          <ac:cxnSpMkLst>
            <pc:docMk/>
            <pc:sldMk cId="3691110825" sldId="265"/>
            <ac:cxnSpMk id="21" creationId="{230B1937-2062-B9B4-A393-EF26CCB63FF3}"/>
          </ac:cxnSpMkLst>
        </pc:cxnChg>
        <pc:cxnChg chg="del">
          <ac:chgData name="lu jiaxuan" userId="9247156b4823de1e" providerId="LiveId" clId="{00C3B82C-5F12-4C51-9254-9F54200179C6}" dt="2023-09-29T09:45:13.140" v="390" actId="478"/>
          <ac:cxnSpMkLst>
            <pc:docMk/>
            <pc:sldMk cId="3691110825" sldId="265"/>
            <ac:cxnSpMk id="22" creationId="{B8FA3DD9-1087-8F79-882D-9ADF277F1F0F}"/>
          </ac:cxnSpMkLst>
        </pc:cxnChg>
        <pc:cxnChg chg="add mod">
          <ac:chgData name="lu jiaxuan" userId="9247156b4823de1e" providerId="LiveId" clId="{00C3B82C-5F12-4C51-9254-9F54200179C6}" dt="2023-09-29T09:52:00.577" v="708"/>
          <ac:cxnSpMkLst>
            <pc:docMk/>
            <pc:sldMk cId="3691110825" sldId="265"/>
            <ac:cxnSpMk id="26" creationId="{FB777686-F36D-223F-90F5-0039FF4FB701}"/>
          </ac:cxnSpMkLst>
        </pc:cxnChg>
        <pc:cxnChg chg="add mod">
          <ac:chgData name="lu jiaxuan" userId="9247156b4823de1e" providerId="LiveId" clId="{00C3B82C-5F12-4C51-9254-9F54200179C6}" dt="2023-09-29T09:52:00.577" v="708"/>
          <ac:cxnSpMkLst>
            <pc:docMk/>
            <pc:sldMk cId="3691110825" sldId="265"/>
            <ac:cxnSpMk id="27" creationId="{59B75F52-374C-FC45-0D71-B22727CD756A}"/>
          </ac:cxnSpMkLst>
        </pc:cxnChg>
        <pc:cxnChg chg="add mod">
          <ac:chgData name="lu jiaxuan" userId="9247156b4823de1e" providerId="LiveId" clId="{00C3B82C-5F12-4C51-9254-9F54200179C6}" dt="2023-09-29T10:47:12.269" v="1825" actId="1036"/>
          <ac:cxnSpMkLst>
            <pc:docMk/>
            <pc:sldMk cId="3691110825" sldId="265"/>
            <ac:cxnSpMk id="28" creationId="{7F0BE81F-9514-093B-31E8-4607E027A252}"/>
          </ac:cxnSpMkLst>
        </pc:cxnChg>
      </pc:sldChg>
      <pc:sldChg chg="addSp delSp modSp add mod delAnim modNotesTx">
        <pc:chgData name="lu jiaxuan" userId="9247156b4823de1e" providerId="LiveId" clId="{00C3B82C-5F12-4C51-9254-9F54200179C6}" dt="2023-09-29T10:49:37.028" v="1926" actId="20577"/>
        <pc:sldMkLst>
          <pc:docMk/>
          <pc:sldMk cId="795776144" sldId="266"/>
        </pc:sldMkLst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13" creationId="{E7A98FC0-DBD1-69E6-8349-DBA571497401}"/>
          </ac:spMkLst>
        </pc:spChg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14" creationId="{9440E210-8746-08BB-A9DD-420BDDE9A5EA}"/>
          </ac:spMkLst>
        </pc:spChg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25" creationId="{678DFCBA-820F-0CBA-D059-9F808C83B9A4}"/>
          </ac:spMkLst>
        </pc:spChg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30" creationId="{B533341B-8D62-7052-20CC-6C8481F8A5BB}"/>
          </ac:spMkLst>
        </pc:spChg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31" creationId="{9C7BCEE8-A473-B3B8-7C81-E5C9AF782A3C}"/>
          </ac:spMkLst>
        </pc:spChg>
        <pc:picChg chg="add mod">
          <ac:chgData name="lu jiaxuan" userId="9247156b4823de1e" providerId="LiveId" clId="{00C3B82C-5F12-4C51-9254-9F54200179C6}" dt="2023-09-29T10:12:08.981" v="1169" actId="1076"/>
          <ac:picMkLst>
            <pc:docMk/>
            <pc:sldMk cId="795776144" sldId="266"/>
            <ac:picMk id="7" creationId="{49214BA7-7A4C-36FB-E1D0-99FD4CE6DB86}"/>
          </ac:picMkLst>
        </pc:picChg>
        <pc:picChg chg="del">
          <ac:chgData name="lu jiaxuan" userId="9247156b4823de1e" providerId="LiveId" clId="{00C3B82C-5F12-4C51-9254-9F54200179C6}" dt="2023-09-29T10:02:21.609" v="1043" actId="478"/>
          <ac:picMkLst>
            <pc:docMk/>
            <pc:sldMk cId="795776144" sldId="266"/>
            <ac:picMk id="9" creationId="{13A3A52A-D240-E34B-D7FF-686AA8F53CCA}"/>
          </ac:picMkLst>
        </pc:picChg>
        <pc:picChg chg="add mod modCrop">
          <ac:chgData name="lu jiaxuan" userId="9247156b4823de1e" providerId="LiveId" clId="{00C3B82C-5F12-4C51-9254-9F54200179C6}" dt="2023-09-29T10:12:23.624" v="1172" actId="1076"/>
          <ac:picMkLst>
            <pc:docMk/>
            <pc:sldMk cId="795776144" sldId="266"/>
            <ac:picMk id="17" creationId="{A3A8B6B3-2C29-BEA6-3605-C013CA684092}"/>
          </ac:picMkLst>
        </pc:picChg>
        <pc:picChg chg="add mod">
          <ac:chgData name="lu jiaxuan" userId="9247156b4823de1e" providerId="LiveId" clId="{00C3B82C-5F12-4C51-9254-9F54200179C6}" dt="2023-09-29T10:13:45.198" v="1222" actId="1035"/>
          <ac:picMkLst>
            <pc:docMk/>
            <pc:sldMk cId="795776144" sldId="266"/>
            <ac:picMk id="19" creationId="{C9F126E7-8807-510F-FA40-A8B210F40841}"/>
          </ac:picMkLst>
        </pc:picChg>
        <pc:picChg chg="del">
          <ac:chgData name="lu jiaxuan" userId="9247156b4823de1e" providerId="LiveId" clId="{00C3B82C-5F12-4C51-9254-9F54200179C6}" dt="2023-09-29T10:02:41.485" v="1046" actId="478"/>
          <ac:picMkLst>
            <pc:docMk/>
            <pc:sldMk cId="795776144" sldId="266"/>
            <ac:picMk id="29" creationId="{B574BEF9-4AA1-0FEC-3B9F-8D013B5F2A8E}"/>
          </ac:picMkLst>
        </pc:picChg>
        <pc:cxnChg chg="del">
          <ac:chgData name="lu jiaxuan" userId="9247156b4823de1e" providerId="LiveId" clId="{00C3B82C-5F12-4C51-9254-9F54200179C6}" dt="2023-09-29T10:02:41.485" v="1046" actId="478"/>
          <ac:cxnSpMkLst>
            <pc:docMk/>
            <pc:sldMk cId="795776144" sldId="266"/>
            <ac:cxnSpMk id="26" creationId="{FB777686-F36D-223F-90F5-0039FF4FB701}"/>
          </ac:cxnSpMkLst>
        </pc:cxnChg>
        <pc:cxnChg chg="del">
          <ac:chgData name="lu jiaxuan" userId="9247156b4823de1e" providerId="LiveId" clId="{00C3B82C-5F12-4C51-9254-9F54200179C6}" dt="2023-09-29T10:02:41.485" v="1046" actId="478"/>
          <ac:cxnSpMkLst>
            <pc:docMk/>
            <pc:sldMk cId="795776144" sldId="266"/>
            <ac:cxnSpMk id="27" creationId="{59B75F52-374C-FC45-0D71-B22727CD756A}"/>
          </ac:cxnSpMkLst>
        </pc:cxnChg>
        <pc:cxnChg chg="del">
          <ac:chgData name="lu jiaxuan" userId="9247156b4823de1e" providerId="LiveId" clId="{00C3B82C-5F12-4C51-9254-9F54200179C6}" dt="2023-09-29T10:02:41.485" v="1046" actId="478"/>
          <ac:cxnSpMkLst>
            <pc:docMk/>
            <pc:sldMk cId="795776144" sldId="266"/>
            <ac:cxnSpMk id="28" creationId="{7F0BE81F-9514-093B-31E8-4607E027A252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5BC1CD-FEDA-4825-B919-3DB9E6AD4B76}" type="doc">
      <dgm:prSet loTypeId="urn:microsoft.com/office/officeart/2005/8/layout/cycle4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2E37798-5238-4D95-B6A5-7C7C8273CFD9}">
      <dgm:prSet phldrT="[文本]" custT="1"/>
      <dgm:spPr/>
      <dgm:t>
        <a:bodyPr/>
        <a:lstStyle/>
        <a:p>
          <a:pPr>
            <a:buFont typeface="+mj-lt"/>
            <a:buAutoNum type="arabicPeriod" startAt="2"/>
          </a:pP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1.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自监督学习</a:t>
          </a:r>
        </a:p>
      </dgm:t>
    </dgm:pt>
    <dgm:pt modelId="{CEC3F8B9-66B8-4455-B782-58D4C8343B03}" type="sibTrans" cxnId="{84EBC880-5D12-4604-BEB0-BDAA791D4A8C}">
      <dgm:prSet/>
      <dgm:spPr/>
      <dgm:t>
        <a:bodyPr/>
        <a:lstStyle/>
        <a:p>
          <a:endParaRPr lang="zh-CN" altLang="en-US"/>
        </a:p>
      </dgm:t>
    </dgm:pt>
    <dgm:pt modelId="{11E4A94C-EF9F-41DB-A5F2-7C30B853908D}" type="parTrans" cxnId="{84EBC880-5D12-4604-BEB0-BDAA791D4A8C}">
      <dgm:prSet/>
      <dgm:spPr/>
      <dgm:t>
        <a:bodyPr/>
        <a:lstStyle/>
        <a:p>
          <a:endParaRPr lang="zh-CN" altLang="en-US"/>
        </a:p>
      </dgm:t>
    </dgm:pt>
    <dgm:pt modelId="{CDF6F06A-54BF-498C-B145-E2EDAA96BB91}">
      <dgm:prSet phldrT="[文本]" custT="1"/>
      <dgm:spPr/>
      <dgm:t>
        <a:bodyPr/>
        <a:lstStyle/>
        <a:p>
          <a:pPr>
            <a:buFont typeface="+mj-lt"/>
            <a:buAutoNum type="arabicPeriod" startAt="3"/>
          </a:pP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2.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视觉基础大模型</a:t>
          </a:r>
        </a:p>
      </dgm:t>
    </dgm:pt>
    <dgm:pt modelId="{A3E98B1D-9B5A-4720-A572-52E6CE8B7DF9}" type="sibTrans" cxnId="{A52A7928-02B3-4C1E-8CF3-1B4C810F48A4}">
      <dgm:prSet/>
      <dgm:spPr/>
      <dgm:t>
        <a:bodyPr/>
        <a:lstStyle/>
        <a:p>
          <a:endParaRPr lang="zh-CN" altLang="en-US"/>
        </a:p>
      </dgm:t>
    </dgm:pt>
    <dgm:pt modelId="{CC1AECB9-7BE1-4242-BEBD-CBD19B5CBA41}" type="parTrans" cxnId="{A52A7928-02B3-4C1E-8CF3-1B4C810F48A4}">
      <dgm:prSet/>
      <dgm:spPr/>
      <dgm:t>
        <a:bodyPr/>
        <a:lstStyle/>
        <a:p>
          <a:endParaRPr lang="zh-CN" altLang="en-US"/>
        </a:p>
      </dgm:t>
    </dgm:pt>
    <dgm:pt modelId="{8075B1CB-26AC-4697-8325-EA1E4633B8D9}">
      <dgm:prSet phldrT="[文本]" custT="1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buFont typeface="+mj-lt"/>
            <a:buAutoNum type="arabicPeriod" startAt="5"/>
          </a:pP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4.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下游任务迁移</a:t>
          </a:r>
        </a:p>
      </dgm:t>
    </dgm:pt>
    <dgm:pt modelId="{E6F5CB35-1CBF-4ABC-A009-A03F146412B8}" type="sibTrans" cxnId="{D9D10F63-BAF0-411D-80A7-79ED90EF210E}">
      <dgm:prSet/>
      <dgm:spPr/>
      <dgm:t>
        <a:bodyPr/>
        <a:lstStyle/>
        <a:p>
          <a:endParaRPr lang="zh-CN" altLang="en-US"/>
        </a:p>
      </dgm:t>
    </dgm:pt>
    <dgm:pt modelId="{962B9003-5AA3-4125-8579-2FEEA81CDF2F}" type="parTrans" cxnId="{D9D10F63-BAF0-411D-80A7-79ED90EF210E}">
      <dgm:prSet/>
      <dgm:spPr/>
      <dgm:t>
        <a:bodyPr/>
        <a:lstStyle/>
        <a:p>
          <a:endParaRPr lang="zh-CN" altLang="en-US"/>
        </a:p>
      </dgm:t>
    </dgm:pt>
    <dgm:pt modelId="{9143A61A-D1AA-45B7-A2CB-1E48275AC100}">
      <dgm:prSet phldrT="[文本]" custT="1"/>
      <dgm:spPr/>
      <dgm:t>
        <a:bodyPr/>
        <a:lstStyle/>
        <a:p>
          <a:pPr>
            <a:buFont typeface="+mj-lt"/>
            <a:buAutoNum type="arabicPeriod" startAt="4"/>
          </a:pP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3.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多模态视觉大模型</a:t>
          </a:r>
        </a:p>
      </dgm:t>
    </dgm:pt>
    <dgm:pt modelId="{78D2F9B6-DC5C-4038-A241-75A29EF96F74}" type="sibTrans" cxnId="{839E1489-CC84-4754-8869-95F9A2442A19}">
      <dgm:prSet/>
      <dgm:spPr/>
      <dgm:t>
        <a:bodyPr/>
        <a:lstStyle/>
        <a:p>
          <a:endParaRPr lang="zh-CN" altLang="en-US"/>
        </a:p>
      </dgm:t>
    </dgm:pt>
    <dgm:pt modelId="{05FE6AD4-2618-4331-BD97-04C509A210F5}" type="parTrans" cxnId="{839E1489-CC84-4754-8869-95F9A2442A19}">
      <dgm:prSet/>
      <dgm:spPr/>
      <dgm:t>
        <a:bodyPr/>
        <a:lstStyle/>
        <a:p>
          <a:endParaRPr lang="zh-CN" altLang="en-US"/>
        </a:p>
      </dgm:t>
    </dgm:pt>
    <dgm:pt modelId="{46F6BA74-26DB-426E-A946-13C4957A8B73}" type="pres">
      <dgm:prSet presAssocID="{9A5BC1CD-FEDA-4825-B919-3DB9E6AD4B76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A23EE378-AEB1-4D64-9374-6FE5AFB8AB48}" type="pres">
      <dgm:prSet presAssocID="{9A5BC1CD-FEDA-4825-B919-3DB9E6AD4B76}" presName="children" presStyleCnt="0"/>
      <dgm:spPr/>
    </dgm:pt>
    <dgm:pt modelId="{43042449-C35F-4003-A9DD-6C696CD05936}" type="pres">
      <dgm:prSet presAssocID="{9A5BC1CD-FEDA-4825-B919-3DB9E6AD4B76}" presName="childPlaceholder" presStyleCnt="0"/>
      <dgm:spPr/>
    </dgm:pt>
    <dgm:pt modelId="{BA4A7BD4-57A3-4838-ABD5-0FF1865EC0CF}" type="pres">
      <dgm:prSet presAssocID="{9A5BC1CD-FEDA-4825-B919-3DB9E6AD4B76}" presName="circle" presStyleCnt="0"/>
      <dgm:spPr/>
    </dgm:pt>
    <dgm:pt modelId="{0B3CC726-5278-4FB3-9AE3-67DB1FA576CE}" type="pres">
      <dgm:prSet presAssocID="{9A5BC1CD-FEDA-4825-B919-3DB9E6AD4B76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EFF077F9-D05A-492A-8703-595972130D12}" type="pres">
      <dgm:prSet presAssocID="{9A5BC1CD-FEDA-4825-B919-3DB9E6AD4B76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201019B1-5EA2-4A76-926E-E5F0D89434A5}" type="pres">
      <dgm:prSet presAssocID="{9A5BC1CD-FEDA-4825-B919-3DB9E6AD4B76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C3A8272F-A370-46A5-8BBB-3B8B139F0702}" type="pres">
      <dgm:prSet presAssocID="{9A5BC1CD-FEDA-4825-B919-3DB9E6AD4B76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224FA699-3E55-4E0C-970A-7287027F73BC}" type="pres">
      <dgm:prSet presAssocID="{9A5BC1CD-FEDA-4825-B919-3DB9E6AD4B76}" presName="quadrantPlaceholder" presStyleCnt="0"/>
      <dgm:spPr/>
    </dgm:pt>
    <dgm:pt modelId="{EEB3C94F-AC7F-4E54-A6B9-2E137101E812}" type="pres">
      <dgm:prSet presAssocID="{9A5BC1CD-FEDA-4825-B919-3DB9E6AD4B76}" presName="center1" presStyleLbl="fgShp" presStyleIdx="0" presStyleCnt="2"/>
      <dgm:spPr/>
    </dgm:pt>
    <dgm:pt modelId="{2AFD6177-6D87-4689-8FD6-FE6A916A7F63}" type="pres">
      <dgm:prSet presAssocID="{9A5BC1CD-FEDA-4825-B919-3DB9E6AD4B76}" presName="center2" presStyleLbl="fgShp" presStyleIdx="1" presStyleCnt="2"/>
      <dgm:spPr/>
    </dgm:pt>
  </dgm:ptLst>
  <dgm:cxnLst>
    <dgm:cxn modelId="{A52A7928-02B3-4C1E-8CF3-1B4C810F48A4}" srcId="{9A5BC1CD-FEDA-4825-B919-3DB9E6AD4B76}" destId="{CDF6F06A-54BF-498C-B145-E2EDAA96BB91}" srcOrd="1" destOrd="0" parTransId="{CC1AECB9-7BE1-4242-BEBD-CBD19B5CBA41}" sibTransId="{A3E98B1D-9B5A-4720-A572-52E6CE8B7DF9}"/>
    <dgm:cxn modelId="{C18FDE3A-15B2-4FCA-8F14-F0EDD2AE1F14}" type="presOf" srcId="{CDF6F06A-54BF-498C-B145-E2EDAA96BB91}" destId="{EFF077F9-D05A-492A-8703-595972130D12}" srcOrd="0" destOrd="0" presId="urn:microsoft.com/office/officeart/2005/8/layout/cycle4"/>
    <dgm:cxn modelId="{D9D10F63-BAF0-411D-80A7-79ED90EF210E}" srcId="{9A5BC1CD-FEDA-4825-B919-3DB9E6AD4B76}" destId="{8075B1CB-26AC-4697-8325-EA1E4633B8D9}" srcOrd="2" destOrd="0" parTransId="{962B9003-5AA3-4125-8579-2FEEA81CDF2F}" sibTransId="{E6F5CB35-1CBF-4ABC-A009-A03F146412B8}"/>
    <dgm:cxn modelId="{84EBC880-5D12-4604-BEB0-BDAA791D4A8C}" srcId="{9A5BC1CD-FEDA-4825-B919-3DB9E6AD4B76}" destId="{A2E37798-5238-4D95-B6A5-7C7C8273CFD9}" srcOrd="0" destOrd="0" parTransId="{11E4A94C-EF9F-41DB-A5F2-7C30B853908D}" sibTransId="{CEC3F8B9-66B8-4455-B782-58D4C8343B03}"/>
    <dgm:cxn modelId="{839E1489-CC84-4754-8869-95F9A2442A19}" srcId="{9A5BC1CD-FEDA-4825-B919-3DB9E6AD4B76}" destId="{9143A61A-D1AA-45B7-A2CB-1E48275AC100}" srcOrd="3" destOrd="0" parTransId="{05FE6AD4-2618-4331-BD97-04C509A210F5}" sibTransId="{78D2F9B6-DC5C-4038-A241-75A29EF96F74}"/>
    <dgm:cxn modelId="{BFD7938F-E462-41DB-B432-CB2C8626FD46}" type="presOf" srcId="{9143A61A-D1AA-45B7-A2CB-1E48275AC100}" destId="{C3A8272F-A370-46A5-8BBB-3B8B139F0702}" srcOrd="0" destOrd="0" presId="urn:microsoft.com/office/officeart/2005/8/layout/cycle4"/>
    <dgm:cxn modelId="{CE6E8B90-B731-4A25-B3CB-F279633121A2}" type="presOf" srcId="{8075B1CB-26AC-4697-8325-EA1E4633B8D9}" destId="{201019B1-5EA2-4A76-926E-E5F0D89434A5}" srcOrd="0" destOrd="0" presId="urn:microsoft.com/office/officeart/2005/8/layout/cycle4"/>
    <dgm:cxn modelId="{2951F6AB-5FD3-49EF-91C4-076C06012946}" type="presOf" srcId="{A2E37798-5238-4D95-B6A5-7C7C8273CFD9}" destId="{0B3CC726-5278-4FB3-9AE3-67DB1FA576CE}" srcOrd="0" destOrd="0" presId="urn:microsoft.com/office/officeart/2005/8/layout/cycle4"/>
    <dgm:cxn modelId="{2DC9A1F8-867F-40E0-9B24-8BA830D2A210}" type="presOf" srcId="{9A5BC1CD-FEDA-4825-B919-3DB9E6AD4B76}" destId="{46F6BA74-26DB-426E-A946-13C4957A8B73}" srcOrd="0" destOrd="0" presId="urn:microsoft.com/office/officeart/2005/8/layout/cycle4"/>
    <dgm:cxn modelId="{D8B97F3A-DEDB-40B2-A7B9-0F55D73EE9D2}" type="presParOf" srcId="{46F6BA74-26DB-426E-A946-13C4957A8B73}" destId="{A23EE378-AEB1-4D64-9374-6FE5AFB8AB48}" srcOrd="0" destOrd="0" presId="urn:microsoft.com/office/officeart/2005/8/layout/cycle4"/>
    <dgm:cxn modelId="{61E49F83-3DAE-4E98-B5F9-054E6ECB3869}" type="presParOf" srcId="{A23EE378-AEB1-4D64-9374-6FE5AFB8AB48}" destId="{43042449-C35F-4003-A9DD-6C696CD05936}" srcOrd="0" destOrd="0" presId="urn:microsoft.com/office/officeart/2005/8/layout/cycle4"/>
    <dgm:cxn modelId="{0E2F0F56-4AB4-4790-AFC0-06A39236086F}" type="presParOf" srcId="{46F6BA74-26DB-426E-A946-13C4957A8B73}" destId="{BA4A7BD4-57A3-4838-ABD5-0FF1865EC0CF}" srcOrd="1" destOrd="0" presId="urn:microsoft.com/office/officeart/2005/8/layout/cycle4"/>
    <dgm:cxn modelId="{52A5248A-453B-4827-B46F-669DB39C2C2E}" type="presParOf" srcId="{BA4A7BD4-57A3-4838-ABD5-0FF1865EC0CF}" destId="{0B3CC726-5278-4FB3-9AE3-67DB1FA576CE}" srcOrd="0" destOrd="0" presId="urn:microsoft.com/office/officeart/2005/8/layout/cycle4"/>
    <dgm:cxn modelId="{079440D0-9DF7-4124-AF58-5F5D2022C298}" type="presParOf" srcId="{BA4A7BD4-57A3-4838-ABD5-0FF1865EC0CF}" destId="{EFF077F9-D05A-492A-8703-595972130D12}" srcOrd="1" destOrd="0" presId="urn:microsoft.com/office/officeart/2005/8/layout/cycle4"/>
    <dgm:cxn modelId="{976269CE-7475-415B-A33F-FF835B3DC604}" type="presParOf" srcId="{BA4A7BD4-57A3-4838-ABD5-0FF1865EC0CF}" destId="{201019B1-5EA2-4A76-926E-E5F0D89434A5}" srcOrd="2" destOrd="0" presId="urn:microsoft.com/office/officeart/2005/8/layout/cycle4"/>
    <dgm:cxn modelId="{2E416F4C-C66D-4988-BB38-523AC2CEC6E2}" type="presParOf" srcId="{BA4A7BD4-57A3-4838-ABD5-0FF1865EC0CF}" destId="{C3A8272F-A370-46A5-8BBB-3B8B139F0702}" srcOrd="3" destOrd="0" presId="urn:microsoft.com/office/officeart/2005/8/layout/cycle4"/>
    <dgm:cxn modelId="{03A02D36-E9E8-4B7D-8435-2DF967163028}" type="presParOf" srcId="{BA4A7BD4-57A3-4838-ABD5-0FF1865EC0CF}" destId="{224FA699-3E55-4E0C-970A-7287027F73BC}" srcOrd="4" destOrd="0" presId="urn:microsoft.com/office/officeart/2005/8/layout/cycle4"/>
    <dgm:cxn modelId="{75379035-A447-427B-BA19-C21F53963700}" type="presParOf" srcId="{46F6BA74-26DB-426E-A946-13C4957A8B73}" destId="{EEB3C94F-AC7F-4E54-A6B9-2E137101E812}" srcOrd="2" destOrd="0" presId="urn:microsoft.com/office/officeart/2005/8/layout/cycle4"/>
    <dgm:cxn modelId="{AF3D0C61-F6C7-4C72-9E9A-8AC5F96C03FA}" type="presParOf" srcId="{46F6BA74-26DB-426E-A946-13C4957A8B73}" destId="{2AFD6177-6D87-4689-8FD6-FE6A916A7F63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BA5DB9-27AB-4DAE-912C-BD71189703D5}" type="doc">
      <dgm:prSet loTypeId="urn:microsoft.com/office/officeart/2005/8/layout/defaul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F3BBC41A-E589-42AC-A6B1-608765498D7E}">
      <dgm:prSet phldrT="[文本]" custT="1"/>
      <dgm:spPr/>
      <dgm:t>
        <a:bodyPr/>
        <a:lstStyle/>
        <a:p>
          <a:r>
            <a:rPr lang="zh-CN" altLang="en-US" sz="3600" dirty="0"/>
            <a:t>纯语言</a:t>
          </a:r>
        </a:p>
      </dgm:t>
    </dgm:pt>
    <dgm:pt modelId="{BC9BFBDA-66BF-4C90-AE65-820BA0971427}" type="parTrans" cxnId="{5D3CE9B1-9684-4F5A-A3D0-8F40A06BE0F3}">
      <dgm:prSet/>
      <dgm:spPr/>
      <dgm:t>
        <a:bodyPr/>
        <a:lstStyle/>
        <a:p>
          <a:endParaRPr lang="zh-CN" altLang="en-US" sz="1400"/>
        </a:p>
      </dgm:t>
    </dgm:pt>
    <dgm:pt modelId="{1266FBDD-691E-42D5-B4E5-F8998E4B6E78}" type="sibTrans" cxnId="{5D3CE9B1-9684-4F5A-A3D0-8F40A06BE0F3}">
      <dgm:prSet/>
      <dgm:spPr/>
      <dgm:t>
        <a:bodyPr/>
        <a:lstStyle/>
        <a:p>
          <a:endParaRPr lang="zh-CN" altLang="en-US" sz="1400"/>
        </a:p>
      </dgm:t>
    </dgm:pt>
    <dgm:pt modelId="{8788AD99-9D94-4124-B034-DA975F0C1A9F}">
      <dgm:prSet phldrT="[文本]" custT="1"/>
      <dgm:spPr/>
      <dgm:t>
        <a:bodyPr/>
        <a:lstStyle/>
        <a:p>
          <a:r>
            <a:rPr lang="zh-CN" altLang="en-US" sz="3600" dirty="0"/>
            <a:t>纯视觉</a:t>
          </a:r>
        </a:p>
      </dgm:t>
    </dgm:pt>
    <dgm:pt modelId="{E868F385-79F4-45DC-83D7-1F4878D41612}" type="parTrans" cxnId="{12B62F4C-026F-4EB0-A0EB-2AD4B7E8C351}">
      <dgm:prSet/>
      <dgm:spPr/>
      <dgm:t>
        <a:bodyPr/>
        <a:lstStyle/>
        <a:p>
          <a:endParaRPr lang="zh-CN" altLang="en-US" sz="1400"/>
        </a:p>
      </dgm:t>
    </dgm:pt>
    <dgm:pt modelId="{D79E446C-0936-41B6-BF76-62038F7C4054}" type="sibTrans" cxnId="{12B62F4C-026F-4EB0-A0EB-2AD4B7E8C351}">
      <dgm:prSet/>
      <dgm:spPr/>
      <dgm:t>
        <a:bodyPr/>
        <a:lstStyle/>
        <a:p>
          <a:endParaRPr lang="zh-CN" altLang="en-US" sz="1400"/>
        </a:p>
      </dgm:t>
    </dgm:pt>
    <dgm:pt modelId="{7B8AF9A5-3F0C-4FFD-8CCA-26BD4E26F0A7}">
      <dgm:prSet phldrT="[文本]" custT="1"/>
      <dgm:spPr/>
      <dgm:t>
        <a:bodyPr/>
        <a:lstStyle/>
        <a:p>
          <a:r>
            <a:rPr lang="zh-CN" altLang="en-US" sz="3600" dirty="0"/>
            <a:t>多模态</a:t>
          </a:r>
        </a:p>
      </dgm:t>
    </dgm:pt>
    <dgm:pt modelId="{162C7906-EE44-4627-A8D1-BB1E80ABE62D}" type="parTrans" cxnId="{1E5D59A4-B5A2-474D-B267-33066A4C61F1}">
      <dgm:prSet/>
      <dgm:spPr/>
      <dgm:t>
        <a:bodyPr/>
        <a:lstStyle/>
        <a:p>
          <a:endParaRPr lang="zh-CN" altLang="en-US" sz="1400"/>
        </a:p>
      </dgm:t>
    </dgm:pt>
    <dgm:pt modelId="{098EFD50-5B56-4295-88EC-35979E644953}" type="sibTrans" cxnId="{1E5D59A4-B5A2-474D-B267-33066A4C61F1}">
      <dgm:prSet/>
      <dgm:spPr/>
      <dgm:t>
        <a:bodyPr/>
        <a:lstStyle/>
        <a:p>
          <a:endParaRPr lang="zh-CN" altLang="en-US" sz="1400"/>
        </a:p>
      </dgm:t>
    </dgm:pt>
    <dgm:pt modelId="{DD4EBC23-FE06-437C-96EC-FD5ACC166E0E}" type="pres">
      <dgm:prSet presAssocID="{2CBA5DB9-27AB-4DAE-912C-BD71189703D5}" presName="diagram" presStyleCnt="0">
        <dgm:presLayoutVars>
          <dgm:dir/>
          <dgm:resizeHandles val="exact"/>
        </dgm:presLayoutVars>
      </dgm:prSet>
      <dgm:spPr/>
    </dgm:pt>
    <dgm:pt modelId="{01EA4FA1-956B-49BF-A793-20C0EC2E801B}" type="pres">
      <dgm:prSet presAssocID="{F3BBC41A-E589-42AC-A6B1-608765498D7E}" presName="node" presStyleLbl="node1" presStyleIdx="0" presStyleCnt="3" custLinFactNeighborX="-26535" custLinFactNeighborY="-1389">
        <dgm:presLayoutVars>
          <dgm:bulletEnabled val="1"/>
        </dgm:presLayoutVars>
      </dgm:prSet>
      <dgm:spPr/>
    </dgm:pt>
    <dgm:pt modelId="{9CA8F28D-7CD5-4260-AC0E-7E8685313014}" type="pres">
      <dgm:prSet presAssocID="{1266FBDD-691E-42D5-B4E5-F8998E4B6E78}" presName="sibTrans" presStyleCnt="0"/>
      <dgm:spPr/>
    </dgm:pt>
    <dgm:pt modelId="{DF5580BB-D5D3-438A-B37E-A299F80DC625}" type="pres">
      <dgm:prSet presAssocID="{8788AD99-9D94-4124-B034-DA975F0C1A9F}" presName="node" presStyleLbl="node1" presStyleIdx="1" presStyleCnt="3" custLinFactNeighborX="2168">
        <dgm:presLayoutVars>
          <dgm:bulletEnabled val="1"/>
        </dgm:presLayoutVars>
      </dgm:prSet>
      <dgm:spPr/>
    </dgm:pt>
    <dgm:pt modelId="{874EC07D-3D47-4532-A6FF-B76A6CD45652}" type="pres">
      <dgm:prSet presAssocID="{D79E446C-0936-41B6-BF76-62038F7C4054}" presName="sibTrans" presStyleCnt="0"/>
      <dgm:spPr/>
    </dgm:pt>
    <dgm:pt modelId="{5A8C5115-E832-4EEE-823C-27A2CD9A180C}" type="pres">
      <dgm:prSet presAssocID="{7B8AF9A5-3F0C-4FFD-8CCA-26BD4E26F0A7}" presName="node" presStyleLbl="node1" presStyleIdx="2" presStyleCnt="3" custLinFactNeighborX="42240" custLinFactNeighborY="-1389">
        <dgm:presLayoutVars>
          <dgm:bulletEnabled val="1"/>
        </dgm:presLayoutVars>
      </dgm:prSet>
      <dgm:spPr/>
    </dgm:pt>
  </dgm:ptLst>
  <dgm:cxnLst>
    <dgm:cxn modelId="{42333709-C701-4451-9AD3-1050F5BC447E}" type="presOf" srcId="{8788AD99-9D94-4124-B034-DA975F0C1A9F}" destId="{DF5580BB-D5D3-438A-B37E-A299F80DC625}" srcOrd="0" destOrd="0" presId="urn:microsoft.com/office/officeart/2005/8/layout/default"/>
    <dgm:cxn modelId="{A4D3CE1A-C0C3-4A5E-8AFA-66FCAB43584A}" type="presOf" srcId="{7B8AF9A5-3F0C-4FFD-8CCA-26BD4E26F0A7}" destId="{5A8C5115-E832-4EEE-823C-27A2CD9A180C}" srcOrd="0" destOrd="0" presId="urn:microsoft.com/office/officeart/2005/8/layout/default"/>
    <dgm:cxn modelId="{3D11DA40-DEB3-48A0-9309-EA7A4D7481C3}" type="presOf" srcId="{F3BBC41A-E589-42AC-A6B1-608765498D7E}" destId="{01EA4FA1-956B-49BF-A793-20C0EC2E801B}" srcOrd="0" destOrd="0" presId="urn:microsoft.com/office/officeart/2005/8/layout/default"/>
    <dgm:cxn modelId="{12B62F4C-026F-4EB0-A0EB-2AD4B7E8C351}" srcId="{2CBA5DB9-27AB-4DAE-912C-BD71189703D5}" destId="{8788AD99-9D94-4124-B034-DA975F0C1A9F}" srcOrd="1" destOrd="0" parTransId="{E868F385-79F4-45DC-83D7-1F4878D41612}" sibTransId="{D79E446C-0936-41B6-BF76-62038F7C4054}"/>
    <dgm:cxn modelId="{1E5D59A4-B5A2-474D-B267-33066A4C61F1}" srcId="{2CBA5DB9-27AB-4DAE-912C-BD71189703D5}" destId="{7B8AF9A5-3F0C-4FFD-8CCA-26BD4E26F0A7}" srcOrd="2" destOrd="0" parTransId="{162C7906-EE44-4627-A8D1-BB1E80ABE62D}" sibTransId="{098EFD50-5B56-4295-88EC-35979E644953}"/>
    <dgm:cxn modelId="{5D3CE9B1-9684-4F5A-A3D0-8F40A06BE0F3}" srcId="{2CBA5DB9-27AB-4DAE-912C-BD71189703D5}" destId="{F3BBC41A-E589-42AC-A6B1-608765498D7E}" srcOrd="0" destOrd="0" parTransId="{BC9BFBDA-66BF-4C90-AE65-820BA0971427}" sibTransId="{1266FBDD-691E-42D5-B4E5-F8998E4B6E78}"/>
    <dgm:cxn modelId="{D85FF1FD-9EEE-4313-BB23-5DA024140A6C}" type="presOf" srcId="{2CBA5DB9-27AB-4DAE-912C-BD71189703D5}" destId="{DD4EBC23-FE06-437C-96EC-FD5ACC166E0E}" srcOrd="0" destOrd="0" presId="urn:microsoft.com/office/officeart/2005/8/layout/default"/>
    <dgm:cxn modelId="{E654F6F2-1758-441B-800F-D089DFFFFA8C}" type="presParOf" srcId="{DD4EBC23-FE06-437C-96EC-FD5ACC166E0E}" destId="{01EA4FA1-956B-49BF-A793-20C0EC2E801B}" srcOrd="0" destOrd="0" presId="urn:microsoft.com/office/officeart/2005/8/layout/default"/>
    <dgm:cxn modelId="{33DC8AED-7083-4A95-990F-990E79D2AF8B}" type="presParOf" srcId="{DD4EBC23-FE06-437C-96EC-FD5ACC166E0E}" destId="{9CA8F28D-7CD5-4260-AC0E-7E8685313014}" srcOrd="1" destOrd="0" presId="urn:microsoft.com/office/officeart/2005/8/layout/default"/>
    <dgm:cxn modelId="{C758E4E1-D2A2-4080-BB9B-5A7219645D07}" type="presParOf" srcId="{DD4EBC23-FE06-437C-96EC-FD5ACC166E0E}" destId="{DF5580BB-D5D3-438A-B37E-A299F80DC625}" srcOrd="2" destOrd="0" presId="urn:microsoft.com/office/officeart/2005/8/layout/default"/>
    <dgm:cxn modelId="{6F723439-C971-4BB3-9892-6F53CAB98914}" type="presParOf" srcId="{DD4EBC23-FE06-437C-96EC-FD5ACC166E0E}" destId="{874EC07D-3D47-4532-A6FF-B76A6CD45652}" srcOrd="3" destOrd="0" presId="urn:microsoft.com/office/officeart/2005/8/layout/default"/>
    <dgm:cxn modelId="{33D5145C-355A-4CCF-BB6E-09AA5AB8545C}" type="presParOf" srcId="{DD4EBC23-FE06-437C-96EC-FD5ACC166E0E}" destId="{5A8C5115-E832-4EEE-823C-27A2CD9A180C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3CC726-5278-4FB3-9AE3-67DB1FA576CE}">
      <dsp:nvSpPr>
        <dsp:cNvPr id="0" name=""/>
        <dsp:cNvSpPr/>
      </dsp:nvSpPr>
      <dsp:spPr>
        <a:xfrm>
          <a:off x="1663530" y="308864"/>
          <a:ext cx="2346282" cy="2346282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1.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自监督学习</a:t>
          </a:r>
        </a:p>
      </dsp:txBody>
      <dsp:txXfrm>
        <a:off x="2350740" y="996074"/>
        <a:ext cx="1659072" cy="1659072"/>
      </dsp:txXfrm>
    </dsp:sp>
    <dsp:sp modelId="{EFF077F9-D05A-492A-8703-595972130D12}">
      <dsp:nvSpPr>
        <dsp:cNvPr id="0" name=""/>
        <dsp:cNvSpPr/>
      </dsp:nvSpPr>
      <dsp:spPr>
        <a:xfrm rot="5400000">
          <a:off x="4118186" y="308864"/>
          <a:ext cx="2346282" cy="2346282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2.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视觉基础大模型</a:t>
          </a:r>
        </a:p>
      </dsp:txBody>
      <dsp:txXfrm rot="-5400000">
        <a:off x="4118186" y="996074"/>
        <a:ext cx="1659072" cy="1659072"/>
      </dsp:txXfrm>
    </dsp:sp>
    <dsp:sp modelId="{201019B1-5EA2-4A76-926E-E5F0D89434A5}">
      <dsp:nvSpPr>
        <dsp:cNvPr id="0" name=""/>
        <dsp:cNvSpPr/>
      </dsp:nvSpPr>
      <dsp:spPr>
        <a:xfrm rot="10800000">
          <a:off x="4118186" y="2763520"/>
          <a:ext cx="2346282" cy="2346282"/>
        </a:xfrm>
        <a:prstGeom prst="pieWedge">
          <a:avLst/>
        </a:prstGeom>
        <a:solidFill>
          <a:schemeClr val="accent6">
            <a:lumMod val="75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4.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下游任务迁移</a:t>
          </a:r>
        </a:p>
      </dsp:txBody>
      <dsp:txXfrm rot="10800000">
        <a:off x="4118186" y="2763520"/>
        <a:ext cx="1659072" cy="1659072"/>
      </dsp:txXfrm>
    </dsp:sp>
    <dsp:sp modelId="{C3A8272F-A370-46A5-8BBB-3B8B139F0702}">
      <dsp:nvSpPr>
        <dsp:cNvPr id="0" name=""/>
        <dsp:cNvSpPr/>
      </dsp:nvSpPr>
      <dsp:spPr>
        <a:xfrm rot="16200000">
          <a:off x="1663530" y="2763520"/>
          <a:ext cx="2346282" cy="2346282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3.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多模态视觉大模型</a:t>
          </a:r>
        </a:p>
      </dsp:txBody>
      <dsp:txXfrm rot="5400000">
        <a:off x="2350740" y="2763520"/>
        <a:ext cx="1659072" cy="1659072"/>
      </dsp:txXfrm>
    </dsp:sp>
    <dsp:sp modelId="{EEB3C94F-AC7F-4E54-A6B9-2E137101E812}">
      <dsp:nvSpPr>
        <dsp:cNvPr id="0" name=""/>
        <dsp:cNvSpPr/>
      </dsp:nvSpPr>
      <dsp:spPr>
        <a:xfrm>
          <a:off x="3658954" y="2221653"/>
          <a:ext cx="810090" cy="704426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AFD6177-6D87-4689-8FD6-FE6A916A7F63}">
      <dsp:nvSpPr>
        <dsp:cNvPr id="0" name=""/>
        <dsp:cNvSpPr/>
      </dsp:nvSpPr>
      <dsp:spPr>
        <a:xfrm rot="10800000">
          <a:off x="3658954" y="2492586"/>
          <a:ext cx="810090" cy="704426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EA4FA1-956B-49BF-A793-20C0EC2E801B}">
      <dsp:nvSpPr>
        <dsp:cNvPr id="0" name=""/>
        <dsp:cNvSpPr/>
      </dsp:nvSpPr>
      <dsp:spPr>
        <a:xfrm>
          <a:off x="95556" y="0"/>
          <a:ext cx="1963417" cy="11780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/>
            <a:t>纯语言</a:t>
          </a:r>
        </a:p>
      </dsp:txBody>
      <dsp:txXfrm>
        <a:off x="95556" y="0"/>
        <a:ext cx="1963417" cy="1178050"/>
      </dsp:txXfrm>
    </dsp:sp>
    <dsp:sp modelId="{DF5580BB-D5D3-438A-B37E-A299F80DC625}">
      <dsp:nvSpPr>
        <dsp:cNvPr id="0" name=""/>
        <dsp:cNvSpPr/>
      </dsp:nvSpPr>
      <dsp:spPr>
        <a:xfrm>
          <a:off x="2818876" y="1081"/>
          <a:ext cx="1963417" cy="1178050"/>
        </a:xfrm>
        <a:prstGeom prst="rect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/>
            <a:t>纯视觉</a:t>
          </a:r>
        </a:p>
      </dsp:txBody>
      <dsp:txXfrm>
        <a:off x="2818876" y="1081"/>
        <a:ext cx="1963417" cy="1178050"/>
      </dsp:txXfrm>
    </dsp:sp>
    <dsp:sp modelId="{5A8C5115-E832-4EEE-823C-27A2CD9A180C}">
      <dsp:nvSpPr>
        <dsp:cNvPr id="0" name=""/>
        <dsp:cNvSpPr/>
      </dsp:nvSpPr>
      <dsp:spPr>
        <a:xfrm>
          <a:off x="5552619" y="0"/>
          <a:ext cx="1963417" cy="1178050"/>
        </a:xfrm>
        <a:prstGeom prst="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/>
            <a:t>多模态</a:t>
          </a:r>
        </a:p>
      </dsp:txBody>
      <dsp:txXfrm>
        <a:off x="5552619" y="0"/>
        <a:ext cx="1963417" cy="1178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18T10:30:20.8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4373 15633 176 0,'0'0'48'15,"0"0"-25"-15,0 0 13 16,0 0-8-16,0 0 14 15,0 0 8-15,0 0-5 16,0 0 12-16,0 0-4 16,0 0-5-16,0 0-1 15,-2 0-7-15,2 0-9 16,0 0-19-16,0 4-2 16,-2-4 9-16,2 0 7 15,-2 0 35-15,0 0 20 0,-1 1 14 16,1-1-19-1,-3 5-12-15,-2 7-7 0,-3 6-15 16,-6 8-29-16,1 10-3 16,-2 0 4-16,2-1-6 15,1 7-3 1,1 2-3-16,1-5-2 0,-7-2 3 16,5-1 0-16,4-6-1 15,3-10-1-15,7-8-1 16,0-8-6-16,0 0-6 15,0-2-8-15,17-2 7 16,8 0 13-16,6 0 5 0,0 0 7 16,1 0-7-1,-3 0-3-15,-3 0-2 0,-3 0 0 16,-3 0-26 0,0 0-54-16,0 3 13 0,3-2-59 15,-6 3-70-15,-8-1-148 16</inkml:trace>
  <inkml:trace contextRef="#ctx0" brushRef="#br0" timeOffset="499.66">4803 15668 861 0,'0'0'156'0,"0"0"-123"16,0 0 10-16,0 0-39 0,0 0-3 16,0 0 4-16,0 0-1 15,-13 136 2-15,2-98-5 16,-2-7-1-16,1 1 3 15,3-10 2-15,3-3-1 16,6-7 3-16,0-2-5 16,0-2-2-16,22 2-8 15,12-6 8-15,10-4 1 16,5 0 9-16,0 0-3 16,-4 0-7-16,-10 0-14 15,-6 0-47-15,-12 0-60 0,-7 8-81 16,-10-2-176-1</inkml:trace>
  <inkml:trace contextRef="#ctx0" brushRef="#br0" timeOffset="865.62">5354 15709 595 0,'0'0'273'16,"0"0"-271"-16,0 0 64 15,-63 116-39-15,32-58-27 16,-2-1-2-16,4-7-63 16,8-6-31-16,11-20-88 15,7-8-156-15</inkml:trace>
  <inkml:trace contextRef="#ctx0" brushRef="#br0" timeOffset="1091.56">5407 15665 706 0,'0'0'339'15,"0"0"-336"-15,0 0 49 16,0 0-9-16,0 0-39 15,0 0 1-15,3 106 28 16,1-48-15-16,0-10-18 16,3-6-6-16,3-7-64 15,7-17-42-15,-1-10-106 16,-3-8-5-16,0 0-242 0</inkml:trace>
  <inkml:trace contextRef="#ctx0" brushRef="#br0" timeOffset="1332.99">5705 15579 639 0,'0'0'477'16,"0"0"-468"-16,0 0 54 15,0 0-29-15,0 0-27 0,0 0 0 16,-8 19-5-1,-13 20 14-15,-10 15-7 0,-7 9-9 16,-6-2-4-16,1 3-53 16,10-3 0-16,10-8-15 15,15-16-82-15,8-19-64 16,4-18-4-16</inkml:trace>
  <inkml:trace contextRef="#ctx0" brushRef="#br0" timeOffset="1618.63">5697 15641 971 0,'0'0'50'15,"0"0"-36"-15,0 0 39 16,0 0-13-16,0 0 25 15,51 125-5-15,-33-66-24 16,0-1-14-16,1 1-6 16,2-5-12-16,-1-7-4 15,-1-14-9-15,0-7-46 16,-1-8-75-16,-10-14-255 16</inkml:trace>
  <inkml:trace contextRef="#ctx0" brushRef="#br0" timeOffset="17953.53">27931 15462 820 0,'0'0'166'0,"0"0"-165"16,0 0 63-16,0 0 8 15,0 0-57-15,0 0-14 16,0 0 6-16,17-16-6 16,-7 24 20-16,-2 15-5 15,-4 7 32-15,-4 11 1 16,0 9-17-16,0 3-5 16,0-9-15-16,0-4-5 0,3-9-5 15,1-8 2-15,6-10-4 16,2-4 0-16,2-5-1 15,-1-4 1-15,0 0 2 16,-3 0 2-16,-1 0 0 16,1 0-1-16,4-9 0 15,3-8 4-15,4-11-1 16,1-2-5-16,3-6 2 16,4-14-1-16,2-2-2 15,1-3-10-15,-3 0 2 16,-6 2-10-16,-4 9 2 15,-7 14 5-15,-4 8 9 16,-8 12-1-16,0 6-24 16,0 4 14-16,0 0-17 15,0 0-80-15,-5 4-39 0,2 9-116 16,3-2-33-16</inkml:trace>
  <inkml:trace contextRef="#ctx0" brushRef="#br0" timeOffset="18459.09">28588 15262 646 0,'0'0'138'0,"0"0"-105"16,0 0 106-16,0 0-50 16,0 0-51-16,0 0 6 15,0 0 42-15,-27 156-40 16,-2-84-19-16,-2-1-13 15,7-9-1-15,3-8-9 16,5-15 4-16,8-6-3 16,6-11-5-16,2-8-7 15,2-1-12-15,27-7 19 0,14-6 13 16,9 0-8-16,11 0 3 16,-3-5-8-1,-2-1 0-15,-11-2-1 0,-13 4 0 16,-11 2 0-16,-9 0 0 15,-9 0 1-15,-3 2 0 16,2-4-16-16,4-1-32 16,4-2-8-16,4 2-13 15,2 0-93-15,-2 1-142 16,-7 4-363-16</inkml:trace>
  <inkml:trace contextRef="#ctx0" brushRef="#br0" timeOffset="18771.45">29277 15440 515 0,'0'0'24'0,"0"0"-23"15,0 0 48-15,0 0-27 16,0 0-6-16,0 0 42 16,40-38 59-16,-49 59 37 0,-16 4-51 15,-8 11-27-15,-8 3-29 16,1 0-12-16,0 4-13 16,5-5-16-16,6-4 8 15,2-7-14-15,11-4-28 16,9-7-41-16,7-3-95 15,0-13-89-15,9 0-136 16</inkml:trace>
  <inkml:trace contextRef="#ctx0" brushRef="#br0" timeOffset="19004.12">29312 15464 967 0,'0'0'90'15,"0"0"-54"-15,0 0 75 16,0 0-68-16,0 0-33 16,0 0 11-16,9 66 26 15,-9-22-29-15,0 3 2 16,0-3-20-16,0-4 0 16,0-8-12-16,0-7-37 15,6-4-56-15,6-6-54 16,1-15-155-16,1 0-166 15</inkml:trace>
  <inkml:trace contextRef="#ctx0" brushRef="#br0" timeOffset="19258.88">29633 15320 977 0,'0'0'174'15,"0"0"-154"-15,0 0 78 16,0 0-73-16,0 0-25 16,0 0-3-16,-44 42 3 15,1 2 8-15,-12 8-4 16,-6 2-4-16,1-4-3 16,9-1-30-16,17-9-50 15,18-14-60-15,16-8-114 0,0-18-98 16</inkml:trace>
  <inkml:trace contextRef="#ctx0" brushRef="#br0" timeOffset="19520.87">29633 15199 575 0,'0'0'367'15,"0"0"-323"-15,0 0 28 16,0 0 18-16,0 0-30 16,0 0 13-16,24 161-21 0,-24-88-15 15,0 1-8 1,0-1-10-16,0-6-8 0,7-10-5 16,5-12-4-16,1-5-2 15,3-14-18-15,-1-4-27 16,1-7-64-16,-1-12-206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542D5-1BA5-4FAC-905B-345980C026F8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2A46F-5F01-40FC-89D0-FE6881FB40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590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420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662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955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886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926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768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998E5-F577-D596-F58E-21E5A5CD9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38CADDA-82E7-B439-C354-5A78D3CCF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02CA8D-2254-71AA-E017-B1643D613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2A7897-E56F-A835-B7D6-6098B385C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BF078B-CE9E-553F-8BDE-E4B244A7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439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5B61E6-98CB-3B62-68B4-9C47F91A6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018891-D286-0E41-C9AE-D80D84A00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635D3A-B902-8EA0-0B56-D7BA61D0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303097-65E0-3FC0-2E28-AF771446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119E57-A449-F800-0277-B74BBA1B6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733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EF095-7AB8-46D3-F6A0-A0F711E8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C0E9BD-A02D-22A6-7480-2835CE362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983E82-9EF5-A986-410B-CAB8EA30E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B1A54A-2884-B0BD-F7AB-045ADB132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9089E4-FF25-25AB-654A-7AC3A1DE6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499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CC5FA-D8E5-D719-CF4E-C7FBDE795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B01EEE-D3E7-0304-D7EB-680E92392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4AE224-782C-8577-3349-DF0D5020A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A2159C-534D-85EB-CF4A-DD677ECCB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FAA044-3B6E-20B0-2E86-C43404A94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368D34-3E70-7648-406A-24E33819C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778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9DBC71-DA5A-C36A-2915-66F4B0C3A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61B654-DE73-B4A6-F1E5-AB00CFD53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00AD33-2376-BD78-10A4-E00D8601C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8EAFA2-FD59-D97E-116D-36F8267C4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49AA84-46CA-D5F5-708F-CAB42497E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CBAB53-0AE0-36B2-7DBA-EA01A0AD8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2E5403-2884-4E69-0F99-42D80375E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548F809-059A-91FF-16CF-0020E953C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39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EDAC2A-E374-49FD-491B-87CC04C4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221824-8063-A33D-4245-5078C8C2D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3A38A8-B30C-2DAF-463C-23BC5A6B5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20C740-E76A-A745-EBD1-B6F33817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30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60DC9B-EB85-6359-6B62-426CC5979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5BA4911-6C00-A2B7-3DC8-3006B0CC1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ED6D34-61D8-C303-61E2-7D3699EB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582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62A4AB-DD7F-EAA8-2D68-A897A2692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462E19-D802-2E13-4F2E-E65DBD5B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ADD4B6-7BD3-228E-97A4-08C154881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AD2555-16E3-D6D5-438D-FEADB72E6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78FCD8-1241-BCD8-4AC8-FF55FA395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80C8E8-EAFA-A735-20FB-D7FCC94F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267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0F8C1E-E404-63A0-ECE1-F1CB44E2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C02360-8051-5F63-4990-62F5BCB1D3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B0B40B-1A10-DD1F-E843-5B57BADC8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04EA77-AB59-74D0-8900-DF50CD10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3C7338-FB58-FE63-BC28-D256A65EE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5F1C1D-7FFD-5E21-26BA-16E58B17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850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D875F-8874-525F-ED48-091E06832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AFBA7C-A078-E268-AE2A-2DF4BC4D3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02DE7C-B504-AFEF-A5BB-0CBA50D07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B5F3C5-7508-BAEF-FA58-6ECF0153E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513B96-663D-FEC6-1A73-7EC3875CB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81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7D0BCBF-EDE1-20E0-B8F1-44E7AA0238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D9DEB2-7197-8234-841F-C01A1CABE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407976-5A8E-9EC8-EC71-4A7E22B73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EB201B-9E9D-4168-98A4-0092DDDA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FA8C62-B278-B802-9488-A7C2900DC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091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7A80A-F37F-0756-7035-47CA896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5270B1-53FA-DDD6-51BE-884C3EADD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C25BA5-D1C2-BE55-2213-01C3292FE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558B78-8395-55FC-4738-612552475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DA4E5E-2589-D4E1-D9B1-AB6EAEA56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245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10" Type="http://schemas.openxmlformats.org/officeDocument/2006/relationships/image" Target="../media/image4.png"/><Relationship Id="rId4" Type="http://schemas.openxmlformats.org/officeDocument/2006/relationships/diagramData" Target="../diagrams/data2.xml"/><Relationship Id="rId9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6C9C4-488A-8181-21F2-FA07637068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视觉基础大模型技术概述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AADCCD-862D-C942-5155-3413807115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智魔老师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135DAC-A9EE-F62D-1699-30874E0543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4427" y="4726870"/>
            <a:ext cx="1450093" cy="145009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112A344-8217-88CF-D1BA-B6F853AC27C8}"/>
              </a:ext>
            </a:extLst>
          </p:cNvPr>
          <p:cNvSpPr txBox="1"/>
          <p:nvPr/>
        </p:nvSpPr>
        <p:spPr>
          <a:xfrm>
            <a:off x="10387296" y="6104374"/>
            <a:ext cx="2722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THU</a:t>
            </a: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智能魔术师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DB02FBF-979E-15D1-9A4B-AA6C6A27A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5321" y="4770219"/>
            <a:ext cx="1406744" cy="1406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1E0B91C-EC95-F5DA-1CB4-C7975AE447DA}"/>
              </a:ext>
            </a:extLst>
          </p:cNvPr>
          <p:cNvSpPr txBox="1"/>
          <p:nvPr/>
        </p:nvSpPr>
        <p:spPr>
          <a:xfrm>
            <a:off x="9208221" y="6086634"/>
            <a:ext cx="2722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手写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705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848BA95D-DA48-CBFC-966D-3ABAD727F6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6413783"/>
              </p:ext>
            </p:extLst>
          </p:nvPr>
        </p:nvGraphicFramePr>
        <p:xfrm>
          <a:off x="1955800" y="123401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E4B2EDB-837C-EDED-C200-68BB28031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课程规划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 descr="  1. 自监督学习概述&#10;  2. 基于前置任务的自监督学习&#10;  3. 基于对比学习的自监督学习&#10;  4. SimCLR模型&#10;  5. MoCo模型&#10;  6. 基于掩码重建的自监督学习&#10;  7. BEiT模型">
            <a:extLst>
              <a:ext uri="{FF2B5EF4-FFF2-40B4-BE49-F238E27FC236}">
                <a16:creationId xmlns:a16="http://schemas.microsoft.com/office/drawing/2014/main" id="{C6118969-6B66-FACA-D49E-8DA4FB7D0638}"/>
              </a:ext>
            </a:extLst>
          </p:cNvPr>
          <p:cNvSpPr/>
          <p:nvPr/>
        </p:nvSpPr>
        <p:spPr>
          <a:xfrm>
            <a:off x="477520" y="1405466"/>
            <a:ext cx="3027680" cy="229896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自监督学习概述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基于前置任务的自监督学习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基于对比学习的自监督学习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SimCLR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MoCo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基于掩码重建的自监督学习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BEiT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</p:txBody>
      </p:sp>
      <p:sp>
        <p:nvSpPr>
          <p:cNvPr id="6" name="矩形: 圆角 5" descr="  1. 自监督学习概述&#10;  2. 基于前置任务的自监督学习&#10;  3. 基于对比学习的自监督学习&#10;  4. SimCLR模型&#10;  5. MoCo模型&#10;  6. 基于掩码重建的自监督学习&#10;  7. BEiT模型">
            <a:extLst>
              <a:ext uri="{FF2B5EF4-FFF2-40B4-BE49-F238E27FC236}">
                <a16:creationId xmlns:a16="http://schemas.microsoft.com/office/drawing/2014/main" id="{5C0B7E2A-BB75-B0CE-115D-564E58AEFA5D}"/>
              </a:ext>
            </a:extLst>
          </p:cNvPr>
          <p:cNvSpPr/>
          <p:nvPr/>
        </p:nvSpPr>
        <p:spPr>
          <a:xfrm>
            <a:off x="8477250" y="1570329"/>
            <a:ext cx="3027680" cy="178207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ViT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与其变种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MoCo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v3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自监督骨干网络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DINO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MAE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</p:txBody>
      </p:sp>
      <p:sp>
        <p:nvSpPr>
          <p:cNvPr id="7" name="矩形: 圆角 6" descr="  1. 自监督学习概述&#10;  2. 基于前置任务的自监督学习&#10;  3. 基于对比学习的自监督学习&#10;  4. SimCLR模型&#10;  5. MoCo模型&#10;  6. 基于掩码重建的自监督学习&#10;  7. BEiT模型">
            <a:extLst>
              <a:ext uri="{FF2B5EF4-FFF2-40B4-BE49-F238E27FC236}">
                <a16:creationId xmlns:a16="http://schemas.microsoft.com/office/drawing/2014/main" id="{4B5AC9CC-0821-6AD9-CD8C-69DDDCECFC83}"/>
              </a:ext>
            </a:extLst>
          </p:cNvPr>
          <p:cNvSpPr/>
          <p:nvPr/>
        </p:nvSpPr>
        <p:spPr>
          <a:xfrm>
            <a:off x="477520" y="4396632"/>
            <a:ext cx="3027680" cy="229896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多模态学习概念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多模态网络的架构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CLIP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GLIP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Flamingo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LLaVA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</p:txBody>
      </p:sp>
      <p:sp>
        <p:nvSpPr>
          <p:cNvPr id="8" name="矩形: 圆角 7" descr="  1. 自监督学习概述&#10;  2. 基于前置任务的自监督学习&#10;  3. 基于对比学习的自监督学习&#10;  4. SimCLR模型&#10;  5. MoCo模型&#10;  6. 基于掩码重建的自监督学习&#10;  7. BEiT模型">
            <a:extLst>
              <a:ext uri="{FF2B5EF4-FFF2-40B4-BE49-F238E27FC236}">
                <a16:creationId xmlns:a16="http://schemas.microsoft.com/office/drawing/2014/main" id="{F233BD68-AE48-75DE-BBA8-22B89B66E778}"/>
              </a:ext>
            </a:extLst>
          </p:cNvPr>
          <p:cNvSpPr/>
          <p:nvPr/>
        </p:nvSpPr>
        <p:spPr>
          <a:xfrm>
            <a:off x="8477250" y="4551308"/>
            <a:ext cx="3027680" cy="1782075"/>
          </a:xfrm>
          <a:prstGeom prst="roundRect">
            <a:avLst/>
          </a:prstGeom>
          <a:noFill/>
          <a:ln w="28575">
            <a:solidFill>
              <a:srgbClr val="5A89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线性探测方法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微调方法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Adapter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基于标注的视觉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基于学习的视觉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 descr="  1. 自监督学习概述&#10;  2. 基于前置任务的自监督学习&#10;  3. 基于对比学习的自监督学习&#10;  4. SimCLR模型&#10;  5. MoCo模型&#10;  6. 基于掩码重建的自监督学习&#10;  7. BEiT模型">
            <a:extLst>
              <a:ext uri="{FF2B5EF4-FFF2-40B4-BE49-F238E27FC236}">
                <a16:creationId xmlns:a16="http://schemas.microsoft.com/office/drawing/2014/main" id="{0F9BBA63-3A89-B394-76EB-C5CA22189F45}"/>
              </a:ext>
            </a:extLst>
          </p:cNvPr>
          <p:cNvSpPr/>
          <p:nvPr/>
        </p:nvSpPr>
        <p:spPr>
          <a:xfrm>
            <a:off x="4964430" y="681037"/>
            <a:ext cx="2103120" cy="581426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视觉大模型概述</a:t>
            </a:r>
          </a:p>
        </p:txBody>
      </p:sp>
    </p:spTree>
    <p:extLst>
      <p:ext uri="{BB962C8B-B14F-4D97-AF65-F5344CB8AC3E}">
        <p14:creationId xmlns:p14="http://schemas.microsoft.com/office/powerpoint/2010/main" val="130482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E4B2EDB-837C-EDED-C200-68BB28031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250192" cy="5608003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课程前置要求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具备深度学习基础知识，了解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网络结构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熟练使用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框架（至少使用过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框架）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了解常见的视觉任务如分类、检测、分割等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对计算机视觉和大模型有浓厚兴趣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8315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A89F0BF-41E3-A967-7C58-6E9415731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" y="1304739"/>
            <a:ext cx="11563350" cy="4076658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1F17F92-8D37-6C55-3A5A-69E492FAF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大模型的演进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4024C4B7-3673-D201-C75B-D89B285DF3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7607874"/>
              </p:ext>
            </p:extLst>
          </p:nvPr>
        </p:nvGraphicFramePr>
        <p:xfrm>
          <a:off x="2261781" y="5351623"/>
          <a:ext cx="7516037" cy="1180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658379A5-52AA-C989-374A-E686547C81B1}"/>
                  </a:ext>
                </a:extLst>
              </p14:cNvPr>
              <p14:cNvContentPartPr/>
              <p14:nvPr/>
            </p14:nvContentPartPr>
            <p14:xfrm>
              <a:off x="1506960" y="5471640"/>
              <a:ext cx="9203760" cy="3333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658379A5-52AA-C989-374A-E686547C81B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97600" y="5462280"/>
                <a:ext cx="9222480" cy="35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4565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1F17F92-8D37-6C55-3A5A-69E492FAF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视觉大模型的趋势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09A75EF-A94B-2D01-7F31-64D6F6348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" y="1302184"/>
            <a:ext cx="11221835" cy="526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277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EE714294-7CD1-B33C-27CA-D07C2EA72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基础模型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(Foundation Model)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定义：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 base models trained on large-scale data in a self-supervised or semi-supervised manner that can be adapted for several other downstream tasks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949F3E-22A4-690A-C7A4-3F902EE9B3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59" b="12455"/>
          <a:stretch/>
        </p:blipFill>
        <p:spPr>
          <a:xfrm>
            <a:off x="1728233" y="2585969"/>
            <a:ext cx="8735533" cy="408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92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17428</TotalTime>
  <Words>221</Words>
  <Application>Microsoft Office PowerPoint</Application>
  <PresentationFormat>宽屏</PresentationFormat>
  <Paragraphs>52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微软雅黑</vt:lpstr>
      <vt:lpstr>Arial</vt:lpstr>
      <vt:lpstr>Wingdings</vt:lpstr>
      <vt:lpstr>Office 主题​​</vt:lpstr>
      <vt:lpstr>视觉基础大模型技术概述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视觉提示在迁移中的应用</dc:title>
  <dc:creator>卢嘉轩</dc:creator>
  <cp:lastModifiedBy>lu jiaxuan</cp:lastModifiedBy>
  <cp:revision>10</cp:revision>
  <dcterms:created xsi:type="dcterms:W3CDTF">2023-09-28T14:36:03Z</dcterms:created>
  <dcterms:modified xsi:type="dcterms:W3CDTF">2023-12-13T12:54:09Z</dcterms:modified>
</cp:coreProperties>
</file>