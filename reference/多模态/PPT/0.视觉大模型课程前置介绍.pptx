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72" r:id="rId3"/>
    <p:sldId id="276" r:id="rId4"/>
    <p:sldId id="273" r:id="rId5"/>
    <p:sldId id="274" r:id="rId6"/>
    <p:sldId id="275" r:id="rId7"/>
    <p:sldId id="27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C1CB"/>
    <a:srgbClr val="CFA5CD"/>
    <a:srgbClr val="5A8938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188" autoAdjust="0"/>
  </p:normalViewPr>
  <p:slideViewPr>
    <p:cSldViewPr snapToGrid="0">
      <p:cViewPr varScale="1">
        <p:scale>
          <a:sx n="64" d="100"/>
          <a:sy n="64" d="100"/>
        </p:scale>
        <p:origin x="139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 jiaxuan" userId="9247156b4823de1e" providerId="LiveId" clId="{4786EE6C-A873-415D-9D70-80ACD93DBA15}"/>
    <pc:docChg chg="undo custSel addSld delSld modSld sldOrd">
      <pc:chgData name="lu jiaxuan" userId="9247156b4823de1e" providerId="LiveId" clId="{4786EE6C-A873-415D-9D70-80ACD93DBA15}" dt="2023-10-21T03:02:34.242" v="4451" actId="47"/>
      <pc:docMkLst>
        <pc:docMk/>
      </pc:docMkLst>
      <pc:sldChg chg="modSp mod modNotesTx">
        <pc:chgData name="lu jiaxuan" userId="9247156b4823de1e" providerId="LiveId" clId="{4786EE6C-A873-415D-9D70-80ACD93DBA15}" dt="2023-10-17T14:04:02.482" v="980" actId="20577"/>
        <pc:sldMkLst>
          <pc:docMk/>
          <pc:sldMk cId="1227051739" sldId="256"/>
        </pc:sldMkLst>
        <pc:spChg chg="mod">
          <ac:chgData name="lu jiaxuan" userId="9247156b4823de1e" providerId="LiveId" clId="{4786EE6C-A873-415D-9D70-80ACD93DBA15}" dt="2023-09-30T05:02:20.251" v="6"/>
          <ac:spMkLst>
            <pc:docMk/>
            <pc:sldMk cId="1227051739" sldId="256"/>
            <ac:spMk id="2" creationId="{1096C9C4-488A-8181-21F2-FA076370686E}"/>
          </ac:spMkLst>
        </pc:spChg>
      </pc:sldChg>
      <pc:sldChg chg="del">
        <pc:chgData name="lu jiaxuan" userId="9247156b4823de1e" providerId="LiveId" clId="{4786EE6C-A873-415D-9D70-80ACD93DBA15}" dt="2023-10-21T03:02:26.138" v="4444" actId="47"/>
        <pc:sldMkLst>
          <pc:docMk/>
          <pc:sldMk cId="3423431225" sldId="258"/>
        </pc:sldMkLst>
      </pc:sldChg>
      <pc:sldChg chg="del">
        <pc:chgData name="lu jiaxuan" userId="9247156b4823de1e" providerId="LiveId" clId="{4786EE6C-A873-415D-9D70-80ACD93DBA15}" dt="2023-10-21T03:02:25.729" v="4443" actId="47"/>
        <pc:sldMkLst>
          <pc:docMk/>
          <pc:sldMk cId="745698173" sldId="259"/>
        </pc:sldMkLst>
      </pc:sldChg>
      <pc:sldChg chg="del">
        <pc:chgData name="lu jiaxuan" userId="9247156b4823de1e" providerId="LiveId" clId="{4786EE6C-A873-415D-9D70-80ACD93DBA15}" dt="2023-10-21T03:02:27.266" v="4446" actId="47"/>
        <pc:sldMkLst>
          <pc:docMk/>
          <pc:sldMk cId="10000179" sldId="260"/>
        </pc:sldMkLst>
      </pc:sldChg>
      <pc:sldChg chg="del">
        <pc:chgData name="lu jiaxuan" userId="9247156b4823de1e" providerId="LiveId" clId="{4786EE6C-A873-415D-9D70-80ACD93DBA15}" dt="2023-10-21T03:02:26.748" v="4445" actId="47"/>
        <pc:sldMkLst>
          <pc:docMk/>
          <pc:sldMk cId="1591456085" sldId="262"/>
        </pc:sldMkLst>
      </pc:sldChg>
      <pc:sldChg chg="del">
        <pc:chgData name="lu jiaxuan" userId="9247156b4823de1e" providerId="LiveId" clId="{4786EE6C-A873-415D-9D70-80ACD93DBA15}" dt="2023-10-21T03:02:27.773" v="4447" actId="47"/>
        <pc:sldMkLst>
          <pc:docMk/>
          <pc:sldMk cId="1835906208" sldId="263"/>
        </pc:sldMkLst>
      </pc:sldChg>
      <pc:sldChg chg="del">
        <pc:chgData name="lu jiaxuan" userId="9247156b4823de1e" providerId="LiveId" clId="{4786EE6C-A873-415D-9D70-80ACD93DBA15}" dt="2023-10-21T03:02:25.218" v="4442" actId="47"/>
        <pc:sldMkLst>
          <pc:docMk/>
          <pc:sldMk cId="3218750398" sldId="264"/>
        </pc:sldMkLst>
      </pc:sldChg>
      <pc:sldChg chg="del">
        <pc:chgData name="lu jiaxuan" userId="9247156b4823de1e" providerId="LiveId" clId="{4786EE6C-A873-415D-9D70-80ACD93DBA15}" dt="2023-10-21T03:02:28.267" v="4448" actId="47"/>
        <pc:sldMkLst>
          <pc:docMk/>
          <pc:sldMk cId="3691110825" sldId="265"/>
        </pc:sldMkLst>
      </pc:sldChg>
      <pc:sldChg chg="del">
        <pc:chgData name="lu jiaxuan" userId="9247156b4823de1e" providerId="LiveId" clId="{4786EE6C-A873-415D-9D70-80ACD93DBA15}" dt="2023-10-21T03:02:28.802" v="4449" actId="47"/>
        <pc:sldMkLst>
          <pc:docMk/>
          <pc:sldMk cId="795776144" sldId="266"/>
        </pc:sldMkLst>
      </pc:sldChg>
      <pc:sldChg chg="del">
        <pc:chgData name="lu jiaxuan" userId="9247156b4823de1e" providerId="LiveId" clId="{4786EE6C-A873-415D-9D70-80ACD93DBA15}" dt="2023-10-21T03:02:24.093" v="4441" actId="47"/>
        <pc:sldMkLst>
          <pc:docMk/>
          <pc:sldMk cId="2759702248" sldId="267"/>
        </pc:sldMkLst>
      </pc:sldChg>
      <pc:sldChg chg="addSp delSp modSp add del mod ord modAnim modNotesTx">
        <pc:chgData name="lu jiaxuan" userId="9247156b4823de1e" providerId="LiveId" clId="{4786EE6C-A873-415D-9D70-80ACD93DBA15}" dt="2023-10-21T03:02:34.242" v="4451" actId="47"/>
        <pc:sldMkLst>
          <pc:docMk/>
          <pc:sldMk cId="1702792162" sldId="268"/>
        </pc:sldMkLst>
        <pc:spChg chg="add mod">
          <ac:chgData name="lu jiaxuan" userId="9247156b4823de1e" providerId="LiveId" clId="{4786EE6C-A873-415D-9D70-80ACD93DBA15}" dt="2023-10-21T02:26:41.201" v="4015" actId="1076"/>
          <ac:spMkLst>
            <pc:docMk/>
            <pc:sldMk cId="1702792162" sldId="268"/>
            <ac:spMk id="2" creationId="{EE714294-7CD1-B33C-27CA-D07C2EA72C45}"/>
          </ac:spMkLst>
        </pc:spChg>
        <pc:picChg chg="add mod modCrop">
          <ac:chgData name="lu jiaxuan" userId="9247156b4823de1e" providerId="LiveId" clId="{4786EE6C-A873-415D-9D70-80ACD93DBA15}" dt="2023-10-21T02:48:09.644" v="4023" actId="1076"/>
          <ac:picMkLst>
            <pc:docMk/>
            <pc:sldMk cId="1702792162" sldId="268"/>
            <ac:picMk id="4" creationId="{C3949F3E-22A4-690A-C7A4-3F902EE9B37A}"/>
          </ac:picMkLst>
        </pc:picChg>
        <pc:picChg chg="del">
          <ac:chgData name="lu jiaxuan" userId="9247156b4823de1e" providerId="LiveId" clId="{4786EE6C-A873-415D-9D70-80ACD93DBA15}" dt="2023-09-30T05:02:22.892" v="7" actId="478"/>
          <ac:picMkLst>
            <pc:docMk/>
            <pc:sldMk cId="1702792162" sldId="268"/>
            <ac:picMk id="5" creationId="{1365B5B3-5697-F7BD-080C-63292AF2205B}"/>
          </ac:picMkLst>
        </pc:picChg>
      </pc:sldChg>
      <pc:sldChg chg="modSp new del mod modNotesTx">
        <pc:chgData name="lu jiaxuan" userId="9247156b4823de1e" providerId="LiveId" clId="{4786EE6C-A873-415D-9D70-80ACD93DBA15}" dt="2023-10-21T02:57:02.202" v="4288" actId="47"/>
        <pc:sldMkLst>
          <pc:docMk/>
          <pc:sldMk cId="2571527937" sldId="269"/>
        </pc:sldMkLst>
        <pc:spChg chg="mod">
          <ac:chgData name="lu jiaxuan" userId="9247156b4823de1e" providerId="LiveId" clId="{4786EE6C-A873-415D-9D70-80ACD93DBA15}" dt="2023-09-30T06:56:35.051" v="73"/>
          <ac:spMkLst>
            <pc:docMk/>
            <pc:sldMk cId="2571527937" sldId="269"/>
            <ac:spMk id="2" creationId="{FEB34D51-9C3C-85DE-8AF7-D485C4568B37}"/>
          </ac:spMkLst>
        </pc:spChg>
      </pc:sldChg>
      <pc:sldChg chg="addSp delSp modSp add del mod modNotesTx">
        <pc:chgData name="lu jiaxuan" userId="9247156b4823de1e" providerId="LiveId" clId="{4786EE6C-A873-415D-9D70-80ACD93DBA15}" dt="2023-10-21T01:58:11.599" v="4013" actId="47"/>
        <pc:sldMkLst>
          <pc:docMk/>
          <pc:sldMk cId="2771506244" sldId="270"/>
        </pc:sldMkLst>
        <pc:spChg chg="del">
          <ac:chgData name="lu jiaxuan" userId="9247156b4823de1e" providerId="LiveId" clId="{4786EE6C-A873-415D-9D70-80ACD93DBA15}" dt="2023-10-01T06:01:40.689" v="78" actId="478"/>
          <ac:spMkLst>
            <pc:docMk/>
            <pc:sldMk cId="2771506244" sldId="270"/>
            <ac:spMk id="3" creationId="{AB58E04D-43B3-1D74-F23F-FDD635AC098D}"/>
          </ac:spMkLst>
        </pc:spChg>
        <pc:picChg chg="add mod">
          <ac:chgData name="lu jiaxuan" userId="9247156b4823de1e" providerId="LiveId" clId="{4786EE6C-A873-415D-9D70-80ACD93DBA15}" dt="2023-10-01T06:01:43.743" v="80" actId="1076"/>
          <ac:picMkLst>
            <pc:docMk/>
            <pc:sldMk cId="2771506244" sldId="270"/>
            <ac:picMk id="5" creationId="{4C48E671-F106-354F-91E2-7B5DB7AF4CB0}"/>
          </ac:picMkLst>
        </pc:picChg>
      </pc:sldChg>
      <pc:sldChg chg="delSp add del mod modNotesTx">
        <pc:chgData name="lu jiaxuan" userId="9247156b4823de1e" providerId="LiveId" clId="{4786EE6C-A873-415D-9D70-80ACD93DBA15}" dt="2023-10-21T03:02:23.366" v="4440" actId="47"/>
        <pc:sldMkLst>
          <pc:docMk/>
          <pc:sldMk cId="2864808770" sldId="271"/>
        </pc:sldMkLst>
        <pc:spChg chg="del">
          <ac:chgData name="lu jiaxuan" userId="9247156b4823de1e" providerId="LiveId" clId="{4786EE6C-A873-415D-9D70-80ACD93DBA15}" dt="2023-10-05T10:00:55.538" v="659" actId="478"/>
          <ac:spMkLst>
            <pc:docMk/>
            <pc:sldMk cId="2864808770" sldId="271"/>
            <ac:spMk id="2" creationId="{0AE27D81-4830-68DA-C552-1641B6E0271D}"/>
          </ac:spMkLst>
        </pc:spChg>
        <pc:spChg chg="del">
          <ac:chgData name="lu jiaxuan" userId="9247156b4823de1e" providerId="LiveId" clId="{4786EE6C-A873-415D-9D70-80ACD93DBA15}" dt="2023-10-05T10:00:54.646" v="658" actId="478"/>
          <ac:spMkLst>
            <pc:docMk/>
            <pc:sldMk cId="2864808770" sldId="271"/>
            <ac:spMk id="3" creationId="{AB58E04D-43B3-1D74-F23F-FDD635AC098D}"/>
          </ac:spMkLst>
        </pc:spChg>
      </pc:sldChg>
      <pc:sldChg chg="addSp delSp modSp new mod modNotesTx">
        <pc:chgData name="lu jiaxuan" userId="9247156b4823de1e" providerId="LiveId" clId="{4786EE6C-A873-415D-9D70-80ACD93DBA15}" dt="2023-10-21T01:54:51.658" v="4002" actId="20577"/>
        <pc:sldMkLst>
          <pc:docMk/>
          <pc:sldMk cId="874565330" sldId="272"/>
        </pc:sldMkLst>
        <pc:spChg chg="del">
          <ac:chgData name="lu jiaxuan" userId="9247156b4823de1e" providerId="LiveId" clId="{4786EE6C-A873-415D-9D70-80ACD93DBA15}" dt="2023-10-16T12:40:45.779" v="663" actId="478"/>
          <ac:spMkLst>
            <pc:docMk/>
            <pc:sldMk cId="874565330" sldId="272"/>
            <ac:spMk id="2" creationId="{67751DF5-92EF-5D87-A427-28104224A3D0}"/>
          </ac:spMkLst>
        </pc:spChg>
        <pc:spChg chg="del">
          <ac:chgData name="lu jiaxuan" userId="9247156b4823de1e" providerId="LiveId" clId="{4786EE6C-A873-415D-9D70-80ACD93DBA15}" dt="2023-10-16T12:40:45.779" v="663" actId="478"/>
          <ac:spMkLst>
            <pc:docMk/>
            <pc:sldMk cId="874565330" sldId="272"/>
            <ac:spMk id="3" creationId="{D286916A-F8C0-A106-317E-200B93F3AC76}"/>
          </ac:spMkLst>
        </pc:spChg>
        <pc:spChg chg="add mod">
          <ac:chgData name="lu jiaxuan" userId="9247156b4823de1e" providerId="LiveId" clId="{4786EE6C-A873-415D-9D70-80ACD93DBA15}" dt="2023-10-16T13:02:03.770" v="678"/>
          <ac:spMkLst>
            <pc:docMk/>
            <pc:sldMk cId="874565330" sldId="272"/>
            <ac:spMk id="6" creationId="{01F17F92-8D37-6C55-3A5A-69E492FAF0F2}"/>
          </ac:spMkLst>
        </pc:spChg>
        <pc:graphicFrameChg chg="add mod modGraphic">
          <ac:chgData name="lu jiaxuan" userId="9247156b4823de1e" providerId="LiveId" clId="{4786EE6C-A873-415D-9D70-80ACD93DBA15}" dt="2023-10-21T01:04:36.994" v="2871"/>
          <ac:graphicFrameMkLst>
            <pc:docMk/>
            <pc:sldMk cId="874565330" sldId="272"/>
            <ac:graphicFrameMk id="2" creationId="{4024C4B7-3673-D201-C75B-D89B285DF337}"/>
          </ac:graphicFrameMkLst>
        </pc:graphicFrameChg>
        <pc:picChg chg="add mod">
          <ac:chgData name="lu jiaxuan" userId="9247156b4823de1e" providerId="LiveId" clId="{4786EE6C-A873-415D-9D70-80ACD93DBA15}" dt="2023-10-21T01:05:19.817" v="2889" actId="1035"/>
          <ac:picMkLst>
            <pc:docMk/>
            <pc:sldMk cId="874565330" sldId="272"/>
            <ac:picMk id="5" creationId="{9A89F0BF-41E3-A967-7C58-6E941573122C}"/>
          </ac:picMkLst>
        </pc:picChg>
      </pc:sldChg>
      <pc:sldChg chg="addSp delSp modSp add mod ord modNotesTx">
        <pc:chgData name="lu jiaxuan" userId="9247156b4823de1e" providerId="LiveId" clId="{4786EE6C-A873-415D-9D70-80ACD93DBA15}" dt="2023-10-21T01:48:24.173" v="3792" actId="20577"/>
        <pc:sldMkLst>
          <pc:docMk/>
          <pc:sldMk cId="1206277207" sldId="273"/>
        </pc:sldMkLst>
        <pc:spChg chg="mod">
          <ac:chgData name="lu jiaxuan" userId="9247156b4823de1e" providerId="LiveId" clId="{4786EE6C-A873-415D-9D70-80ACD93DBA15}" dt="2023-10-16T13:04:16.357" v="691"/>
          <ac:spMkLst>
            <pc:docMk/>
            <pc:sldMk cId="1206277207" sldId="273"/>
            <ac:spMk id="6" creationId="{01F17F92-8D37-6C55-3A5A-69E492FAF0F2}"/>
          </ac:spMkLst>
        </pc:spChg>
        <pc:picChg chg="add del mod">
          <ac:chgData name="lu jiaxuan" userId="9247156b4823de1e" providerId="LiveId" clId="{4786EE6C-A873-415D-9D70-80ACD93DBA15}" dt="2023-10-16T13:07:39.061" v="692" actId="478"/>
          <ac:picMkLst>
            <pc:docMk/>
            <pc:sldMk cId="1206277207" sldId="273"/>
            <ac:picMk id="3" creationId="{2E361A38-1819-9B59-6EF9-20A8C9AC1840}"/>
          </ac:picMkLst>
        </pc:picChg>
        <pc:picChg chg="del">
          <ac:chgData name="lu jiaxuan" userId="9247156b4823de1e" providerId="LiveId" clId="{4786EE6C-A873-415D-9D70-80ACD93DBA15}" dt="2023-10-16T13:03:48.682" v="680" actId="478"/>
          <ac:picMkLst>
            <pc:docMk/>
            <pc:sldMk cId="1206277207" sldId="273"/>
            <ac:picMk id="5" creationId="{9A89F0BF-41E3-A967-7C58-6E941573122C}"/>
          </ac:picMkLst>
        </pc:picChg>
        <pc:picChg chg="add mod">
          <ac:chgData name="lu jiaxuan" userId="9247156b4823de1e" providerId="LiveId" clId="{4786EE6C-A873-415D-9D70-80ACD93DBA15}" dt="2023-10-16T13:07:48.192" v="697" actId="1076"/>
          <ac:picMkLst>
            <pc:docMk/>
            <pc:sldMk cId="1206277207" sldId="273"/>
            <ac:picMk id="7" creationId="{309A75EF-A94B-2D01-7F31-64D6F6348290}"/>
          </ac:picMkLst>
        </pc:picChg>
      </pc:sldChg>
      <pc:sldChg chg="addSp delSp modSp new mod modNotesTx">
        <pc:chgData name="lu jiaxuan" userId="9247156b4823de1e" providerId="LiveId" clId="{4786EE6C-A873-415D-9D70-80ACD93DBA15}" dt="2023-10-18T08:07:30.413" v="1721" actId="6549"/>
        <pc:sldMkLst>
          <pc:docMk/>
          <pc:sldMk cId="1304828008" sldId="274"/>
        </pc:sldMkLst>
        <pc:spChg chg="del">
          <ac:chgData name="lu jiaxuan" userId="9247156b4823de1e" providerId="LiveId" clId="{4786EE6C-A873-415D-9D70-80ACD93DBA15}" dt="2023-10-17T13:54:55.269" v="732" actId="478"/>
          <ac:spMkLst>
            <pc:docMk/>
            <pc:sldMk cId="1304828008" sldId="274"/>
            <ac:spMk id="2" creationId="{510C9A10-6BE6-A5E3-7F76-3183A1FDF83F}"/>
          </ac:spMkLst>
        </pc:spChg>
        <pc:spChg chg="del">
          <ac:chgData name="lu jiaxuan" userId="9247156b4823de1e" providerId="LiveId" clId="{4786EE6C-A873-415D-9D70-80ACD93DBA15}" dt="2023-10-17T13:54:55.269" v="732" actId="478"/>
          <ac:spMkLst>
            <pc:docMk/>
            <pc:sldMk cId="1304828008" sldId="274"/>
            <ac:spMk id="3" creationId="{63C189BA-E001-FE29-16E2-8FB1AD1B70E3}"/>
          </ac:spMkLst>
        </pc:spChg>
        <pc:spChg chg="add mod">
          <ac:chgData name="lu jiaxuan" userId="9247156b4823de1e" providerId="LiveId" clId="{4786EE6C-A873-415D-9D70-80ACD93DBA15}" dt="2023-10-17T14:04:53.874" v="995"/>
          <ac:spMkLst>
            <pc:docMk/>
            <pc:sldMk cId="1304828008" sldId="274"/>
            <ac:spMk id="4" creationId="{DE4B2EDB-837C-EDED-C200-68BB28031655}"/>
          </ac:spMkLst>
        </pc:spChg>
        <pc:spChg chg="add del">
          <ac:chgData name="lu jiaxuan" userId="9247156b4823de1e" providerId="LiveId" clId="{4786EE6C-A873-415D-9D70-80ACD93DBA15}" dt="2023-10-17T15:00:21.534" v="1013" actId="478"/>
          <ac:spMkLst>
            <pc:docMk/>
            <pc:sldMk cId="1304828008" sldId="274"/>
            <ac:spMk id="12" creationId="{8E0813DC-F200-25D9-25DA-70A6522FD71E}"/>
          </ac:spMkLst>
        </pc:spChg>
        <pc:picChg chg="add del mod">
          <ac:chgData name="lu jiaxuan" userId="9247156b4823de1e" providerId="LiveId" clId="{4786EE6C-A873-415D-9D70-80ACD93DBA15}" dt="2023-10-17T14:52:52.901" v="1006" actId="478"/>
          <ac:picMkLst>
            <pc:docMk/>
            <pc:sldMk cId="1304828008" sldId="274"/>
            <ac:picMk id="6" creationId="{C36708EF-FB4E-EB73-F697-8FF28048B2B5}"/>
          </ac:picMkLst>
        </pc:picChg>
        <pc:picChg chg="add del mod">
          <ac:chgData name="lu jiaxuan" userId="9247156b4823de1e" providerId="LiveId" clId="{4786EE6C-A873-415D-9D70-80ACD93DBA15}" dt="2023-10-17T14:52:52.901" v="1006" actId="478"/>
          <ac:picMkLst>
            <pc:docMk/>
            <pc:sldMk cId="1304828008" sldId="274"/>
            <ac:picMk id="8" creationId="{757FD413-2BAC-5BB8-9C27-32DD0F4E0393}"/>
          </ac:picMkLst>
        </pc:picChg>
        <pc:picChg chg="add del mod">
          <ac:chgData name="lu jiaxuan" userId="9247156b4823de1e" providerId="LiveId" clId="{4786EE6C-A873-415D-9D70-80ACD93DBA15}" dt="2023-10-17T14:54:07.797" v="1011" actId="478"/>
          <ac:picMkLst>
            <pc:docMk/>
            <pc:sldMk cId="1304828008" sldId="274"/>
            <ac:picMk id="10" creationId="{1B867D03-1C58-1627-B60B-3968FE9403A6}"/>
          </ac:picMkLst>
        </pc:picChg>
        <pc:picChg chg="add mod">
          <ac:chgData name="lu jiaxuan" userId="9247156b4823de1e" providerId="LiveId" clId="{4786EE6C-A873-415D-9D70-80ACD93DBA15}" dt="2023-10-17T15:19:12.402" v="1232" actId="1036"/>
          <ac:picMkLst>
            <pc:docMk/>
            <pc:sldMk cId="1304828008" sldId="274"/>
            <ac:picMk id="14" creationId="{D7152B62-693D-31E1-6C12-6281DFE9F2A6}"/>
          </ac:picMkLst>
        </pc:picChg>
        <pc:picChg chg="add del mod">
          <ac:chgData name="lu jiaxuan" userId="9247156b4823de1e" providerId="LiveId" clId="{4786EE6C-A873-415D-9D70-80ACD93DBA15}" dt="2023-10-17T15:20:06.362" v="1236" actId="478"/>
          <ac:picMkLst>
            <pc:docMk/>
            <pc:sldMk cId="1304828008" sldId="274"/>
            <ac:picMk id="16" creationId="{B9A17AD7-D5CF-2FB4-6654-763970146B99}"/>
          </ac:picMkLst>
        </pc:picChg>
        <pc:picChg chg="add mod">
          <ac:chgData name="lu jiaxuan" userId="9247156b4823de1e" providerId="LiveId" clId="{4786EE6C-A873-415D-9D70-80ACD93DBA15}" dt="2023-10-17T15:20:17.025" v="1241" actId="1036"/>
          <ac:picMkLst>
            <pc:docMk/>
            <pc:sldMk cId="1304828008" sldId="274"/>
            <ac:picMk id="18" creationId="{16CB6DED-751F-ADE3-7F63-7F89B3435192}"/>
          </ac:picMkLst>
        </pc:picChg>
      </pc:sldChg>
      <pc:sldChg chg="delSp modSp add mod modNotesTx">
        <pc:chgData name="lu jiaxuan" userId="9247156b4823de1e" providerId="LiveId" clId="{4786EE6C-A873-415D-9D70-80ACD93DBA15}" dt="2023-10-21T00:58:57.980" v="2734" actId="20577"/>
        <pc:sldMkLst>
          <pc:docMk/>
          <pc:sldMk cId="1748315345" sldId="275"/>
        </pc:sldMkLst>
        <pc:spChg chg="mod">
          <ac:chgData name="lu jiaxuan" userId="9247156b4823de1e" providerId="LiveId" clId="{4786EE6C-A873-415D-9D70-80ACD93DBA15}" dt="2023-10-21T00:58:57.980" v="2734" actId="20577"/>
          <ac:spMkLst>
            <pc:docMk/>
            <pc:sldMk cId="1748315345" sldId="275"/>
            <ac:spMk id="4" creationId="{DE4B2EDB-837C-EDED-C200-68BB28031655}"/>
          </ac:spMkLst>
        </pc:spChg>
        <pc:picChg chg="del">
          <ac:chgData name="lu jiaxuan" userId="9247156b4823de1e" providerId="LiveId" clId="{4786EE6C-A873-415D-9D70-80ACD93DBA15}" dt="2023-10-20T12:26:35.247" v="1833" actId="478"/>
          <ac:picMkLst>
            <pc:docMk/>
            <pc:sldMk cId="1748315345" sldId="275"/>
            <ac:picMk id="14" creationId="{D7152B62-693D-31E1-6C12-6281DFE9F2A6}"/>
          </ac:picMkLst>
        </pc:picChg>
        <pc:picChg chg="del">
          <ac:chgData name="lu jiaxuan" userId="9247156b4823de1e" providerId="LiveId" clId="{4786EE6C-A873-415D-9D70-80ACD93DBA15}" dt="2023-10-20T12:26:33.755" v="1832" actId="478"/>
          <ac:picMkLst>
            <pc:docMk/>
            <pc:sldMk cId="1748315345" sldId="275"/>
            <ac:picMk id="18" creationId="{16CB6DED-751F-ADE3-7F63-7F89B3435192}"/>
          </ac:picMkLst>
        </pc:picChg>
      </pc:sldChg>
      <pc:sldChg chg="new del">
        <pc:chgData name="lu jiaxuan" userId="9247156b4823de1e" providerId="LiveId" clId="{4786EE6C-A873-415D-9D70-80ACD93DBA15}" dt="2023-10-20T12:26:24.636" v="1825" actId="47"/>
        <pc:sldMkLst>
          <pc:docMk/>
          <pc:sldMk cId="3631485028" sldId="275"/>
        </pc:sldMkLst>
      </pc:sldChg>
      <pc:sldChg chg="add del">
        <pc:chgData name="lu jiaxuan" userId="9247156b4823de1e" providerId="LiveId" clId="{4786EE6C-A873-415D-9D70-80ACD93DBA15}" dt="2023-10-20T12:27:00.675" v="1838"/>
        <pc:sldMkLst>
          <pc:docMk/>
          <pc:sldMk cId="847641200" sldId="276"/>
        </pc:sldMkLst>
      </pc:sldChg>
    </pc:docChg>
  </pc:docChgLst>
  <pc:docChgLst>
    <pc:chgData name="lu jiaxuan" userId="9247156b4823de1e" providerId="LiveId" clId="{3FD2877D-DE37-4A8D-9DCA-4F7B25B3465B}"/>
    <pc:docChg chg="custSel addSld modSld">
      <pc:chgData name="lu jiaxuan" userId="9247156b4823de1e" providerId="LiveId" clId="{3FD2877D-DE37-4A8D-9DCA-4F7B25B3465B}" dt="2023-09-30T05:00:43.176" v="11" actId="1076"/>
      <pc:docMkLst>
        <pc:docMk/>
      </pc:docMkLst>
      <pc:sldChg chg="modSp mod">
        <pc:chgData name="lu jiaxuan" userId="9247156b4823de1e" providerId="LiveId" clId="{3FD2877D-DE37-4A8D-9DCA-4F7B25B3465B}" dt="2023-09-30T04:59:51.617" v="3" actId="113"/>
        <pc:sldMkLst>
          <pc:docMk/>
          <pc:sldMk cId="1227051739" sldId="256"/>
        </pc:sldMkLst>
        <pc:spChg chg="mod">
          <ac:chgData name="lu jiaxuan" userId="9247156b4823de1e" providerId="LiveId" clId="{3FD2877D-DE37-4A8D-9DCA-4F7B25B3465B}" dt="2023-09-30T04:59:51.617" v="3" actId="113"/>
          <ac:spMkLst>
            <pc:docMk/>
            <pc:sldMk cId="1227051739" sldId="256"/>
            <ac:spMk id="2" creationId="{1096C9C4-488A-8181-21F2-FA076370686E}"/>
          </ac:spMkLst>
        </pc:spChg>
      </pc:sldChg>
      <pc:sldChg chg="new">
        <pc:chgData name="lu jiaxuan" userId="9247156b4823de1e" providerId="LiveId" clId="{3FD2877D-DE37-4A8D-9DCA-4F7B25B3465B}" dt="2023-09-30T04:59:57.917" v="4" actId="680"/>
        <pc:sldMkLst>
          <pc:docMk/>
          <pc:sldMk cId="2759702248" sldId="267"/>
        </pc:sldMkLst>
      </pc:sldChg>
      <pc:sldChg chg="addSp delSp modSp new mod">
        <pc:chgData name="lu jiaxuan" userId="9247156b4823de1e" providerId="LiveId" clId="{3FD2877D-DE37-4A8D-9DCA-4F7B25B3465B}" dt="2023-09-30T05:00:43.176" v="11" actId="1076"/>
        <pc:sldMkLst>
          <pc:docMk/>
          <pc:sldMk cId="1702792162" sldId="268"/>
        </pc:sldMkLst>
        <pc:spChg chg="del">
          <ac:chgData name="lu jiaxuan" userId="9247156b4823de1e" providerId="LiveId" clId="{3FD2877D-DE37-4A8D-9DCA-4F7B25B3465B}" dt="2023-09-30T05:00:36.791" v="8" actId="478"/>
          <ac:spMkLst>
            <pc:docMk/>
            <pc:sldMk cId="1702792162" sldId="268"/>
            <ac:spMk id="2" creationId="{346CFBAB-2100-34BC-1785-D9BF8E0D0A10}"/>
          </ac:spMkLst>
        </pc:spChg>
        <pc:spChg chg="del mod">
          <ac:chgData name="lu jiaxuan" userId="9247156b4823de1e" providerId="LiveId" clId="{3FD2877D-DE37-4A8D-9DCA-4F7B25B3465B}" dt="2023-09-30T05:00:33.376" v="7" actId="478"/>
          <ac:spMkLst>
            <pc:docMk/>
            <pc:sldMk cId="1702792162" sldId="268"/>
            <ac:spMk id="3" creationId="{57F3FF0C-C5F5-BA53-D0C1-E63F8EE06713}"/>
          </ac:spMkLst>
        </pc:spChg>
        <pc:picChg chg="add mod">
          <ac:chgData name="lu jiaxuan" userId="9247156b4823de1e" providerId="LiveId" clId="{3FD2877D-DE37-4A8D-9DCA-4F7B25B3465B}" dt="2023-09-30T05:00:43.176" v="11" actId="1076"/>
          <ac:picMkLst>
            <pc:docMk/>
            <pc:sldMk cId="1702792162" sldId="268"/>
            <ac:picMk id="5" creationId="{1365B5B3-5697-F7BD-080C-63292AF2205B}"/>
          </ac:picMkLst>
        </pc:picChg>
      </pc:sldChg>
    </pc:docChg>
  </pc:docChgLst>
  <pc:docChgLst>
    <pc:chgData name="lu jiaxuan" userId="9247156b4823de1e" providerId="LiveId" clId="{00C3B82C-5F12-4C51-9254-9F54200179C6}"/>
    <pc:docChg chg="undo redo custSel addSld delSld modSld">
      <pc:chgData name="lu jiaxuan" userId="9247156b4823de1e" providerId="LiveId" clId="{00C3B82C-5F12-4C51-9254-9F54200179C6}" dt="2023-09-29T10:49:37.028" v="1926" actId="20577"/>
      <pc:docMkLst>
        <pc:docMk/>
      </pc:docMkLst>
      <pc:sldChg chg="modNotesTx">
        <pc:chgData name="lu jiaxuan" userId="9247156b4823de1e" providerId="LiveId" clId="{00C3B82C-5F12-4C51-9254-9F54200179C6}" dt="2023-09-29T10:26:21.290" v="1390" actId="20577"/>
        <pc:sldMkLst>
          <pc:docMk/>
          <pc:sldMk cId="1227051739" sldId="256"/>
        </pc:sldMkLst>
      </pc:sldChg>
      <pc:sldChg chg="modSp mod modNotesTx">
        <pc:chgData name="lu jiaxuan" userId="9247156b4823de1e" providerId="LiveId" clId="{00C3B82C-5F12-4C51-9254-9F54200179C6}" dt="2023-09-29T10:41:53.298" v="1720" actId="1076"/>
        <pc:sldMkLst>
          <pc:docMk/>
          <pc:sldMk cId="3423431225" sldId="258"/>
        </pc:sldMkLst>
        <pc:picChg chg="mod">
          <ac:chgData name="lu jiaxuan" userId="9247156b4823de1e" providerId="LiveId" clId="{00C3B82C-5F12-4C51-9254-9F54200179C6}" dt="2023-09-29T10:41:51.749" v="1719" actId="1076"/>
          <ac:picMkLst>
            <pc:docMk/>
            <pc:sldMk cId="3423431225" sldId="258"/>
            <ac:picMk id="9" creationId="{4B8DAFC1-29C7-B33B-E9D7-ACCBE133A54D}"/>
          </ac:picMkLst>
        </pc:picChg>
        <pc:picChg chg="mod">
          <ac:chgData name="lu jiaxuan" userId="9247156b4823de1e" providerId="LiveId" clId="{00C3B82C-5F12-4C51-9254-9F54200179C6}" dt="2023-09-29T10:41:53.298" v="1720" actId="1076"/>
          <ac:picMkLst>
            <pc:docMk/>
            <pc:sldMk cId="3423431225" sldId="258"/>
            <ac:picMk id="11" creationId="{CDFB5895-B0D6-F8A6-56DA-A840D5D31FFB}"/>
          </ac:picMkLst>
        </pc:picChg>
      </pc:sldChg>
      <pc:sldChg chg="modSp mod modNotesTx">
        <pc:chgData name="lu jiaxuan" userId="9247156b4823de1e" providerId="LiveId" clId="{00C3B82C-5F12-4C51-9254-9F54200179C6}" dt="2023-09-29T10:30:45.744" v="1507" actId="1035"/>
        <pc:sldMkLst>
          <pc:docMk/>
          <pc:sldMk cId="745698173" sldId="259"/>
        </pc:sldMkLst>
        <pc:spChg chg="mod">
          <ac:chgData name="lu jiaxuan" userId="9247156b4823de1e" providerId="LiveId" clId="{00C3B82C-5F12-4C51-9254-9F54200179C6}" dt="2023-09-29T10:30:45.744" v="1507" actId="1035"/>
          <ac:spMkLst>
            <pc:docMk/>
            <pc:sldMk cId="745698173" sldId="259"/>
            <ac:spMk id="8" creationId="{B19AEDB3-6A41-0862-292B-1D2CB9F82BAF}"/>
          </ac:spMkLst>
        </pc:spChg>
      </pc:sldChg>
      <pc:sldChg chg="addSp delSp modSp add del mod modNotesTx">
        <pc:chgData name="lu jiaxuan" userId="9247156b4823de1e" providerId="LiveId" clId="{00C3B82C-5F12-4C51-9254-9F54200179C6}" dt="2023-09-29T10:47:01.087" v="1800" actId="1036"/>
        <pc:sldMkLst>
          <pc:docMk/>
          <pc:sldMk cId="10000179" sldId="260"/>
        </pc:sldMkLst>
        <pc:spChg chg="del mod">
          <ac:chgData name="lu jiaxuan" userId="9247156b4823de1e" providerId="LiveId" clId="{00C3B82C-5F12-4C51-9254-9F54200179C6}" dt="2023-09-29T09:37:35.529" v="91" actId="478"/>
          <ac:spMkLst>
            <pc:docMk/>
            <pc:sldMk cId="10000179" sldId="260"/>
            <ac:spMk id="12" creationId="{2A5FE7A6-0552-9676-C294-CED3526DBF06}"/>
          </ac:spMkLst>
        </pc:spChg>
        <pc:spChg chg="add del mod">
          <ac:chgData name="lu jiaxuan" userId="9247156b4823de1e" providerId="LiveId" clId="{00C3B82C-5F12-4C51-9254-9F54200179C6}" dt="2023-09-29T09:37:08.021" v="81" actId="478"/>
          <ac:spMkLst>
            <pc:docMk/>
            <pc:sldMk cId="10000179" sldId="260"/>
            <ac:spMk id="27" creationId="{1B016AFA-8D18-E272-BE56-F6F9BEBBB97B}"/>
          </ac:spMkLst>
        </pc:spChg>
        <pc:spChg chg="mod">
          <ac:chgData name="lu jiaxuan" userId="9247156b4823de1e" providerId="LiveId" clId="{00C3B82C-5F12-4C51-9254-9F54200179C6}" dt="2023-09-29T09:37:10.865" v="82"/>
          <ac:spMkLst>
            <pc:docMk/>
            <pc:sldMk cId="10000179" sldId="260"/>
            <ac:spMk id="29" creationId="{3E2505B5-F3EE-CE9F-1F85-3941EF3666E8}"/>
          </ac:spMkLst>
        </pc:spChg>
        <pc:spChg chg="mod">
          <ac:chgData name="lu jiaxuan" userId="9247156b4823de1e" providerId="LiveId" clId="{00C3B82C-5F12-4C51-9254-9F54200179C6}" dt="2023-09-29T09:37:10.865" v="82"/>
          <ac:spMkLst>
            <pc:docMk/>
            <pc:sldMk cId="10000179" sldId="260"/>
            <ac:spMk id="30" creationId="{8830A2BB-F634-3E8F-12C5-AB0FE01342BD}"/>
          </ac:spMkLst>
        </pc:spChg>
        <pc:spChg chg="add del mod">
          <ac:chgData name="lu jiaxuan" userId="9247156b4823de1e" providerId="LiveId" clId="{00C3B82C-5F12-4C51-9254-9F54200179C6}" dt="2023-09-29T09:37:18.028" v="85" actId="478"/>
          <ac:spMkLst>
            <pc:docMk/>
            <pc:sldMk cId="10000179" sldId="260"/>
            <ac:spMk id="31" creationId="{5705BE30-B36A-0BDB-B230-67CC6EF4CD6F}"/>
          </ac:spMkLst>
        </pc:spChg>
        <pc:spChg chg="add mod">
          <ac:chgData name="lu jiaxuan" userId="9247156b4823de1e" providerId="LiveId" clId="{00C3B82C-5F12-4C51-9254-9F54200179C6}" dt="2023-09-29T09:37:32.818" v="90" actId="1076"/>
          <ac:spMkLst>
            <pc:docMk/>
            <pc:sldMk cId="10000179" sldId="260"/>
            <ac:spMk id="32" creationId="{BC2EB9E2-51A2-8D1D-6F59-A9346B542450}"/>
          </ac:spMkLst>
        </pc:spChg>
        <pc:grpChg chg="mod">
          <ac:chgData name="lu jiaxuan" userId="9247156b4823de1e" providerId="LiveId" clId="{00C3B82C-5F12-4C51-9254-9F54200179C6}" dt="2023-09-29T09:37:20.782" v="87" actId="1076"/>
          <ac:grpSpMkLst>
            <pc:docMk/>
            <pc:sldMk cId="10000179" sldId="260"/>
            <ac:grpSpMk id="4" creationId="{1DD20C29-9067-5D5E-03C0-10E8382AF32F}"/>
          </ac:grpSpMkLst>
        </pc:grpChg>
        <pc:grpChg chg="add del mod">
          <ac:chgData name="lu jiaxuan" userId="9247156b4823de1e" providerId="LiveId" clId="{00C3B82C-5F12-4C51-9254-9F54200179C6}" dt="2023-09-29T09:37:12.187" v="83" actId="478"/>
          <ac:grpSpMkLst>
            <pc:docMk/>
            <pc:sldMk cId="10000179" sldId="260"/>
            <ac:grpSpMk id="28" creationId="{4B542BE5-D01C-715E-1DFF-273F8596BAD4}"/>
          </ac:grpSpMkLst>
        </pc:grpChg>
        <pc:cxnChg chg="mod">
          <ac:chgData name="lu jiaxuan" userId="9247156b4823de1e" providerId="LiveId" clId="{00C3B82C-5F12-4C51-9254-9F54200179C6}" dt="2023-09-29T10:47:01.087" v="1800" actId="1036"/>
          <ac:cxnSpMkLst>
            <pc:docMk/>
            <pc:sldMk cId="10000179" sldId="260"/>
            <ac:cxnSpMk id="22" creationId="{B8FA3DD9-1087-8F79-882D-9ADF277F1F0F}"/>
          </ac:cxnSpMkLst>
        </pc:cxnChg>
      </pc:sldChg>
      <pc:sldChg chg="del">
        <pc:chgData name="lu jiaxuan" userId="9247156b4823de1e" providerId="LiveId" clId="{00C3B82C-5F12-4C51-9254-9F54200179C6}" dt="2023-09-29T10:02:12.652" v="1040" actId="47"/>
        <pc:sldMkLst>
          <pc:docMk/>
          <pc:sldMk cId="3654797919" sldId="261"/>
        </pc:sldMkLst>
      </pc:sldChg>
      <pc:sldChg chg="modSp mod modNotesTx">
        <pc:chgData name="lu jiaxuan" userId="9247156b4823de1e" providerId="LiveId" clId="{00C3B82C-5F12-4C51-9254-9F54200179C6}" dt="2023-09-29T10:37:11.762" v="1645" actId="20577"/>
        <pc:sldMkLst>
          <pc:docMk/>
          <pc:sldMk cId="1591456085" sldId="262"/>
        </pc:sldMkLst>
        <pc:spChg chg="mod">
          <ac:chgData name="lu jiaxuan" userId="9247156b4823de1e" providerId="LiveId" clId="{00C3B82C-5F12-4C51-9254-9F54200179C6}" dt="2023-09-29T10:35:37.388" v="1622" actId="20577"/>
          <ac:spMkLst>
            <pc:docMk/>
            <pc:sldMk cId="1591456085" sldId="262"/>
            <ac:spMk id="3" creationId="{8C3CFCA7-6A20-E1EB-8D85-760C3BE25830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7" creationId="{CA966321-B27B-6151-6E25-0F3EC829351C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9" creationId="{26CBD50A-6113-6E84-64FC-525ABDBA4E3F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12" creationId="{615F4AC8-ADB9-4305-E001-F16921FBD113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13" creationId="{A725DBC3-00FD-1963-37E4-430F2159358C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22" creationId="{F829FD1E-4DFF-CB7B-8C6A-C9BDE988C63D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23" creationId="{77463460-3F04-34B4-BCE9-FF36CCB0101D}"/>
          </ac:spMkLst>
        </pc:spChg>
        <pc:spChg chg="mod">
          <ac:chgData name="lu jiaxuan" userId="9247156b4823de1e" providerId="LiveId" clId="{00C3B82C-5F12-4C51-9254-9F54200179C6}" dt="2023-09-29T10:36:02.711" v="1624" actId="1076"/>
          <ac:spMkLst>
            <pc:docMk/>
            <pc:sldMk cId="1591456085" sldId="262"/>
            <ac:spMk id="24" creationId="{40605E3D-C4B3-AF6A-E441-27E056CADB7B}"/>
          </ac:spMkLst>
        </pc:spChg>
        <pc:picChg chg="mod">
          <ac:chgData name="lu jiaxuan" userId="9247156b4823de1e" providerId="LiveId" clId="{00C3B82C-5F12-4C51-9254-9F54200179C6}" dt="2023-09-29T10:36:02.711" v="1624" actId="1076"/>
          <ac:picMkLst>
            <pc:docMk/>
            <pc:sldMk cId="1591456085" sldId="262"/>
            <ac:picMk id="20" creationId="{7734D472-48E6-3587-4F6F-AE4AFAE51011}"/>
          </ac:picMkLst>
        </pc:picChg>
        <pc:cxnChg chg="mod">
          <ac:chgData name="lu jiaxuan" userId="9247156b4823de1e" providerId="LiveId" clId="{00C3B82C-5F12-4C51-9254-9F54200179C6}" dt="2023-09-29T10:36:02.711" v="1624" actId="1076"/>
          <ac:cxnSpMkLst>
            <pc:docMk/>
            <pc:sldMk cId="1591456085" sldId="262"/>
            <ac:cxnSpMk id="15" creationId="{4D860012-172F-8945-DA50-9C514E6CC488}"/>
          </ac:cxnSpMkLst>
        </pc:cxnChg>
        <pc:cxnChg chg="mod">
          <ac:chgData name="lu jiaxuan" userId="9247156b4823de1e" providerId="LiveId" clId="{00C3B82C-5F12-4C51-9254-9F54200179C6}" dt="2023-09-29T10:36:02.711" v="1624" actId="1076"/>
          <ac:cxnSpMkLst>
            <pc:docMk/>
            <pc:sldMk cId="1591456085" sldId="262"/>
            <ac:cxnSpMk id="16" creationId="{B89F9755-401E-C6BC-28BD-8B3469D617E3}"/>
          </ac:cxnSpMkLst>
        </pc:cxnChg>
        <pc:cxnChg chg="mod">
          <ac:chgData name="lu jiaxuan" userId="9247156b4823de1e" providerId="LiveId" clId="{00C3B82C-5F12-4C51-9254-9F54200179C6}" dt="2023-09-29T10:36:02.711" v="1624" actId="1076"/>
          <ac:cxnSpMkLst>
            <pc:docMk/>
            <pc:sldMk cId="1591456085" sldId="262"/>
            <ac:cxnSpMk id="17" creationId="{5DFBCF0B-DBAE-DF32-95A3-151258999DC6}"/>
          </ac:cxnSpMkLst>
        </pc:cxnChg>
      </pc:sldChg>
      <pc:sldChg chg="addSp modSp mod modAnim modNotesTx">
        <pc:chgData name="lu jiaxuan" userId="9247156b4823de1e" providerId="LiveId" clId="{00C3B82C-5F12-4C51-9254-9F54200179C6}" dt="2023-09-29T10:47:07.595" v="1809" actId="1035"/>
        <pc:sldMkLst>
          <pc:docMk/>
          <pc:sldMk cId="1835906208" sldId="263"/>
        </pc:sldMkLst>
        <pc:spChg chg="mod">
          <ac:chgData name="lu jiaxuan" userId="9247156b4823de1e" providerId="LiveId" clId="{00C3B82C-5F12-4C51-9254-9F54200179C6}" dt="2023-09-29T09:54:18.552" v="761" actId="1076"/>
          <ac:spMkLst>
            <pc:docMk/>
            <pc:sldMk cId="1835906208" sldId="263"/>
            <ac:spMk id="19" creationId="{01F27E11-11C1-A64C-6A1F-2F3445B748AF}"/>
          </ac:spMkLst>
        </pc:spChg>
        <pc:picChg chg="add mod modCrop">
          <ac:chgData name="lu jiaxuan" userId="9247156b4823de1e" providerId="LiveId" clId="{00C3B82C-5F12-4C51-9254-9F54200179C6}" dt="2023-09-29T10:42:27.957" v="1727" actId="1076"/>
          <ac:picMkLst>
            <pc:docMk/>
            <pc:sldMk cId="1835906208" sldId="263"/>
            <ac:picMk id="28" creationId="{C95EAAA8-E91E-FFE0-FFA0-A267EFA2B0A4}"/>
          </ac:picMkLst>
        </pc:picChg>
        <pc:cxnChg chg="mod">
          <ac:chgData name="lu jiaxuan" userId="9247156b4823de1e" providerId="LiveId" clId="{00C3B82C-5F12-4C51-9254-9F54200179C6}" dt="2023-09-29T10:47:07.595" v="1809" actId="1035"/>
          <ac:cxnSpMkLst>
            <pc:docMk/>
            <pc:sldMk cId="1835906208" sldId="263"/>
            <ac:cxnSpMk id="22" creationId="{B8FA3DD9-1087-8F79-882D-9ADF277F1F0F}"/>
          </ac:cxnSpMkLst>
        </pc:cxnChg>
      </pc:sldChg>
      <pc:sldChg chg="addSp delSp modSp new mod modAnim modNotesTx">
        <pc:chgData name="lu jiaxuan" userId="9247156b4823de1e" providerId="LiveId" clId="{00C3B82C-5F12-4C51-9254-9F54200179C6}" dt="2023-09-29T10:28:29.999" v="1447" actId="20577"/>
        <pc:sldMkLst>
          <pc:docMk/>
          <pc:sldMk cId="3218750398" sldId="264"/>
        </pc:sldMkLst>
        <pc:spChg chg="del">
          <ac:chgData name="lu jiaxuan" userId="9247156b4823de1e" providerId="LiveId" clId="{00C3B82C-5F12-4C51-9254-9F54200179C6}" dt="2023-09-29T09:34:05.656" v="5" actId="478"/>
          <ac:spMkLst>
            <pc:docMk/>
            <pc:sldMk cId="3218750398" sldId="264"/>
            <ac:spMk id="2" creationId="{0A2C670A-C9A1-1EC6-8972-203136F4D82E}"/>
          </ac:spMkLst>
        </pc:spChg>
        <pc:spChg chg="del">
          <ac:chgData name="lu jiaxuan" userId="9247156b4823de1e" providerId="LiveId" clId="{00C3B82C-5F12-4C51-9254-9F54200179C6}" dt="2023-09-29T09:34:05.656" v="5" actId="478"/>
          <ac:spMkLst>
            <pc:docMk/>
            <pc:sldMk cId="3218750398" sldId="264"/>
            <ac:spMk id="3" creationId="{A82A7EAE-DC6F-95E3-2EE5-7B7D9C3E4CB4}"/>
          </ac:spMkLst>
        </pc:spChg>
        <pc:spChg chg="add mod">
          <ac:chgData name="lu jiaxuan" userId="9247156b4823de1e" providerId="LiveId" clId="{00C3B82C-5F12-4C51-9254-9F54200179C6}" dt="2023-09-29T09:35:19.741" v="25" actId="1076"/>
          <ac:spMkLst>
            <pc:docMk/>
            <pc:sldMk cId="3218750398" sldId="264"/>
            <ac:spMk id="4" creationId="{30249874-4139-F78D-3118-305A04DD040E}"/>
          </ac:spMkLst>
        </pc:spChg>
        <pc:spChg chg="add mod">
          <ac:chgData name="lu jiaxuan" userId="9247156b4823de1e" providerId="LiveId" clId="{00C3B82C-5F12-4C51-9254-9F54200179C6}" dt="2023-09-29T09:38:51.687" v="96" actId="1076"/>
          <ac:spMkLst>
            <pc:docMk/>
            <pc:sldMk cId="3218750398" sldId="264"/>
            <ac:spMk id="6" creationId="{20C78F22-C574-AF6B-0ADB-BAACEB47C7D8}"/>
          </ac:spMkLst>
        </pc:spChg>
        <pc:spChg chg="add mod">
          <ac:chgData name="lu jiaxuan" userId="9247156b4823de1e" providerId="LiveId" clId="{00C3B82C-5F12-4C51-9254-9F54200179C6}" dt="2023-09-29T10:28:29.999" v="1447" actId="20577"/>
          <ac:spMkLst>
            <pc:docMk/>
            <pc:sldMk cId="3218750398" sldId="264"/>
            <ac:spMk id="7" creationId="{B3535375-E1F7-3F0A-4C4A-7D34A4518604}"/>
          </ac:spMkLst>
        </pc:spChg>
        <pc:graphicFrameChg chg="add mod modGraphic">
          <ac:chgData name="lu jiaxuan" userId="9247156b4823de1e" providerId="LiveId" clId="{00C3B82C-5F12-4C51-9254-9F54200179C6}" dt="2023-09-29T09:38:51.687" v="96" actId="1076"/>
          <ac:graphicFrameMkLst>
            <pc:docMk/>
            <pc:sldMk cId="3218750398" sldId="264"/>
            <ac:graphicFrameMk id="5" creationId="{F3FFE17C-5450-2392-05F5-2EEBB4DC10C8}"/>
          </ac:graphicFrameMkLst>
        </pc:graphicFrameChg>
      </pc:sldChg>
      <pc:sldChg chg="addSp delSp modSp add mod delAnim modAnim modNotesTx">
        <pc:chgData name="lu jiaxuan" userId="9247156b4823de1e" providerId="LiveId" clId="{00C3B82C-5F12-4C51-9254-9F54200179C6}" dt="2023-09-29T10:47:12.269" v="1825" actId="1036"/>
        <pc:sldMkLst>
          <pc:docMk/>
          <pc:sldMk cId="3691110825" sldId="265"/>
        </pc:sldMkLst>
        <pc:spChg chg="mod">
          <ac:chgData name="lu jiaxuan" userId="9247156b4823de1e" providerId="LiveId" clId="{00C3B82C-5F12-4C51-9254-9F54200179C6}" dt="2023-09-29T09:45:20.164" v="391" actId="1076"/>
          <ac:spMkLst>
            <pc:docMk/>
            <pc:sldMk cId="3691110825" sldId="265"/>
            <ac:spMk id="12" creationId="{2A5FE7A6-0552-9676-C294-CED3526DBF06}"/>
          </ac:spMkLst>
        </pc:spChg>
        <pc:spChg chg="add mod">
          <ac:chgData name="lu jiaxuan" userId="9247156b4823de1e" providerId="LiveId" clId="{00C3B82C-5F12-4C51-9254-9F54200179C6}" dt="2023-09-29T09:52:00.577" v="708"/>
          <ac:spMkLst>
            <pc:docMk/>
            <pc:sldMk cId="3691110825" sldId="265"/>
            <ac:spMk id="13" creationId="{E7A98FC0-DBD1-69E6-8349-DBA571497401}"/>
          </ac:spMkLst>
        </pc:spChg>
        <pc:spChg chg="add mod">
          <ac:chgData name="lu jiaxuan" userId="9247156b4823de1e" providerId="LiveId" clId="{00C3B82C-5F12-4C51-9254-9F54200179C6}" dt="2023-09-29T09:52:00.577" v="708"/>
          <ac:spMkLst>
            <pc:docMk/>
            <pc:sldMk cId="3691110825" sldId="265"/>
            <ac:spMk id="14" creationId="{9440E210-8746-08BB-A9DD-420BDDE9A5EA}"/>
          </ac:spMkLst>
        </pc:spChg>
        <pc:spChg chg="mod">
          <ac:chgData name="lu jiaxuan" userId="9247156b4823de1e" providerId="LiveId" clId="{00C3B82C-5F12-4C51-9254-9F54200179C6}" dt="2023-09-29T09:48:41.438" v="492" actId="1035"/>
          <ac:spMkLst>
            <pc:docMk/>
            <pc:sldMk cId="3691110825" sldId="265"/>
            <ac:spMk id="15" creationId="{E45C15C0-5A5F-1F1D-A934-A9FEEA038C54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6" creationId="{AEDA0326-68F1-FAA9-F073-DE56F37A36B2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7" creationId="{95F57C6D-1F97-D680-5F07-1F6EFE793386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8" creationId="{E58EC21D-E8FF-4104-BEDC-DB328BEB6F60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19" creationId="{01F27E11-11C1-A64C-6A1F-2F3445B748AF}"/>
          </ac:spMkLst>
        </pc:spChg>
        <pc:spChg chg="del">
          <ac:chgData name="lu jiaxuan" userId="9247156b4823de1e" providerId="LiveId" clId="{00C3B82C-5F12-4C51-9254-9F54200179C6}" dt="2023-09-29T09:45:13.140" v="390" actId="478"/>
          <ac:spMkLst>
            <pc:docMk/>
            <pc:sldMk cId="3691110825" sldId="265"/>
            <ac:spMk id="24" creationId="{7B8D2BE4-2B2F-0374-826D-A5B46AC2F088}"/>
          </ac:spMkLst>
        </pc:spChg>
        <pc:spChg chg="add mod">
          <ac:chgData name="lu jiaxuan" userId="9247156b4823de1e" providerId="LiveId" clId="{00C3B82C-5F12-4C51-9254-9F54200179C6}" dt="2023-09-29T09:52:00.577" v="708"/>
          <ac:spMkLst>
            <pc:docMk/>
            <pc:sldMk cId="3691110825" sldId="265"/>
            <ac:spMk id="25" creationId="{678DFCBA-820F-0CBA-D059-9F808C83B9A4}"/>
          </ac:spMkLst>
        </pc:spChg>
        <pc:spChg chg="add mod">
          <ac:chgData name="lu jiaxuan" userId="9247156b4823de1e" providerId="LiveId" clId="{00C3B82C-5F12-4C51-9254-9F54200179C6}" dt="2023-09-29T09:52:12.959" v="736" actId="20577"/>
          <ac:spMkLst>
            <pc:docMk/>
            <pc:sldMk cId="3691110825" sldId="265"/>
            <ac:spMk id="30" creationId="{B533341B-8D62-7052-20CC-6C8481F8A5BB}"/>
          </ac:spMkLst>
        </pc:spChg>
        <pc:spChg chg="add mod">
          <ac:chgData name="lu jiaxuan" userId="9247156b4823de1e" providerId="LiveId" clId="{00C3B82C-5F12-4C51-9254-9F54200179C6}" dt="2023-09-29T09:54:21.650" v="762"/>
          <ac:spMkLst>
            <pc:docMk/>
            <pc:sldMk cId="3691110825" sldId="265"/>
            <ac:spMk id="31" creationId="{9C7BCEE8-A473-B3B8-7C81-E5C9AF782A3C}"/>
          </ac:spMkLst>
        </pc:spChg>
        <pc:picChg chg="del">
          <ac:chgData name="lu jiaxuan" userId="9247156b4823de1e" providerId="LiveId" clId="{00C3B82C-5F12-4C51-9254-9F54200179C6}" dt="2023-09-29T09:45:13.140" v="390" actId="478"/>
          <ac:picMkLst>
            <pc:docMk/>
            <pc:sldMk cId="3691110825" sldId="265"/>
            <ac:picMk id="7" creationId="{CAB720DF-3572-F738-9B3C-A828F1AE75B2}"/>
          </ac:picMkLst>
        </pc:picChg>
        <pc:picChg chg="add mod">
          <ac:chgData name="lu jiaxuan" userId="9247156b4823de1e" providerId="LiveId" clId="{00C3B82C-5F12-4C51-9254-9F54200179C6}" dt="2023-09-29T09:47:26.110" v="474" actId="1076"/>
          <ac:picMkLst>
            <pc:docMk/>
            <pc:sldMk cId="3691110825" sldId="265"/>
            <ac:picMk id="9" creationId="{13A3A52A-D240-E34B-D7FF-686AA8F53CCA}"/>
          </ac:picMkLst>
        </pc:picChg>
        <pc:picChg chg="del">
          <ac:chgData name="lu jiaxuan" userId="9247156b4823de1e" providerId="LiveId" clId="{00C3B82C-5F12-4C51-9254-9F54200179C6}" dt="2023-09-29T09:45:13.140" v="390" actId="478"/>
          <ac:picMkLst>
            <pc:docMk/>
            <pc:sldMk cId="3691110825" sldId="265"/>
            <ac:picMk id="23" creationId="{1D363EE1-6EB8-3090-F44D-1A82CB3E2810}"/>
          </ac:picMkLst>
        </pc:picChg>
        <pc:picChg chg="add mod">
          <ac:chgData name="lu jiaxuan" userId="9247156b4823de1e" providerId="LiveId" clId="{00C3B82C-5F12-4C51-9254-9F54200179C6}" dt="2023-09-29T09:52:00.577" v="708"/>
          <ac:picMkLst>
            <pc:docMk/>
            <pc:sldMk cId="3691110825" sldId="265"/>
            <ac:picMk id="29" creationId="{B574BEF9-4AA1-0FEC-3B9F-8D013B5F2A8E}"/>
          </ac:picMkLst>
        </pc:picChg>
        <pc:cxnChg chg="del">
          <ac:chgData name="lu jiaxuan" userId="9247156b4823de1e" providerId="LiveId" clId="{00C3B82C-5F12-4C51-9254-9F54200179C6}" dt="2023-09-29T09:45:13.140" v="390" actId="478"/>
          <ac:cxnSpMkLst>
            <pc:docMk/>
            <pc:sldMk cId="3691110825" sldId="265"/>
            <ac:cxnSpMk id="20" creationId="{B442E5E6-69C4-88EC-79E6-0AD5B9977B00}"/>
          </ac:cxnSpMkLst>
        </pc:cxnChg>
        <pc:cxnChg chg="del">
          <ac:chgData name="lu jiaxuan" userId="9247156b4823de1e" providerId="LiveId" clId="{00C3B82C-5F12-4C51-9254-9F54200179C6}" dt="2023-09-29T09:45:13.140" v="390" actId="478"/>
          <ac:cxnSpMkLst>
            <pc:docMk/>
            <pc:sldMk cId="3691110825" sldId="265"/>
            <ac:cxnSpMk id="21" creationId="{230B1937-2062-B9B4-A393-EF26CCB63FF3}"/>
          </ac:cxnSpMkLst>
        </pc:cxnChg>
        <pc:cxnChg chg="del">
          <ac:chgData name="lu jiaxuan" userId="9247156b4823de1e" providerId="LiveId" clId="{00C3B82C-5F12-4C51-9254-9F54200179C6}" dt="2023-09-29T09:45:13.140" v="390" actId="478"/>
          <ac:cxnSpMkLst>
            <pc:docMk/>
            <pc:sldMk cId="3691110825" sldId="265"/>
            <ac:cxnSpMk id="22" creationId="{B8FA3DD9-1087-8F79-882D-9ADF277F1F0F}"/>
          </ac:cxnSpMkLst>
        </pc:cxnChg>
        <pc:cxnChg chg="add mod">
          <ac:chgData name="lu jiaxuan" userId="9247156b4823de1e" providerId="LiveId" clId="{00C3B82C-5F12-4C51-9254-9F54200179C6}" dt="2023-09-29T09:52:00.577" v="708"/>
          <ac:cxnSpMkLst>
            <pc:docMk/>
            <pc:sldMk cId="3691110825" sldId="265"/>
            <ac:cxnSpMk id="26" creationId="{FB777686-F36D-223F-90F5-0039FF4FB701}"/>
          </ac:cxnSpMkLst>
        </pc:cxnChg>
        <pc:cxnChg chg="add mod">
          <ac:chgData name="lu jiaxuan" userId="9247156b4823de1e" providerId="LiveId" clId="{00C3B82C-5F12-4C51-9254-9F54200179C6}" dt="2023-09-29T09:52:00.577" v="708"/>
          <ac:cxnSpMkLst>
            <pc:docMk/>
            <pc:sldMk cId="3691110825" sldId="265"/>
            <ac:cxnSpMk id="27" creationId="{59B75F52-374C-FC45-0D71-B22727CD756A}"/>
          </ac:cxnSpMkLst>
        </pc:cxnChg>
        <pc:cxnChg chg="add mod">
          <ac:chgData name="lu jiaxuan" userId="9247156b4823de1e" providerId="LiveId" clId="{00C3B82C-5F12-4C51-9254-9F54200179C6}" dt="2023-09-29T10:47:12.269" v="1825" actId="1036"/>
          <ac:cxnSpMkLst>
            <pc:docMk/>
            <pc:sldMk cId="3691110825" sldId="265"/>
            <ac:cxnSpMk id="28" creationId="{7F0BE81F-9514-093B-31E8-4607E027A252}"/>
          </ac:cxnSpMkLst>
        </pc:cxnChg>
      </pc:sldChg>
      <pc:sldChg chg="addSp delSp modSp add mod delAnim modNotesTx">
        <pc:chgData name="lu jiaxuan" userId="9247156b4823de1e" providerId="LiveId" clId="{00C3B82C-5F12-4C51-9254-9F54200179C6}" dt="2023-09-29T10:49:37.028" v="1926" actId="20577"/>
        <pc:sldMkLst>
          <pc:docMk/>
          <pc:sldMk cId="795776144" sldId="266"/>
        </pc:sldMkLst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13" creationId="{E7A98FC0-DBD1-69E6-8349-DBA571497401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14" creationId="{9440E210-8746-08BB-A9DD-420BDDE9A5EA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25" creationId="{678DFCBA-820F-0CBA-D059-9F808C83B9A4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30" creationId="{B533341B-8D62-7052-20CC-6C8481F8A5BB}"/>
          </ac:spMkLst>
        </pc:spChg>
        <pc:spChg chg="del">
          <ac:chgData name="lu jiaxuan" userId="9247156b4823de1e" providerId="LiveId" clId="{00C3B82C-5F12-4C51-9254-9F54200179C6}" dt="2023-09-29T10:02:41.485" v="1046" actId="478"/>
          <ac:spMkLst>
            <pc:docMk/>
            <pc:sldMk cId="795776144" sldId="266"/>
            <ac:spMk id="31" creationId="{9C7BCEE8-A473-B3B8-7C81-E5C9AF782A3C}"/>
          </ac:spMkLst>
        </pc:spChg>
        <pc:picChg chg="add mod">
          <ac:chgData name="lu jiaxuan" userId="9247156b4823de1e" providerId="LiveId" clId="{00C3B82C-5F12-4C51-9254-9F54200179C6}" dt="2023-09-29T10:12:08.981" v="1169" actId="1076"/>
          <ac:picMkLst>
            <pc:docMk/>
            <pc:sldMk cId="795776144" sldId="266"/>
            <ac:picMk id="7" creationId="{49214BA7-7A4C-36FB-E1D0-99FD4CE6DB86}"/>
          </ac:picMkLst>
        </pc:picChg>
        <pc:picChg chg="del">
          <ac:chgData name="lu jiaxuan" userId="9247156b4823de1e" providerId="LiveId" clId="{00C3B82C-5F12-4C51-9254-9F54200179C6}" dt="2023-09-29T10:02:21.609" v="1043" actId="478"/>
          <ac:picMkLst>
            <pc:docMk/>
            <pc:sldMk cId="795776144" sldId="266"/>
            <ac:picMk id="9" creationId="{13A3A52A-D240-E34B-D7FF-686AA8F53CCA}"/>
          </ac:picMkLst>
        </pc:picChg>
        <pc:picChg chg="add mod modCrop">
          <ac:chgData name="lu jiaxuan" userId="9247156b4823de1e" providerId="LiveId" clId="{00C3B82C-5F12-4C51-9254-9F54200179C6}" dt="2023-09-29T10:12:23.624" v="1172" actId="1076"/>
          <ac:picMkLst>
            <pc:docMk/>
            <pc:sldMk cId="795776144" sldId="266"/>
            <ac:picMk id="17" creationId="{A3A8B6B3-2C29-BEA6-3605-C013CA684092}"/>
          </ac:picMkLst>
        </pc:picChg>
        <pc:picChg chg="add mod">
          <ac:chgData name="lu jiaxuan" userId="9247156b4823de1e" providerId="LiveId" clId="{00C3B82C-5F12-4C51-9254-9F54200179C6}" dt="2023-09-29T10:13:45.198" v="1222" actId="1035"/>
          <ac:picMkLst>
            <pc:docMk/>
            <pc:sldMk cId="795776144" sldId="266"/>
            <ac:picMk id="19" creationId="{C9F126E7-8807-510F-FA40-A8B210F40841}"/>
          </ac:picMkLst>
        </pc:picChg>
        <pc:picChg chg="del">
          <ac:chgData name="lu jiaxuan" userId="9247156b4823de1e" providerId="LiveId" clId="{00C3B82C-5F12-4C51-9254-9F54200179C6}" dt="2023-09-29T10:02:41.485" v="1046" actId="478"/>
          <ac:picMkLst>
            <pc:docMk/>
            <pc:sldMk cId="795776144" sldId="266"/>
            <ac:picMk id="29" creationId="{B574BEF9-4AA1-0FEC-3B9F-8D013B5F2A8E}"/>
          </ac:picMkLst>
        </pc:picChg>
        <pc:cxnChg chg="del">
          <ac:chgData name="lu jiaxuan" userId="9247156b4823de1e" providerId="LiveId" clId="{00C3B82C-5F12-4C51-9254-9F54200179C6}" dt="2023-09-29T10:02:41.485" v="1046" actId="478"/>
          <ac:cxnSpMkLst>
            <pc:docMk/>
            <pc:sldMk cId="795776144" sldId="266"/>
            <ac:cxnSpMk id="26" creationId="{FB777686-F36D-223F-90F5-0039FF4FB701}"/>
          </ac:cxnSpMkLst>
        </pc:cxnChg>
        <pc:cxnChg chg="del">
          <ac:chgData name="lu jiaxuan" userId="9247156b4823de1e" providerId="LiveId" clId="{00C3B82C-5F12-4C51-9254-9F54200179C6}" dt="2023-09-29T10:02:41.485" v="1046" actId="478"/>
          <ac:cxnSpMkLst>
            <pc:docMk/>
            <pc:sldMk cId="795776144" sldId="266"/>
            <ac:cxnSpMk id="27" creationId="{59B75F52-374C-FC45-0D71-B22727CD756A}"/>
          </ac:cxnSpMkLst>
        </pc:cxnChg>
        <pc:cxnChg chg="del">
          <ac:chgData name="lu jiaxuan" userId="9247156b4823de1e" providerId="LiveId" clId="{00C3B82C-5F12-4C51-9254-9F54200179C6}" dt="2023-09-29T10:02:41.485" v="1046" actId="478"/>
          <ac:cxnSpMkLst>
            <pc:docMk/>
            <pc:sldMk cId="795776144" sldId="266"/>
            <ac:cxnSpMk id="28" creationId="{7F0BE81F-9514-093B-31E8-4607E027A252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5BC1CD-FEDA-4825-B919-3DB9E6AD4B76}" type="doc">
      <dgm:prSet loTypeId="urn:microsoft.com/office/officeart/2005/8/layout/cycle4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2E37798-5238-4D95-B6A5-7C7C8273CFD9}">
      <dgm:prSet phldrT="[文本]" custT="1"/>
      <dgm:spPr>
        <a:solidFill>
          <a:schemeClr val="bg2">
            <a:lumMod val="60000"/>
            <a:lumOff val="40000"/>
          </a:schemeClr>
        </a:solidFill>
      </dgm:spPr>
      <dgm:t>
        <a:bodyPr/>
        <a:lstStyle/>
        <a:p>
          <a:pPr>
            <a:buFont typeface="+mj-lt"/>
            <a:buAutoNum type="arabicPeriod" startAt="2"/>
          </a:pP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1.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自监督学习</a:t>
          </a:r>
        </a:p>
      </dgm:t>
    </dgm:pt>
    <dgm:pt modelId="{CEC3F8B9-66B8-4455-B782-58D4C8343B03}" type="sibTrans" cxnId="{84EBC880-5D12-4604-BEB0-BDAA791D4A8C}">
      <dgm:prSet/>
      <dgm:spPr/>
      <dgm:t>
        <a:bodyPr/>
        <a:lstStyle/>
        <a:p>
          <a:endParaRPr lang="zh-CN" altLang="en-US"/>
        </a:p>
      </dgm:t>
    </dgm:pt>
    <dgm:pt modelId="{11E4A94C-EF9F-41DB-A5F2-7C30B853908D}" type="parTrans" cxnId="{84EBC880-5D12-4604-BEB0-BDAA791D4A8C}">
      <dgm:prSet/>
      <dgm:spPr/>
      <dgm:t>
        <a:bodyPr/>
        <a:lstStyle/>
        <a:p>
          <a:endParaRPr lang="zh-CN" altLang="en-US"/>
        </a:p>
      </dgm:t>
    </dgm:pt>
    <dgm:pt modelId="{CDF6F06A-54BF-498C-B145-E2EDAA96BB91}">
      <dgm:prSet phldrT="[文本]" custT="1"/>
      <dgm:spPr>
        <a:solidFill>
          <a:schemeClr val="bg2">
            <a:lumMod val="60000"/>
            <a:lumOff val="40000"/>
          </a:schemeClr>
        </a:solidFill>
      </dgm:spPr>
      <dgm:t>
        <a:bodyPr/>
        <a:lstStyle/>
        <a:p>
          <a:pPr>
            <a:buFont typeface="+mj-lt"/>
            <a:buAutoNum type="arabicPeriod" startAt="3"/>
          </a:pP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2.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视觉基础大模型</a:t>
          </a:r>
        </a:p>
      </dgm:t>
    </dgm:pt>
    <dgm:pt modelId="{A3E98B1D-9B5A-4720-A572-52E6CE8B7DF9}" type="sibTrans" cxnId="{A52A7928-02B3-4C1E-8CF3-1B4C810F48A4}">
      <dgm:prSet/>
      <dgm:spPr/>
      <dgm:t>
        <a:bodyPr/>
        <a:lstStyle/>
        <a:p>
          <a:endParaRPr lang="zh-CN" altLang="en-US"/>
        </a:p>
      </dgm:t>
    </dgm:pt>
    <dgm:pt modelId="{CC1AECB9-7BE1-4242-BEBD-CBD19B5CBA41}" type="parTrans" cxnId="{A52A7928-02B3-4C1E-8CF3-1B4C810F48A4}">
      <dgm:prSet/>
      <dgm:spPr/>
      <dgm:t>
        <a:bodyPr/>
        <a:lstStyle/>
        <a:p>
          <a:endParaRPr lang="zh-CN" altLang="en-US"/>
        </a:p>
      </dgm:t>
    </dgm:pt>
    <dgm:pt modelId="{8075B1CB-26AC-4697-8325-EA1E4633B8D9}">
      <dgm:prSet phldrT="[文本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pPr>
            <a:buFont typeface="+mj-lt"/>
            <a:buAutoNum type="arabicPeriod" startAt="5"/>
          </a:pP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4.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下游任务迁移</a:t>
          </a:r>
        </a:p>
      </dgm:t>
    </dgm:pt>
    <dgm:pt modelId="{E6F5CB35-1CBF-4ABC-A009-A03F146412B8}" type="sibTrans" cxnId="{D9D10F63-BAF0-411D-80A7-79ED90EF210E}">
      <dgm:prSet/>
      <dgm:spPr/>
      <dgm:t>
        <a:bodyPr/>
        <a:lstStyle/>
        <a:p>
          <a:endParaRPr lang="zh-CN" altLang="en-US"/>
        </a:p>
      </dgm:t>
    </dgm:pt>
    <dgm:pt modelId="{962B9003-5AA3-4125-8579-2FEEA81CDF2F}" type="parTrans" cxnId="{D9D10F63-BAF0-411D-80A7-79ED90EF210E}">
      <dgm:prSet/>
      <dgm:spPr/>
      <dgm:t>
        <a:bodyPr/>
        <a:lstStyle/>
        <a:p>
          <a:endParaRPr lang="zh-CN" altLang="en-US"/>
        </a:p>
      </dgm:t>
    </dgm:pt>
    <dgm:pt modelId="{9143A61A-D1AA-45B7-A2CB-1E48275AC100}">
      <dgm:prSet phldrT="[文本]" custT="1"/>
      <dgm:spPr>
        <a:solidFill>
          <a:schemeClr val="bg2">
            <a:lumMod val="60000"/>
            <a:lumOff val="40000"/>
          </a:schemeClr>
        </a:solidFill>
      </dgm:spPr>
      <dgm:t>
        <a:bodyPr/>
        <a:lstStyle/>
        <a:p>
          <a:pPr>
            <a:buFont typeface="+mj-lt"/>
            <a:buAutoNum type="arabicPeriod" startAt="4"/>
          </a:pP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3.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多模态视觉大模型</a:t>
          </a:r>
        </a:p>
      </dgm:t>
    </dgm:pt>
    <dgm:pt modelId="{78D2F9B6-DC5C-4038-A241-75A29EF96F74}" type="sibTrans" cxnId="{839E1489-CC84-4754-8869-95F9A2442A19}">
      <dgm:prSet/>
      <dgm:spPr/>
      <dgm:t>
        <a:bodyPr/>
        <a:lstStyle/>
        <a:p>
          <a:endParaRPr lang="zh-CN" altLang="en-US"/>
        </a:p>
      </dgm:t>
    </dgm:pt>
    <dgm:pt modelId="{05FE6AD4-2618-4331-BD97-04C509A210F5}" type="parTrans" cxnId="{839E1489-CC84-4754-8869-95F9A2442A19}">
      <dgm:prSet/>
      <dgm:spPr/>
      <dgm:t>
        <a:bodyPr/>
        <a:lstStyle/>
        <a:p>
          <a:endParaRPr lang="zh-CN" altLang="en-US"/>
        </a:p>
      </dgm:t>
    </dgm:pt>
    <dgm:pt modelId="{46F6BA74-26DB-426E-A946-13C4957A8B73}" type="pres">
      <dgm:prSet presAssocID="{9A5BC1CD-FEDA-4825-B919-3DB9E6AD4B76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A23EE378-AEB1-4D64-9374-6FE5AFB8AB48}" type="pres">
      <dgm:prSet presAssocID="{9A5BC1CD-FEDA-4825-B919-3DB9E6AD4B76}" presName="children" presStyleCnt="0"/>
      <dgm:spPr/>
    </dgm:pt>
    <dgm:pt modelId="{43042449-C35F-4003-A9DD-6C696CD05936}" type="pres">
      <dgm:prSet presAssocID="{9A5BC1CD-FEDA-4825-B919-3DB9E6AD4B76}" presName="childPlaceholder" presStyleCnt="0"/>
      <dgm:spPr/>
    </dgm:pt>
    <dgm:pt modelId="{BA4A7BD4-57A3-4838-ABD5-0FF1865EC0CF}" type="pres">
      <dgm:prSet presAssocID="{9A5BC1CD-FEDA-4825-B919-3DB9E6AD4B76}" presName="circle" presStyleCnt="0"/>
      <dgm:spPr/>
    </dgm:pt>
    <dgm:pt modelId="{0B3CC726-5278-4FB3-9AE3-67DB1FA576CE}" type="pres">
      <dgm:prSet presAssocID="{9A5BC1CD-FEDA-4825-B919-3DB9E6AD4B76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EFF077F9-D05A-492A-8703-595972130D12}" type="pres">
      <dgm:prSet presAssocID="{9A5BC1CD-FEDA-4825-B919-3DB9E6AD4B76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201019B1-5EA2-4A76-926E-E5F0D89434A5}" type="pres">
      <dgm:prSet presAssocID="{9A5BC1CD-FEDA-4825-B919-3DB9E6AD4B76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C3A8272F-A370-46A5-8BBB-3B8B139F0702}" type="pres">
      <dgm:prSet presAssocID="{9A5BC1CD-FEDA-4825-B919-3DB9E6AD4B76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224FA699-3E55-4E0C-970A-7287027F73BC}" type="pres">
      <dgm:prSet presAssocID="{9A5BC1CD-FEDA-4825-B919-3DB9E6AD4B76}" presName="quadrantPlaceholder" presStyleCnt="0"/>
      <dgm:spPr/>
    </dgm:pt>
    <dgm:pt modelId="{EEB3C94F-AC7F-4E54-A6B9-2E137101E812}" type="pres">
      <dgm:prSet presAssocID="{9A5BC1CD-FEDA-4825-B919-3DB9E6AD4B76}" presName="center1" presStyleLbl="fgShp" presStyleIdx="0" presStyleCnt="2"/>
      <dgm:spPr/>
    </dgm:pt>
    <dgm:pt modelId="{2AFD6177-6D87-4689-8FD6-FE6A916A7F63}" type="pres">
      <dgm:prSet presAssocID="{9A5BC1CD-FEDA-4825-B919-3DB9E6AD4B76}" presName="center2" presStyleLbl="fgShp" presStyleIdx="1" presStyleCnt="2"/>
      <dgm:spPr/>
    </dgm:pt>
  </dgm:ptLst>
  <dgm:cxnLst>
    <dgm:cxn modelId="{A52A7928-02B3-4C1E-8CF3-1B4C810F48A4}" srcId="{9A5BC1CD-FEDA-4825-B919-3DB9E6AD4B76}" destId="{CDF6F06A-54BF-498C-B145-E2EDAA96BB91}" srcOrd="1" destOrd="0" parTransId="{CC1AECB9-7BE1-4242-BEBD-CBD19B5CBA41}" sibTransId="{A3E98B1D-9B5A-4720-A572-52E6CE8B7DF9}"/>
    <dgm:cxn modelId="{C18FDE3A-15B2-4FCA-8F14-F0EDD2AE1F14}" type="presOf" srcId="{CDF6F06A-54BF-498C-B145-E2EDAA96BB91}" destId="{EFF077F9-D05A-492A-8703-595972130D12}" srcOrd="0" destOrd="0" presId="urn:microsoft.com/office/officeart/2005/8/layout/cycle4"/>
    <dgm:cxn modelId="{D9D10F63-BAF0-411D-80A7-79ED90EF210E}" srcId="{9A5BC1CD-FEDA-4825-B919-3DB9E6AD4B76}" destId="{8075B1CB-26AC-4697-8325-EA1E4633B8D9}" srcOrd="2" destOrd="0" parTransId="{962B9003-5AA3-4125-8579-2FEEA81CDF2F}" sibTransId="{E6F5CB35-1CBF-4ABC-A009-A03F146412B8}"/>
    <dgm:cxn modelId="{84EBC880-5D12-4604-BEB0-BDAA791D4A8C}" srcId="{9A5BC1CD-FEDA-4825-B919-3DB9E6AD4B76}" destId="{A2E37798-5238-4D95-B6A5-7C7C8273CFD9}" srcOrd="0" destOrd="0" parTransId="{11E4A94C-EF9F-41DB-A5F2-7C30B853908D}" sibTransId="{CEC3F8B9-66B8-4455-B782-58D4C8343B03}"/>
    <dgm:cxn modelId="{839E1489-CC84-4754-8869-95F9A2442A19}" srcId="{9A5BC1CD-FEDA-4825-B919-3DB9E6AD4B76}" destId="{9143A61A-D1AA-45B7-A2CB-1E48275AC100}" srcOrd="3" destOrd="0" parTransId="{05FE6AD4-2618-4331-BD97-04C509A210F5}" sibTransId="{78D2F9B6-DC5C-4038-A241-75A29EF96F74}"/>
    <dgm:cxn modelId="{BFD7938F-E462-41DB-B432-CB2C8626FD46}" type="presOf" srcId="{9143A61A-D1AA-45B7-A2CB-1E48275AC100}" destId="{C3A8272F-A370-46A5-8BBB-3B8B139F0702}" srcOrd="0" destOrd="0" presId="urn:microsoft.com/office/officeart/2005/8/layout/cycle4"/>
    <dgm:cxn modelId="{CE6E8B90-B731-4A25-B3CB-F279633121A2}" type="presOf" srcId="{8075B1CB-26AC-4697-8325-EA1E4633B8D9}" destId="{201019B1-5EA2-4A76-926E-E5F0D89434A5}" srcOrd="0" destOrd="0" presId="urn:microsoft.com/office/officeart/2005/8/layout/cycle4"/>
    <dgm:cxn modelId="{2951F6AB-5FD3-49EF-91C4-076C06012946}" type="presOf" srcId="{A2E37798-5238-4D95-B6A5-7C7C8273CFD9}" destId="{0B3CC726-5278-4FB3-9AE3-67DB1FA576CE}" srcOrd="0" destOrd="0" presId="urn:microsoft.com/office/officeart/2005/8/layout/cycle4"/>
    <dgm:cxn modelId="{2DC9A1F8-867F-40E0-9B24-8BA830D2A210}" type="presOf" srcId="{9A5BC1CD-FEDA-4825-B919-3DB9E6AD4B76}" destId="{46F6BA74-26DB-426E-A946-13C4957A8B73}" srcOrd="0" destOrd="0" presId="urn:microsoft.com/office/officeart/2005/8/layout/cycle4"/>
    <dgm:cxn modelId="{D8B97F3A-DEDB-40B2-A7B9-0F55D73EE9D2}" type="presParOf" srcId="{46F6BA74-26DB-426E-A946-13C4957A8B73}" destId="{A23EE378-AEB1-4D64-9374-6FE5AFB8AB48}" srcOrd="0" destOrd="0" presId="urn:microsoft.com/office/officeart/2005/8/layout/cycle4"/>
    <dgm:cxn modelId="{61E49F83-3DAE-4E98-B5F9-054E6ECB3869}" type="presParOf" srcId="{A23EE378-AEB1-4D64-9374-6FE5AFB8AB48}" destId="{43042449-C35F-4003-A9DD-6C696CD05936}" srcOrd="0" destOrd="0" presId="urn:microsoft.com/office/officeart/2005/8/layout/cycle4"/>
    <dgm:cxn modelId="{0E2F0F56-4AB4-4790-AFC0-06A39236086F}" type="presParOf" srcId="{46F6BA74-26DB-426E-A946-13C4957A8B73}" destId="{BA4A7BD4-57A3-4838-ABD5-0FF1865EC0CF}" srcOrd="1" destOrd="0" presId="urn:microsoft.com/office/officeart/2005/8/layout/cycle4"/>
    <dgm:cxn modelId="{52A5248A-453B-4827-B46F-669DB39C2C2E}" type="presParOf" srcId="{BA4A7BD4-57A3-4838-ABD5-0FF1865EC0CF}" destId="{0B3CC726-5278-4FB3-9AE3-67DB1FA576CE}" srcOrd="0" destOrd="0" presId="urn:microsoft.com/office/officeart/2005/8/layout/cycle4"/>
    <dgm:cxn modelId="{079440D0-9DF7-4124-AF58-5F5D2022C298}" type="presParOf" srcId="{BA4A7BD4-57A3-4838-ABD5-0FF1865EC0CF}" destId="{EFF077F9-D05A-492A-8703-595972130D12}" srcOrd="1" destOrd="0" presId="urn:microsoft.com/office/officeart/2005/8/layout/cycle4"/>
    <dgm:cxn modelId="{976269CE-7475-415B-A33F-FF835B3DC604}" type="presParOf" srcId="{BA4A7BD4-57A3-4838-ABD5-0FF1865EC0CF}" destId="{201019B1-5EA2-4A76-926E-E5F0D89434A5}" srcOrd="2" destOrd="0" presId="urn:microsoft.com/office/officeart/2005/8/layout/cycle4"/>
    <dgm:cxn modelId="{2E416F4C-C66D-4988-BB38-523AC2CEC6E2}" type="presParOf" srcId="{BA4A7BD4-57A3-4838-ABD5-0FF1865EC0CF}" destId="{C3A8272F-A370-46A5-8BBB-3B8B139F0702}" srcOrd="3" destOrd="0" presId="urn:microsoft.com/office/officeart/2005/8/layout/cycle4"/>
    <dgm:cxn modelId="{03A02D36-E9E8-4B7D-8435-2DF967163028}" type="presParOf" srcId="{BA4A7BD4-57A3-4838-ABD5-0FF1865EC0CF}" destId="{224FA699-3E55-4E0C-970A-7287027F73BC}" srcOrd="4" destOrd="0" presId="urn:microsoft.com/office/officeart/2005/8/layout/cycle4"/>
    <dgm:cxn modelId="{75379035-A447-427B-BA19-C21F53963700}" type="presParOf" srcId="{46F6BA74-26DB-426E-A946-13C4957A8B73}" destId="{EEB3C94F-AC7F-4E54-A6B9-2E137101E812}" srcOrd="2" destOrd="0" presId="urn:microsoft.com/office/officeart/2005/8/layout/cycle4"/>
    <dgm:cxn modelId="{AF3D0C61-F6C7-4C72-9E9A-8AC5F96C03FA}" type="presParOf" srcId="{46F6BA74-26DB-426E-A946-13C4957A8B73}" destId="{2AFD6177-6D87-4689-8FD6-FE6A916A7F63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3CC726-5278-4FB3-9AE3-67DB1FA576CE}">
      <dsp:nvSpPr>
        <dsp:cNvPr id="0" name=""/>
        <dsp:cNvSpPr/>
      </dsp:nvSpPr>
      <dsp:spPr>
        <a:xfrm>
          <a:off x="1663530" y="308864"/>
          <a:ext cx="2346282" cy="2346282"/>
        </a:xfrm>
        <a:prstGeom prst="pieWedge">
          <a:avLst/>
        </a:prstGeom>
        <a:solidFill>
          <a:schemeClr val="bg2">
            <a:lumMod val="60000"/>
            <a:lumOff val="4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1.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自监督学习</a:t>
          </a:r>
        </a:p>
      </dsp:txBody>
      <dsp:txXfrm>
        <a:off x="2350740" y="996074"/>
        <a:ext cx="1659072" cy="1659072"/>
      </dsp:txXfrm>
    </dsp:sp>
    <dsp:sp modelId="{EFF077F9-D05A-492A-8703-595972130D12}">
      <dsp:nvSpPr>
        <dsp:cNvPr id="0" name=""/>
        <dsp:cNvSpPr/>
      </dsp:nvSpPr>
      <dsp:spPr>
        <a:xfrm rot="5400000">
          <a:off x="4118186" y="308864"/>
          <a:ext cx="2346282" cy="2346282"/>
        </a:xfrm>
        <a:prstGeom prst="pieWedge">
          <a:avLst/>
        </a:prstGeom>
        <a:solidFill>
          <a:schemeClr val="bg2">
            <a:lumMod val="60000"/>
            <a:lumOff val="4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2.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视觉基础大模型</a:t>
          </a:r>
        </a:p>
      </dsp:txBody>
      <dsp:txXfrm rot="-5400000">
        <a:off x="4118186" y="996074"/>
        <a:ext cx="1659072" cy="1659072"/>
      </dsp:txXfrm>
    </dsp:sp>
    <dsp:sp modelId="{201019B1-5EA2-4A76-926E-E5F0D89434A5}">
      <dsp:nvSpPr>
        <dsp:cNvPr id="0" name=""/>
        <dsp:cNvSpPr/>
      </dsp:nvSpPr>
      <dsp:spPr>
        <a:xfrm rot="10800000">
          <a:off x="4118186" y="2763520"/>
          <a:ext cx="2346282" cy="2346282"/>
        </a:xfrm>
        <a:prstGeom prst="pieWedge">
          <a:avLst/>
        </a:prstGeom>
        <a:solidFill>
          <a:schemeClr val="accent6">
            <a:lumMod val="60000"/>
            <a:lumOff val="4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4.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下游任务迁移</a:t>
          </a:r>
        </a:p>
      </dsp:txBody>
      <dsp:txXfrm rot="10800000">
        <a:off x="4118186" y="2763520"/>
        <a:ext cx="1659072" cy="1659072"/>
      </dsp:txXfrm>
    </dsp:sp>
    <dsp:sp modelId="{C3A8272F-A370-46A5-8BBB-3B8B139F0702}">
      <dsp:nvSpPr>
        <dsp:cNvPr id="0" name=""/>
        <dsp:cNvSpPr/>
      </dsp:nvSpPr>
      <dsp:spPr>
        <a:xfrm rot="16200000">
          <a:off x="1663530" y="2763520"/>
          <a:ext cx="2346282" cy="2346282"/>
        </a:xfrm>
        <a:prstGeom prst="pieWedge">
          <a:avLst/>
        </a:prstGeom>
        <a:solidFill>
          <a:schemeClr val="bg2">
            <a:lumMod val="60000"/>
            <a:lumOff val="4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3.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多模态视觉大模型</a:t>
          </a:r>
        </a:p>
      </dsp:txBody>
      <dsp:txXfrm rot="5400000">
        <a:off x="2350740" y="2763520"/>
        <a:ext cx="1659072" cy="1659072"/>
      </dsp:txXfrm>
    </dsp:sp>
    <dsp:sp modelId="{EEB3C94F-AC7F-4E54-A6B9-2E137101E812}">
      <dsp:nvSpPr>
        <dsp:cNvPr id="0" name=""/>
        <dsp:cNvSpPr/>
      </dsp:nvSpPr>
      <dsp:spPr>
        <a:xfrm>
          <a:off x="3658954" y="2221653"/>
          <a:ext cx="810090" cy="704426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AFD6177-6D87-4689-8FD6-FE6A916A7F63}">
      <dsp:nvSpPr>
        <dsp:cNvPr id="0" name=""/>
        <dsp:cNvSpPr/>
      </dsp:nvSpPr>
      <dsp:spPr>
        <a:xfrm rot="10800000">
          <a:off x="3658954" y="2492586"/>
          <a:ext cx="810090" cy="704426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542D5-1BA5-4FAC-905B-345980C026F8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2A46F-5F01-40FC-89D0-FE6881FB40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590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420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86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763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926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662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955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2A46F-5F01-40FC-89D0-FE6881FB40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318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534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623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46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469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56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349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037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12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834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391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58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2597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987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729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572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4951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251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029135F-5A99-4213-A67E-27093ACF2019}" type="datetimeFigureOut">
              <a:rPr lang="zh-CN" altLang="en-US" smtClean="0"/>
              <a:t>2023/12/13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6FEE4-9E77-4E9A-AC6A-E646A565D7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7458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6C9C4-488A-8181-21F2-FA07637068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</a:t>
            </a: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大模型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课程介绍</a:t>
            </a:r>
            <a:endParaRPr lang="zh-CN" altLang="en-US" b="1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AADCCD-862D-C942-5155-3413807115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智魔老师</a:t>
            </a:r>
          </a:p>
        </p:txBody>
      </p:sp>
    </p:spTree>
    <p:extLst>
      <p:ext uri="{BB962C8B-B14F-4D97-AF65-F5344CB8AC3E}">
        <p14:creationId xmlns:p14="http://schemas.microsoft.com/office/powerpoint/2010/main" val="122705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A89F0BF-41E3-A967-7C58-6E9415731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1304739"/>
            <a:ext cx="11563350" cy="4076658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1F17F92-8D37-6C55-3A5A-69E492FAF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大模型的演进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9654BF2-10C2-B096-00AB-5954B4F0B927}"/>
              </a:ext>
            </a:extLst>
          </p:cNvPr>
          <p:cNvGrpSpPr/>
          <p:nvPr/>
        </p:nvGrpSpPr>
        <p:grpSpPr>
          <a:xfrm>
            <a:off x="2357337" y="5511643"/>
            <a:ext cx="7420480" cy="1179131"/>
            <a:chOff x="2357337" y="5511643"/>
            <a:chExt cx="7420480" cy="1179131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F97E60A5-D208-C038-3464-FDF4881AA54F}"/>
                </a:ext>
              </a:extLst>
            </p:cNvPr>
            <p:cNvSpPr/>
            <p:nvPr/>
          </p:nvSpPr>
          <p:spPr>
            <a:xfrm>
              <a:off x="2357337" y="5511643"/>
              <a:ext cx="1963417" cy="1178050"/>
            </a:xfrm>
            <a:custGeom>
              <a:avLst/>
              <a:gdLst>
                <a:gd name="connsiteX0" fmla="*/ 0 w 1963417"/>
                <a:gd name="connsiteY0" fmla="*/ 0 h 1178050"/>
                <a:gd name="connsiteX1" fmla="*/ 1963417 w 1963417"/>
                <a:gd name="connsiteY1" fmla="*/ 0 h 1178050"/>
                <a:gd name="connsiteX2" fmla="*/ 1963417 w 1963417"/>
                <a:gd name="connsiteY2" fmla="*/ 1178050 h 1178050"/>
                <a:gd name="connsiteX3" fmla="*/ 0 w 1963417"/>
                <a:gd name="connsiteY3" fmla="*/ 1178050 h 1178050"/>
                <a:gd name="connsiteX4" fmla="*/ 0 w 1963417"/>
                <a:gd name="connsiteY4" fmla="*/ 0 h 1178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3417" h="1178050">
                  <a:moveTo>
                    <a:pt x="0" y="0"/>
                  </a:moveTo>
                  <a:lnTo>
                    <a:pt x="1963417" y="0"/>
                  </a:lnTo>
                  <a:lnTo>
                    <a:pt x="1963417" y="1178050"/>
                  </a:lnTo>
                  <a:lnTo>
                    <a:pt x="0" y="117805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 kern="1200" dirty="0"/>
                <a:t>纯语言</a:t>
              </a: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B3869283-6615-E4E9-ED10-44BAEF5A00A3}"/>
                </a:ext>
              </a:extLst>
            </p:cNvPr>
            <p:cNvSpPr/>
            <p:nvPr/>
          </p:nvSpPr>
          <p:spPr>
            <a:xfrm>
              <a:off x="5080657" y="5512724"/>
              <a:ext cx="1963417" cy="1178050"/>
            </a:xfrm>
            <a:custGeom>
              <a:avLst/>
              <a:gdLst>
                <a:gd name="connsiteX0" fmla="*/ 0 w 1963417"/>
                <a:gd name="connsiteY0" fmla="*/ 0 h 1178050"/>
                <a:gd name="connsiteX1" fmla="*/ 1963417 w 1963417"/>
                <a:gd name="connsiteY1" fmla="*/ 0 h 1178050"/>
                <a:gd name="connsiteX2" fmla="*/ 1963417 w 1963417"/>
                <a:gd name="connsiteY2" fmla="*/ 1178050 h 1178050"/>
                <a:gd name="connsiteX3" fmla="*/ 0 w 1963417"/>
                <a:gd name="connsiteY3" fmla="*/ 1178050 h 1178050"/>
                <a:gd name="connsiteX4" fmla="*/ 0 w 1963417"/>
                <a:gd name="connsiteY4" fmla="*/ 0 h 1178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3417" h="1178050">
                  <a:moveTo>
                    <a:pt x="0" y="0"/>
                  </a:moveTo>
                  <a:lnTo>
                    <a:pt x="1963417" y="0"/>
                  </a:lnTo>
                  <a:lnTo>
                    <a:pt x="1963417" y="1178050"/>
                  </a:lnTo>
                  <a:lnTo>
                    <a:pt x="0" y="117805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4">
                <a:hueOff val="1329380"/>
                <a:satOff val="481"/>
                <a:lumOff val="-3921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 kern="1200" dirty="0"/>
                <a:t>纯视觉</a:t>
              </a:r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5DDEC7BB-8547-39F9-633F-B3F51C51D4DF}"/>
                </a:ext>
              </a:extLst>
            </p:cNvPr>
            <p:cNvSpPr/>
            <p:nvPr/>
          </p:nvSpPr>
          <p:spPr>
            <a:xfrm>
              <a:off x="7814400" y="5511643"/>
              <a:ext cx="1963417" cy="1178050"/>
            </a:xfrm>
            <a:custGeom>
              <a:avLst/>
              <a:gdLst>
                <a:gd name="connsiteX0" fmla="*/ 0 w 1963417"/>
                <a:gd name="connsiteY0" fmla="*/ 0 h 1178050"/>
                <a:gd name="connsiteX1" fmla="*/ 1963417 w 1963417"/>
                <a:gd name="connsiteY1" fmla="*/ 0 h 1178050"/>
                <a:gd name="connsiteX2" fmla="*/ 1963417 w 1963417"/>
                <a:gd name="connsiteY2" fmla="*/ 1178050 h 1178050"/>
                <a:gd name="connsiteX3" fmla="*/ 0 w 1963417"/>
                <a:gd name="connsiteY3" fmla="*/ 1178050 h 1178050"/>
                <a:gd name="connsiteX4" fmla="*/ 0 w 1963417"/>
                <a:gd name="connsiteY4" fmla="*/ 0 h 1178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3417" h="1178050">
                  <a:moveTo>
                    <a:pt x="0" y="0"/>
                  </a:moveTo>
                  <a:lnTo>
                    <a:pt x="1963417" y="0"/>
                  </a:lnTo>
                  <a:lnTo>
                    <a:pt x="1963417" y="1178050"/>
                  </a:lnTo>
                  <a:lnTo>
                    <a:pt x="0" y="117805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4">
                <a:hueOff val="2658761"/>
                <a:satOff val="962"/>
                <a:lumOff val="-7843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3600" kern="1200" dirty="0"/>
                <a:t>多模态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4565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1F17F92-8D37-6C55-3A5A-69E492FAF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AI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领域的大模型时代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What Are Foundation Models? | NVIDIA Blogs">
            <a:extLst>
              <a:ext uri="{FF2B5EF4-FFF2-40B4-BE49-F238E27FC236}">
                <a16:creationId xmlns:a16="http://schemas.microsoft.com/office/drawing/2014/main" id="{EDF45F46-AB2D-DC45-3321-CFFA6A15B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20" y="1337311"/>
            <a:ext cx="7824470" cy="534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697CDB4-0A8B-5F4C-D83C-C3247FDEA1B3}"/>
              </a:ext>
            </a:extLst>
          </p:cNvPr>
          <p:cNvSpPr txBox="1"/>
          <p:nvPr/>
        </p:nvSpPr>
        <p:spPr>
          <a:xfrm>
            <a:off x="9232866" y="3337560"/>
            <a:ext cx="2722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一个模型</a:t>
            </a:r>
            <a:endParaRPr lang="en-US" altLang="zh-CN" sz="4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所有任务</a:t>
            </a:r>
          </a:p>
        </p:txBody>
      </p:sp>
    </p:spTree>
    <p:extLst>
      <p:ext uri="{BB962C8B-B14F-4D97-AF65-F5344CB8AC3E}">
        <p14:creationId xmlns:p14="http://schemas.microsoft.com/office/powerpoint/2010/main" val="422085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1F17F92-8D37-6C55-3A5A-69E492FAF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视觉领域进入大模型新时代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9A75EF-A94B-2D01-7F31-64D6F6348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" y="1302184"/>
            <a:ext cx="11221835" cy="526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277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848BA95D-DA48-CBFC-966D-3ABAD727F6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2108436"/>
              </p:ext>
            </p:extLst>
          </p:nvPr>
        </p:nvGraphicFramePr>
        <p:xfrm>
          <a:off x="1955800" y="123401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E4B2EDB-837C-EDED-C200-68BB28031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084560" cy="560800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课程规划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 descr="  1. 自监督学习概述&#10;  2. 基于前置任务的自监督学习&#10;  3. 基于对比学习的自监督学习&#10;  4. SimCLR模型&#10;  5. MoCo模型&#10;  6. 基于掩码重建的自监督学习&#10;  7. BEiT模型">
            <a:extLst>
              <a:ext uri="{FF2B5EF4-FFF2-40B4-BE49-F238E27FC236}">
                <a16:creationId xmlns:a16="http://schemas.microsoft.com/office/drawing/2014/main" id="{C6118969-6B66-FACA-D49E-8DA4FB7D0638}"/>
              </a:ext>
            </a:extLst>
          </p:cNvPr>
          <p:cNvSpPr/>
          <p:nvPr/>
        </p:nvSpPr>
        <p:spPr>
          <a:xfrm>
            <a:off x="477520" y="1405466"/>
            <a:ext cx="3027680" cy="2298965"/>
          </a:xfrm>
          <a:prstGeom prst="roundRect">
            <a:avLst/>
          </a:prstGeom>
          <a:noFill/>
          <a:ln w="28575">
            <a:solidFill>
              <a:srgbClr val="54C1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自监督学习概述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基于前置任务的自监督学习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基于对比学习的自监督学习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SimCLR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MoCo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基于掩码重建的自监督学习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BEiT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</p:txBody>
      </p:sp>
      <p:sp>
        <p:nvSpPr>
          <p:cNvPr id="6" name="矩形: 圆角 5" descr="  1. 自监督学习概述&#10;  2. 基于前置任务的自监督学习&#10;  3. 基于对比学习的自监督学习&#10;  4. SimCLR模型&#10;  5. MoCo模型&#10;  6. 基于掩码重建的自监督学习&#10;  7. BEiT模型">
            <a:extLst>
              <a:ext uri="{FF2B5EF4-FFF2-40B4-BE49-F238E27FC236}">
                <a16:creationId xmlns:a16="http://schemas.microsoft.com/office/drawing/2014/main" id="{5C0B7E2A-BB75-B0CE-115D-564E58AEFA5D}"/>
              </a:ext>
            </a:extLst>
          </p:cNvPr>
          <p:cNvSpPr/>
          <p:nvPr/>
        </p:nvSpPr>
        <p:spPr>
          <a:xfrm>
            <a:off x="8477250" y="1570329"/>
            <a:ext cx="3027680" cy="1782075"/>
          </a:xfrm>
          <a:prstGeom prst="roundRect">
            <a:avLst/>
          </a:prstGeom>
          <a:noFill/>
          <a:ln w="28575">
            <a:solidFill>
              <a:srgbClr val="54C1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ViT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与其变种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MoCo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v3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自监督骨干网络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DINO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MAE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</p:txBody>
      </p:sp>
      <p:sp>
        <p:nvSpPr>
          <p:cNvPr id="7" name="矩形: 圆角 6" descr="  1. 自监督学习概述&#10;  2. 基于前置任务的自监督学习&#10;  3. 基于对比学习的自监督学习&#10;  4. SimCLR模型&#10;  5. MoCo模型&#10;  6. 基于掩码重建的自监督学习&#10;  7. BEiT模型">
            <a:extLst>
              <a:ext uri="{FF2B5EF4-FFF2-40B4-BE49-F238E27FC236}">
                <a16:creationId xmlns:a16="http://schemas.microsoft.com/office/drawing/2014/main" id="{4B5AC9CC-0821-6AD9-CD8C-69DDDCECFC83}"/>
              </a:ext>
            </a:extLst>
          </p:cNvPr>
          <p:cNvSpPr/>
          <p:nvPr/>
        </p:nvSpPr>
        <p:spPr>
          <a:xfrm>
            <a:off x="477520" y="4396632"/>
            <a:ext cx="3027680" cy="2298965"/>
          </a:xfrm>
          <a:prstGeom prst="roundRect">
            <a:avLst/>
          </a:prstGeom>
          <a:noFill/>
          <a:ln w="28575">
            <a:solidFill>
              <a:srgbClr val="54C1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多模态学习概念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多模态网络的架构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CLIP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GLIP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Flamingo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LLaVA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</p:txBody>
      </p:sp>
      <p:sp>
        <p:nvSpPr>
          <p:cNvPr id="8" name="矩形: 圆角 7" descr="  1. 自监督学习概述&#10;  2. 基于前置任务的自监督学习&#10;  3. 基于对比学习的自监督学习&#10;  4. SimCLR模型&#10;  5. MoCo模型&#10;  6. 基于掩码重建的自监督学习&#10;  7. BEiT模型">
            <a:extLst>
              <a:ext uri="{FF2B5EF4-FFF2-40B4-BE49-F238E27FC236}">
                <a16:creationId xmlns:a16="http://schemas.microsoft.com/office/drawing/2014/main" id="{F233BD68-AE48-75DE-BBA8-22B89B66E778}"/>
              </a:ext>
            </a:extLst>
          </p:cNvPr>
          <p:cNvSpPr/>
          <p:nvPr/>
        </p:nvSpPr>
        <p:spPr>
          <a:xfrm>
            <a:off x="8477250" y="4551308"/>
            <a:ext cx="3027680" cy="1782075"/>
          </a:xfrm>
          <a:prstGeom prst="roundRect">
            <a:avLst/>
          </a:prstGeom>
          <a:noFill/>
          <a:ln w="28575">
            <a:solidFill>
              <a:srgbClr val="CFA5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线性探测方法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微调方法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Adapter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基于标注的视觉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基于学习的视觉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 descr="  1. 自监督学习概述&#10;  2. 基于前置任务的自监督学习&#10;  3. 基于对比学习的自监督学习&#10;  4. SimCLR模型&#10;  5. MoCo模型&#10;  6. 基于掩码重建的自监督学习&#10;  7. BEiT模型">
            <a:extLst>
              <a:ext uri="{FF2B5EF4-FFF2-40B4-BE49-F238E27FC236}">
                <a16:creationId xmlns:a16="http://schemas.microsoft.com/office/drawing/2014/main" id="{0F9BBA63-3A89-B394-76EB-C5CA22189F45}"/>
              </a:ext>
            </a:extLst>
          </p:cNvPr>
          <p:cNvSpPr/>
          <p:nvPr/>
        </p:nvSpPr>
        <p:spPr>
          <a:xfrm>
            <a:off x="4907280" y="681037"/>
            <a:ext cx="2247900" cy="581426"/>
          </a:xfrm>
          <a:prstGeom prst="round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视觉大模型技术概述</a:t>
            </a:r>
          </a:p>
        </p:txBody>
      </p:sp>
    </p:spTree>
    <p:extLst>
      <p:ext uri="{BB962C8B-B14F-4D97-AF65-F5344CB8AC3E}">
        <p14:creationId xmlns:p14="http://schemas.microsoft.com/office/powerpoint/2010/main" val="1304828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E4B2EDB-837C-EDED-C200-68BB28031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250192" cy="5608003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关于我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清华大学优秀硕士毕业生、上海人工智能实验室研究员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致力于视觉大模型一线科研，在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CCF-A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类顶刊顶会上以第一作者发表多篇论文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在计算机视觉领域拥有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年经验，参与过十余项算法工程落地项目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曾斩获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Microsoft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NVIDIA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、阿里巴巴、字节跳动、百度、蚂蚁、华为等近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家互联网算法岗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</a:p>
          <a:p>
            <a:pPr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曾斩获清华、复旦、浙大、中科大、华科、同济等高校的保研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4135DAC-A9EE-F62D-1699-30874E054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4427" y="4726870"/>
            <a:ext cx="1450093" cy="145009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112A344-8217-88CF-D1BA-B6F853AC27C8}"/>
              </a:ext>
            </a:extLst>
          </p:cNvPr>
          <p:cNvSpPr txBox="1"/>
          <p:nvPr/>
        </p:nvSpPr>
        <p:spPr>
          <a:xfrm>
            <a:off x="10387296" y="6172954"/>
            <a:ext cx="272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THU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智能魔术师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DB02FBF-979E-15D1-9A4B-AA6C6A27A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1972" y="4726870"/>
            <a:ext cx="1493441" cy="149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1E0B91C-EC95-F5DA-1CB4-C7975AE447DA}"/>
              </a:ext>
            </a:extLst>
          </p:cNvPr>
          <p:cNvSpPr txBox="1"/>
          <p:nvPr/>
        </p:nvSpPr>
        <p:spPr>
          <a:xfrm>
            <a:off x="9196791" y="6166644"/>
            <a:ext cx="272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手写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831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E4B2EDB-837C-EDED-C200-68BB28031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568960"/>
            <a:ext cx="11250192" cy="5608003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你能获得什么？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视觉大模型的核心知识，拥有进行视觉大模型相关研究和应用的能力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专属群组的答疑与讨论机会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了解大模型相关的最新行业或研究动态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可以额外获得什么？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清华大学、上海人工智能实验室等博士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就业的潜在机会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科研论文一对一辅导的潜在机会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秋招、推免辅导的潜在机会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30000"/>
              </a:lnSpc>
              <a:spcBef>
                <a:spcPts val="1200"/>
              </a:spcBef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4135DAC-A9EE-F62D-1699-30874E054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4427" y="4726870"/>
            <a:ext cx="1450093" cy="145009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112A344-8217-88CF-D1BA-B6F853AC27C8}"/>
              </a:ext>
            </a:extLst>
          </p:cNvPr>
          <p:cNvSpPr txBox="1"/>
          <p:nvPr/>
        </p:nvSpPr>
        <p:spPr>
          <a:xfrm>
            <a:off x="10387296" y="6172954"/>
            <a:ext cx="272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THU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智能魔术师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DB02FBF-979E-15D1-9A4B-AA6C6A27A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1972" y="4726870"/>
            <a:ext cx="1493441" cy="149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1E0B91C-EC95-F5DA-1CB4-C7975AE447DA}"/>
              </a:ext>
            </a:extLst>
          </p:cNvPr>
          <p:cNvSpPr txBox="1"/>
          <p:nvPr/>
        </p:nvSpPr>
        <p:spPr>
          <a:xfrm>
            <a:off x="9196791" y="6166644"/>
            <a:ext cx="272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手写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858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离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19073</TotalTime>
  <Words>333</Words>
  <Application>Microsoft Office PowerPoint</Application>
  <PresentationFormat>宽屏</PresentationFormat>
  <Paragraphs>65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微软雅黑</vt:lpstr>
      <vt:lpstr>Century Gothic</vt:lpstr>
      <vt:lpstr>Wingdings</vt:lpstr>
      <vt:lpstr>Wingdings 3</vt:lpstr>
      <vt:lpstr>离子</vt:lpstr>
      <vt:lpstr>视觉大模型课程介绍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视觉提示在迁移中的应用</dc:title>
  <dc:creator>卢嘉轩</dc:creator>
  <cp:lastModifiedBy>lu jiaxuan</cp:lastModifiedBy>
  <cp:revision>20</cp:revision>
  <dcterms:created xsi:type="dcterms:W3CDTF">2023-09-28T14:36:03Z</dcterms:created>
  <dcterms:modified xsi:type="dcterms:W3CDTF">2023-12-13T12:53:47Z</dcterms:modified>
</cp:coreProperties>
</file>