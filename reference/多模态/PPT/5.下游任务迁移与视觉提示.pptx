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9" r:id="rId3"/>
    <p:sldId id="268" r:id="rId4"/>
    <p:sldId id="269" r:id="rId5"/>
    <p:sldId id="270" r:id="rId6"/>
    <p:sldId id="271" r:id="rId7"/>
    <p:sldId id="264" r:id="rId8"/>
    <p:sldId id="258" r:id="rId9"/>
    <p:sldId id="262" r:id="rId10"/>
    <p:sldId id="260" r:id="rId11"/>
    <p:sldId id="263" r:id="rId12"/>
    <p:sldId id="265" r:id="rId13"/>
    <p:sldId id="266" r:id="rId14"/>
    <p:sldId id="267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55A11"/>
    <a:srgbClr val="FFFFFF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448806A-CE56-425B-A09E-8215508F56FF}" v="507" dt="2023-11-16T11:33:48.8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2682" autoAdjust="0"/>
  </p:normalViewPr>
  <p:slideViewPr>
    <p:cSldViewPr snapToGrid="0">
      <p:cViewPr varScale="1">
        <p:scale>
          <a:sx n="62" d="100"/>
          <a:sy n="62" d="100"/>
        </p:scale>
        <p:origin x="145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 jiaxuan" userId="9247156b4823de1e" providerId="LiveId" clId="{5448806A-CE56-425B-A09E-8215508F56FF}"/>
    <pc:docChg chg="undo custSel addSld modSld sldOrd">
      <pc:chgData name="lu jiaxuan" userId="9247156b4823de1e" providerId="LiveId" clId="{5448806A-CE56-425B-A09E-8215508F56FF}" dt="2023-11-16T11:33:52.174" v="1035" actId="20577"/>
      <pc:docMkLst>
        <pc:docMk/>
      </pc:docMkLst>
      <pc:sldChg chg="modNotesTx">
        <pc:chgData name="lu jiaxuan" userId="9247156b4823de1e" providerId="LiveId" clId="{5448806A-CE56-425B-A09E-8215508F56FF}" dt="2023-11-16T06:24:01.312" v="112" actId="20577"/>
        <pc:sldMkLst>
          <pc:docMk/>
          <pc:sldMk cId="1227051739" sldId="256"/>
        </pc:sldMkLst>
      </pc:sldChg>
      <pc:sldChg chg="ord modNotesTx">
        <pc:chgData name="lu jiaxuan" userId="9247156b4823de1e" providerId="LiveId" clId="{5448806A-CE56-425B-A09E-8215508F56FF}" dt="2023-11-16T07:00:32.942" v="192" actId="20577"/>
        <pc:sldMkLst>
          <pc:docMk/>
          <pc:sldMk cId="745698173" sldId="259"/>
        </pc:sldMkLst>
      </pc:sldChg>
      <pc:sldChg chg="addSp delSp mod modNotesTx">
        <pc:chgData name="lu jiaxuan" userId="9247156b4823de1e" providerId="LiveId" clId="{5448806A-CE56-425B-A09E-8215508F56FF}" dt="2023-11-16T11:16:13.719" v="322" actId="20577"/>
        <pc:sldMkLst>
          <pc:docMk/>
          <pc:sldMk cId="3218750398" sldId="264"/>
        </pc:sldMkLst>
        <pc:spChg chg="add del">
          <ac:chgData name="lu jiaxuan" userId="9247156b4823de1e" providerId="LiveId" clId="{5448806A-CE56-425B-A09E-8215508F56FF}" dt="2023-11-16T10:34:29.258" v="199" actId="478"/>
          <ac:spMkLst>
            <pc:docMk/>
            <pc:sldMk cId="3218750398" sldId="264"/>
            <ac:spMk id="7" creationId="{B3535375-E1F7-3F0A-4C4A-7D34A4518604}"/>
          </ac:spMkLst>
        </pc:spChg>
      </pc:sldChg>
      <pc:sldChg chg="delSp modSp add mod">
        <pc:chgData name="lu jiaxuan" userId="9247156b4823de1e" providerId="LiveId" clId="{5448806A-CE56-425B-A09E-8215508F56FF}" dt="2023-11-16T07:01:25.378" v="197"/>
        <pc:sldMkLst>
          <pc:docMk/>
          <pc:sldMk cId="3121540007" sldId="267"/>
        </pc:sldMkLst>
        <pc:spChg chg="mod">
          <ac:chgData name="lu jiaxuan" userId="9247156b4823de1e" providerId="LiveId" clId="{5448806A-CE56-425B-A09E-8215508F56FF}" dt="2023-11-16T07:01:25.378" v="197"/>
          <ac:spMkLst>
            <pc:docMk/>
            <pc:sldMk cId="3121540007" sldId="267"/>
            <ac:spMk id="4" creationId="{30249874-4139-F78D-3118-305A04DD040E}"/>
          </ac:spMkLst>
        </pc:spChg>
        <pc:spChg chg="del">
          <ac:chgData name="lu jiaxuan" userId="9247156b4823de1e" providerId="LiveId" clId="{5448806A-CE56-425B-A09E-8215508F56FF}" dt="2023-11-16T07:01:18.253" v="194" actId="478"/>
          <ac:spMkLst>
            <pc:docMk/>
            <pc:sldMk cId="3121540007" sldId="267"/>
            <ac:spMk id="7" creationId="{B3535375-E1F7-3F0A-4C4A-7D34A4518604}"/>
          </ac:spMkLst>
        </pc:spChg>
      </pc:sldChg>
      <pc:sldChg chg="delSp modSp add mod modNotesTx">
        <pc:chgData name="lu jiaxuan" userId="9247156b4823de1e" providerId="LiveId" clId="{5448806A-CE56-425B-A09E-8215508F56FF}" dt="2023-11-16T11:21:45.204" v="405" actId="20577"/>
        <pc:sldMkLst>
          <pc:docMk/>
          <pc:sldMk cId="286598802" sldId="268"/>
        </pc:sldMkLst>
        <pc:spChg chg="del mod">
          <ac:chgData name="lu jiaxuan" userId="9247156b4823de1e" providerId="LiveId" clId="{5448806A-CE56-425B-A09E-8215508F56FF}" dt="2023-11-16T11:15:58.742" v="319" actId="478"/>
          <ac:spMkLst>
            <pc:docMk/>
            <pc:sldMk cId="286598802" sldId="268"/>
            <ac:spMk id="6" creationId="{20C78F22-C574-AF6B-0ADB-BAACEB47C7D8}"/>
          </ac:spMkLst>
        </pc:spChg>
        <pc:spChg chg="del">
          <ac:chgData name="lu jiaxuan" userId="9247156b4823de1e" providerId="LiveId" clId="{5448806A-CE56-425B-A09E-8215508F56FF}" dt="2023-11-16T10:34:35.189" v="201" actId="478"/>
          <ac:spMkLst>
            <pc:docMk/>
            <pc:sldMk cId="286598802" sldId="268"/>
            <ac:spMk id="7" creationId="{B3535375-E1F7-3F0A-4C4A-7D34A4518604}"/>
          </ac:spMkLst>
        </pc:spChg>
        <pc:graphicFrameChg chg="mod">
          <ac:chgData name="lu jiaxuan" userId="9247156b4823de1e" providerId="LiveId" clId="{5448806A-CE56-425B-A09E-8215508F56FF}" dt="2023-11-16T11:16:01.833" v="320" actId="1076"/>
          <ac:graphicFrameMkLst>
            <pc:docMk/>
            <pc:sldMk cId="286598802" sldId="268"/>
            <ac:graphicFrameMk id="5" creationId="{F3FFE17C-5450-2392-05F5-2EEBB4DC10C8}"/>
          </ac:graphicFrameMkLst>
        </pc:graphicFrameChg>
      </pc:sldChg>
      <pc:sldChg chg="addSp delSp modSp add mod modNotesTx">
        <pc:chgData name="lu jiaxuan" userId="9247156b4823de1e" providerId="LiveId" clId="{5448806A-CE56-425B-A09E-8215508F56FF}" dt="2023-11-16T11:33:52.174" v="1035" actId="20577"/>
        <pc:sldMkLst>
          <pc:docMk/>
          <pc:sldMk cId="2296833100" sldId="269"/>
        </pc:sldMkLst>
        <pc:spChg chg="mod">
          <ac:chgData name="lu jiaxuan" userId="9247156b4823de1e" providerId="LiveId" clId="{5448806A-CE56-425B-A09E-8215508F56FF}" dt="2023-11-16T11:21:22.762" v="404" actId="20577"/>
          <ac:spMkLst>
            <pc:docMk/>
            <pc:sldMk cId="2296833100" sldId="269"/>
            <ac:spMk id="3" creationId="{8C3CFCA7-6A20-E1EB-8D85-760C3BE25830}"/>
          </ac:spMkLst>
        </pc:spChg>
        <pc:spChg chg="mod">
          <ac:chgData name="lu jiaxuan" userId="9247156b4823de1e" providerId="LiveId" clId="{5448806A-CE56-425B-A09E-8215508F56FF}" dt="2023-11-16T11:25:07.213" v="553" actId="207"/>
          <ac:spMkLst>
            <pc:docMk/>
            <pc:sldMk cId="2296833100" sldId="269"/>
            <ac:spMk id="12" creationId="{615F4AC8-ADB9-4305-E001-F16921FBD113}"/>
          </ac:spMkLst>
        </pc:spChg>
        <pc:spChg chg="mod">
          <ac:chgData name="lu jiaxuan" userId="9247156b4823de1e" providerId="LiveId" clId="{5448806A-CE56-425B-A09E-8215508F56FF}" dt="2023-11-16T11:24:45.681" v="552" actId="1076"/>
          <ac:spMkLst>
            <pc:docMk/>
            <pc:sldMk cId="2296833100" sldId="269"/>
            <ac:spMk id="13" creationId="{A725DBC3-00FD-1963-37E4-430F2159358C}"/>
          </ac:spMkLst>
        </pc:spChg>
        <pc:spChg chg="del">
          <ac:chgData name="lu jiaxuan" userId="9247156b4823de1e" providerId="LiveId" clId="{5448806A-CE56-425B-A09E-8215508F56FF}" dt="2023-11-16T11:17:05.187" v="327" actId="478"/>
          <ac:spMkLst>
            <pc:docMk/>
            <pc:sldMk cId="2296833100" sldId="269"/>
            <ac:spMk id="22" creationId="{F829FD1E-4DFF-CB7B-8C6A-C9BDE988C63D}"/>
          </ac:spMkLst>
        </pc:spChg>
        <pc:spChg chg="mod">
          <ac:chgData name="lu jiaxuan" userId="9247156b4823de1e" providerId="LiveId" clId="{5448806A-CE56-425B-A09E-8215508F56FF}" dt="2023-11-16T11:19:08.140" v="398" actId="1038"/>
          <ac:spMkLst>
            <pc:docMk/>
            <pc:sldMk cId="2296833100" sldId="269"/>
            <ac:spMk id="23" creationId="{77463460-3F04-34B4-BCE9-FF36CCB0101D}"/>
          </ac:spMkLst>
        </pc:spChg>
        <pc:spChg chg="mod">
          <ac:chgData name="lu jiaxuan" userId="9247156b4823de1e" providerId="LiveId" clId="{5448806A-CE56-425B-A09E-8215508F56FF}" dt="2023-11-16T11:19:08.140" v="398" actId="1038"/>
          <ac:spMkLst>
            <pc:docMk/>
            <pc:sldMk cId="2296833100" sldId="269"/>
            <ac:spMk id="24" creationId="{40605E3D-C4B3-AF6A-E441-27E056CADB7B}"/>
          </ac:spMkLst>
        </pc:spChg>
        <pc:picChg chg="mod">
          <ac:chgData name="lu jiaxuan" userId="9247156b4823de1e" providerId="LiveId" clId="{5448806A-CE56-425B-A09E-8215508F56FF}" dt="2023-11-16T11:19:08.140" v="398" actId="1038"/>
          <ac:picMkLst>
            <pc:docMk/>
            <pc:sldMk cId="2296833100" sldId="269"/>
            <ac:picMk id="20" creationId="{7734D472-48E6-3587-4F6F-AE4AFAE51011}"/>
          </ac:picMkLst>
        </pc:picChg>
        <pc:cxnChg chg="add mod">
          <ac:chgData name="lu jiaxuan" userId="9247156b4823de1e" providerId="LiveId" clId="{5448806A-CE56-425B-A09E-8215508F56FF}" dt="2023-11-16T11:19:02.572" v="393" actId="1038"/>
          <ac:cxnSpMkLst>
            <pc:docMk/>
            <pc:sldMk cId="2296833100" sldId="269"/>
            <ac:cxnSpMk id="2" creationId="{D8598003-3C82-B163-029B-FBA18302E3F5}"/>
          </ac:cxnSpMkLst>
        </pc:cxnChg>
        <pc:cxnChg chg="del">
          <ac:chgData name="lu jiaxuan" userId="9247156b4823de1e" providerId="LiveId" clId="{5448806A-CE56-425B-A09E-8215508F56FF}" dt="2023-11-16T11:17:03.249" v="326" actId="478"/>
          <ac:cxnSpMkLst>
            <pc:docMk/>
            <pc:sldMk cId="2296833100" sldId="269"/>
            <ac:cxnSpMk id="17" creationId="{5DFBCF0B-DBAE-DF32-95A3-151258999DC6}"/>
          </ac:cxnSpMkLst>
        </pc:cxnChg>
      </pc:sldChg>
      <pc:sldChg chg="modSp add mod modNotesTx">
        <pc:chgData name="lu jiaxuan" userId="9247156b4823de1e" providerId="LiveId" clId="{5448806A-CE56-425B-A09E-8215508F56FF}" dt="2023-11-16T11:31:59.994" v="915" actId="207"/>
        <pc:sldMkLst>
          <pc:docMk/>
          <pc:sldMk cId="2673443901" sldId="270"/>
        </pc:sldMkLst>
        <pc:spChg chg="mod">
          <ac:chgData name="lu jiaxuan" userId="9247156b4823de1e" providerId="LiveId" clId="{5448806A-CE56-425B-A09E-8215508F56FF}" dt="2023-11-16T11:23:27.939" v="482" actId="20577"/>
          <ac:spMkLst>
            <pc:docMk/>
            <pc:sldMk cId="2673443901" sldId="270"/>
            <ac:spMk id="3" creationId="{8C3CFCA7-6A20-E1EB-8D85-760C3BE25830}"/>
          </ac:spMkLst>
        </pc:spChg>
        <pc:spChg chg="mod">
          <ac:chgData name="lu jiaxuan" userId="9247156b4823de1e" providerId="LiveId" clId="{5448806A-CE56-425B-A09E-8215508F56FF}" dt="2023-11-16T11:31:59.994" v="915" actId="207"/>
          <ac:spMkLst>
            <pc:docMk/>
            <pc:sldMk cId="2673443901" sldId="270"/>
            <ac:spMk id="7" creationId="{CA966321-B27B-6151-6E25-0F3EC829351C}"/>
          </ac:spMkLst>
        </pc:spChg>
        <pc:spChg chg="mod">
          <ac:chgData name="lu jiaxuan" userId="9247156b4823de1e" providerId="LiveId" clId="{5448806A-CE56-425B-A09E-8215508F56FF}" dt="2023-11-16T11:31:59.994" v="915" actId="207"/>
          <ac:spMkLst>
            <pc:docMk/>
            <pc:sldMk cId="2673443901" sldId="270"/>
            <ac:spMk id="13" creationId="{A725DBC3-00FD-1963-37E4-430F2159358C}"/>
          </ac:spMkLst>
        </pc:spChg>
      </pc:sldChg>
    </pc:docChg>
  </pc:docChgLst>
  <pc:docChgLst>
    <pc:chgData name="lu jiaxuan" userId="9247156b4823de1e" providerId="LiveId" clId="{00C3B82C-5F12-4C51-9254-9F54200179C6}"/>
    <pc:docChg chg="undo redo custSel addSld delSld modSld">
      <pc:chgData name="lu jiaxuan" userId="9247156b4823de1e" providerId="LiveId" clId="{00C3B82C-5F12-4C51-9254-9F54200179C6}" dt="2023-11-12T09:37:03.903" v="1930" actId="6549"/>
      <pc:docMkLst>
        <pc:docMk/>
      </pc:docMkLst>
      <pc:sldChg chg="modSp mod modNotesTx">
        <pc:chgData name="lu jiaxuan" userId="9247156b4823de1e" providerId="LiveId" clId="{00C3B82C-5F12-4C51-9254-9F54200179C6}" dt="2023-11-12T09:37:03.903" v="1930" actId="6549"/>
        <pc:sldMkLst>
          <pc:docMk/>
          <pc:sldMk cId="1227051739" sldId="256"/>
        </pc:sldMkLst>
        <pc:spChg chg="mod">
          <ac:chgData name="lu jiaxuan" userId="9247156b4823de1e" providerId="LiveId" clId="{00C3B82C-5F12-4C51-9254-9F54200179C6}" dt="2023-11-12T09:37:03.903" v="1930" actId="6549"/>
          <ac:spMkLst>
            <pc:docMk/>
            <pc:sldMk cId="1227051739" sldId="256"/>
            <ac:spMk id="2" creationId="{1096C9C4-488A-8181-21F2-FA076370686E}"/>
          </ac:spMkLst>
        </pc:spChg>
      </pc:sldChg>
      <pc:sldChg chg="modSp mod modNotesTx">
        <pc:chgData name="lu jiaxuan" userId="9247156b4823de1e" providerId="LiveId" clId="{00C3B82C-5F12-4C51-9254-9F54200179C6}" dt="2023-09-29T10:41:53.298" v="1720" actId="1076"/>
        <pc:sldMkLst>
          <pc:docMk/>
          <pc:sldMk cId="3423431225" sldId="258"/>
        </pc:sldMkLst>
        <pc:picChg chg="mod">
          <ac:chgData name="lu jiaxuan" userId="9247156b4823de1e" providerId="LiveId" clId="{00C3B82C-5F12-4C51-9254-9F54200179C6}" dt="2023-09-29T10:41:51.749" v="1719" actId="1076"/>
          <ac:picMkLst>
            <pc:docMk/>
            <pc:sldMk cId="3423431225" sldId="258"/>
            <ac:picMk id="9" creationId="{4B8DAFC1-29C7-B33B-E9D7-ACCBE133A54D}"/>
          </ac:picMkLst>
        </pc:picChg>
        <pc:picChg chg="mod">
          <ac:chgData name="lu jiaxuan" userId="9247156b4823de1e" providerId="LiveId" clId="{00C3B82C-5F12-4C51-9254-9F54200179C6}" dt="2023-09-29T10:41:53.298" v="1720" actId="1076"/>
          <ac:picMkLst>
            <pc:docMk/>
            <pc:sldMk cId="3423431225" sldId="258"/>
            <ac:picMk id="11" creationId="{CDFB5895-B0D6-F8A6-56DA-A840D5D31FFB}"/>
          </ac:picMkLst>
        </pc:picChg>
      </pc:sldChg>
      <pc:sldChg chg="modSp mod modNotesTx">
        <pc:chgData name="lu jiaxuan" userId="9247156b4823de1e" providerId="LiveId" clId="{00C3B82C-5F12-4C51-9254-9F54200179C6}" dt="2023-09-29T10:30:45.744" v="1507" actId="1035"/>
        <pc:sldMkLst>
          <pc:docMk/>
          <pc:sldMk cId="745698173" sldId="259"/>
        </pc:sldMkLst>
        <pc:spChg chg="mod">
          <ac:chgData name="lu jiaxuan" userId="9247156b4823de1e" providerId="LiveId" clId="{00C3B82C-5F12-4C51-9254-9F54200179C6}" dt="2023-09-29T10:30:45.744" v="1507" actId="1035"/>
          <ac:spMkLst>
            <pc:docMk/>
            <pc:sldMk cId="745698173" sldId="259"/>
            <ac:spMk id="8" creationId="{B19AEDB3-6A41-0862-292B-1D2CB9F82BAF}"/>
          </ac:spMkLst>
        </pc:spChg>
      </pc:sldChg>
      <pc:sldChg chg="addSp delSp modSp add del mod modNotesTx">
        <pc:chgData name="lu jiaxuan" userId="9247156b4823de1e" providerId="LiveId" clId="{00C3B82C-5F12-4C51-9254-9F54200179C6}" dt="2023-09-29T10:47:01.087" v="1800" actId="1036"/>
        <pc:sldMkLst>
          <pc:docMk/>
          <pc:sldMk cId="10000179" sldId="260"/>
        </pc:sldMkLst>
        <pc:spChg chg="del mod">
          <ac:chgData name="lu jiaxuan" userId="9247156b4823de1e" providerId="LiveId" clId="{00C3B82C-5F12-4C51-9254-9F54200179C6}" dt="2023-09-29T09:37:35.529" v="91" actId="478"/>
          <ac:spMkLst>
            <pc:docMk/>
            <pc:sldMk cId="10000179" sldId="260"/>
            <ac:spMk id="12" creationId="{2A5FE7A6-0552-9676-C294-CED3526DBF06}"/>
          </ac:spMkLst>
        </pc:spChg>
        <pc:spChg chg="add del mod">
          <ac:chgData name="lu jiaxuan" userId="9247156b4823de1e" providerId="LiveId" clId="{00C3B82C-5F12-4C51-9254-9F54200179C6}" dt="2023-09-29T09:37:08.021" v="81" actId="478"/>
          <ac:spMkLst>
            <pc:docMk/>
            <pc:sldMk cId="10000179" sldId="260"/>
            <ac:spMk id="27" creationId="{1B016AFA-8D18-E272-BE56-F6F9BEBBB97B}"/>
          </ac:spMkLst>
        </pc:spChg>
        <pc:spChg chg="mod">
          <ac:chgData name="lu jiaxuan" userId="9247156b4823de1e" providerId="LiveId" clId="{00C3B82C-5F12-4C51-9254-9F54200179C6}" dt="2023-09-29T09:37:10.865" v="82"/>
          <ac:spMkLst>
            <pc:docMk/>
            <pc:sldMk cId="10000179" sldId="260"/>
            <ac:spMk id="29" creationId="{3E2505B5-F3EE-CE9F-1F85-3941EF3666E8}"/>
          </ac:spMkLst>
        </pc:spChg>
        <pc:spChg chg="mod">
          <ac:chgData name="lu jiaxuan" userId="9247156b4823de1e" providerId="LiveId" clId="{00C3B82C-5F12-4C51-9254-9F54200179C6}" dt="2023-09-29T09:37:10.865" v="82"/>
          <ac:spMkLst>
            <pc:docMk/>
            <pc:sldMk cId="10000179" sldId="260"/>
            <ac:spMk id="30" creationId="{8830A2BB-F634-3E8F-12C5-AB0FE01342BD}"/>
          </ac:spMkLst>
        </pc:spChg>
        <pc:spChg chg="add del mod">
          <ac:chgData name="lu jiaxuan" userId="9247156b4823de1e" providerId="LiveId" clId="{00C3B82C-5F12-4C51-9254-9F54200179C6}" dt="2023-09-29T09:37:18.028" v="85" actId="478"/>
          <ac:spMkLst>
            <pc:docMk/>
            <pc:sldMk cId="10000179" sldId="260"/>
            <ac:spMk id="31" creationId="{5705BE30-B36A-0BDB-B230-67CC6EF4CD6F}"/>
          </ac:spMkLst>
        </pc:spChg>
        <pc:spChg chg="add mod">
          <ac:chgData name="lu jiaxuan" userId="9247156b4823de1e" providerId="LiveId" clId="{00C3B82C-5F12-4C51-9254-9F54200179C6}" dt="2023-09-29T09:37:32.818" v="90" actId="1076"/>
          <ac:spMkLst>
            <pc:docMk/>
            <pc:sldMk cId="10000179" sldId="260"/>
            <ac:spMk id="32" creationId="{BC2EB9E2-51A2-8D1D-6F59-A9346B542450}"/>
          </ac:spMkLst>
        </pc:spChg>
        <pc:grpChg chg="mod">
          <ac:chgData name="lu jiaxuan" userId="9247156b4823de1e" providerId="LiveId" clId="{00C3B82C-5F12-4C51-9254-9F54200179C6}" dt="2023-09-29T09:37:20.782" v="87" actId="1076"/>
          <ac:grpSpMkLst>
            <pc:docMk/>
            <pc:sldMk cId="10000179" sldId="260"/>
            <ac:grpSpMk id="4" creationId="{1DD20C29-9067-5D5E-03C0-10E8382AF32F}"/>
          </ac:grpSpMkLst>
        </pc:grpChg>
        <pc:grpChg chg="add del mod">
          <ac:chgData name="lu jiaxuan" userId="9247156b4823de1e" providerId="LiveId" clId="{00C3B82C-5F12-4C51-9254-9F54200179C6}" dt="2023-09-29T09:37:12.187" v="83" actId="478"/>
          <ac:grpSpMkLst>
            <pc:docMk/>
            <pc:sldMk cId="10000179" sldId="260"/>
            <ac:grpSpMk id="28" creationId="{4B542BE5-D01C-715E-1DFF-273F8596BAD4}"/>
          </ac:grpSpMkLst>
        </pc:grpChg>
        <pc:cxnChg chg="mod">
          <ac:chgData name="lu jiaxuan" userId="9247156b4823de1e" providerId="LiveId" clId="{00C3B82C-5F12-4C51-9254-9F54200179C6}" dt="2023-09-29T10:47:01.087" v="1800" actId="1036"/>
          <ac:cxnSpMkLst>
            <pc:docMk/>
            <pc:sldMk cId="10000179" sldId="260"/>
            <ac:cxnSpMk id="22" creationId="{B8FA3DD9-1087-8F79-882D-9ADF277F1F0F}"/>
          </ac:cxnSpMkLst>
        </pc:cxnChg>
      </pc:sldChg>
      <pc:sldChg chg="del">
        <pc:chgData name="lu jiaxuan" userId="9247156b4823de1e" providerId="LiveId" clId="{00C3B82C-5F12-4C51-9254-9F54200179C6}" dt="2023-09-29T10:02:12.652" v="1040" actId="47"/>
        <pc:sldMkLst>
          <pc:docMk/>
          <pc:sldMk cId="3654797919" sldId="261"/>
        </pc:sldMkLst>
      </pc:sldChg>
      <pc:sldChg chg="modSp mod modNotesTx">
        <pc:chgData name="lu jiaxuan" userId="9247156b4823de1e" providerId="LiveId" clId="{00C3B82C-5F12-4C51-9254-9F54200179C6}" dt="2023-09-29T10:37:11.762" v="1645" actId="20577"/>
        <pc:sldMkLst>
          <pc:docMk/>
          <pc:sldMk cId="1591456085" sldId="262"/>
        </pc:sldMkLst>
        <pc:spChg chg="mod">
          <ac:chgData name="lu jiaxuan" userId="9247156b4823de1e" providerId="LiveId" clId="{00C3B82C-5F12-4C51-9254-9F54200179C6}" dt="2023-09-29T10:35:37.388" v="1622" actId="20577"/>
          <ac:spMkLst>
            <pc:docMk/>
            <pc:sldMk cId="1591456085" sldId="262"/>
            <ac:spMk id="3" creationId="{8C3CFCA7-6A20-E1EB-8D85-760C3BE25830}"/>
          </ac:spMkLst>
        </pc:spChg>
        <pc:spChg chg="mod">
          <ac:chgData name="lu jiaxuan" userId="9247156b4823de1e" providerId="LiveId" clId="{00C3B82C-5F12-4C51-9254-9F54200179C6}" dt="2023-09-29T10:36:02.711" v="1624" actId="1076"/>
          <ac:spMkLst>
            <pc:docMk/>
            <pc:sldMk cId="1591456085" sldId="262"/>
            <ac:spMk id="7" creationId="{CA966321-B27B-6151-6E25-0F3EC829351C}"/>
          </ac:spMkLst>
        </pc:spChg>
        <pc:spChg chg="mod">
          <ac:chgData name="lu jiaxuan" userId="9247156b4823de1e" providerId="LiveId" clId="{00C3B82C-5F12-4C51-9254-9F54200179C6}" dt="2023-09-29T10:36:02.711" v="1624" actId="1076"/>
          <ac:spMkLst>
            <pc:docMk/>
            <pc:sldMk cId="1591456085" sldId="262"/>
            <ac:spMk id="9" creationId="{26CBD50A-6113-6E84-64FC-525ABDBA4E3F}"/>
          </ac:spMkLst>
        </pc:spChg>
        <pc:spChg chg="mod">
          <ac:chgData name="lu jiaxuan" userId="9247156b4823de1e" providerId="LiveId" clId="{00C3B82C-5F12-4C51-9254-9F54200179C6}" dt="2023-09-29T10:36:02.711" v="1624" actId="1076"/>
          <ac:spMkLst>
            <pc:docMk/>
            <pc:sldMk cId="1591456085" sldId="262"/>
            <ac:spMk id="12" creationId="{615F4AC8-ADB9-4305-E001-F16921FBD113}"/>
          </ac:spMkLst>
        </pc:spChg>
        <pc:spChg chg="mod">
          <ac:chgData name="lu jiaxuan" userId="9247156b4823de1e" providerId="LiveId" clId="{00C3B82C-5F12-4C51-9254-9F54200179C6}" dt="2023-09-29T10:36:02.711" v="1624" actId="1076"/>
          <ac:spMkLst>
            <pc:docMk/>
            <pc:sldMk cId="1591456085" sldId="262"/>
            <ac:spMk id="13" creationId="{A725DBC3-00FD-1963-37E4-430F2159358C}"/>
          </ac:spMkLst>
        </pc:spChg>
        <pc:spChg chg="mod">
          <ac:chgData name="lu jiaxuan" userId="9247156b4823de1e" providerId="LiveId" clId="{00C3B82C-5F12-4C51-9254-9F54200179C6}" dt="2023-09-29T10:36:02.711" v="1624" actId="1076"/>
          <ac:spMkLst>
            <pc:docMk/>
            <pc:sldMk cId="1591456085" sldId="262"/>
            <ac:spMk id="22" creationId="{F829FD1E-4DFF-CB7B-8C6A-C9BDE988C63D}"/>
          </ac:spMkLst>
        </pc:spChg>
        <pc:spChg chg="mod">
          <ac:chgData name="lu jiaxuan" userId="9247156b4823de1e" providerId="LiveId" clId="{00C3B82C-5F12-4C51-9254-9F54200179C6}" dt="2023-09-29T10:36:02.711" v="1624" actId="1076"/>
          <ac:spMkLst>
            <pc:docMk/>
            <pc:sldMk cId="1591456085" sldId="262"/>
            <ac:spMk id="23" creationId="{77463460-3F04-34B4-BCE9-FF36CCB0101D}"/>
          </ac:spMkLst>
        </pc:spChg>
        <pc:spChg chg="mod">
          <ac:chgData name="lu jiaxuan" userId="9247156b4823de1e" providerId="LiveId" clId="{00C3B82C-5F12-4C51-9254-9F54200179C6}" dt="2023-09-29T10:36:02.711" v="1624" actId="1076"/>
          <ac:spMkLst>
            <pc:docMk/>
            <pc:sldMk cId="1591456085" sldId="262"/>
            <ac:spMk id="24" creationId="{40605E3D-C4B3-AF6A-E441-27E056CADB7B}"/>
          </ac:spMkLst>
        </pc:spChg>
        <pc:picChg chg="mod">
          <ac:chgData name="lu jiaxuan" userId="9247156b4823de1e" providerId="LiveId" clId="{00C3B82C-5F12-4C51-9254-9F54200179C6}" dt="2023-09-29T10:36:02.711" v="1624" actId="1076"/>
          <ac:picMkLst>
            <pc:docMk/>
            <pc:sldMk cId="1591456085" sldId="262"/>
            <ac:picMk id="20" creationId="{7734D472-48E6-3587-4F6F-AE4AFAE51011}"/>
          </ac:picMkLst>
        </pc:picChg>
        <pc:cxnChg chg="mod">
          <ac:chgData name="lu jiaxuan" userId="9247156b4823de1e" providerId="LiveId" clId="{00C3B82C-5F12-4C51-9254-9F54200179C6}" dt="2023-09-29T10:36:02.711" v="1624" actId="1076"/>
          <ac:cxnSpMkLst>
            <pc:docMk/>
            <pc:sldMk cId="1591456085" sldId="262"/>
            <ac:cxnSpMk id="15" creationId="{4D860012-172F-8945-DA50-9C514E6CC488}"/>
          </ac:cxnSpMkLst>
        </pc:cxnChg>
        <pc:cxnChg chg="mod">
          <ac:chgData name="lu jiaxuan" userId="9247156b4823de1e" providerId="LiveId" clId="{00C3B82C-5F12-4C51-9254-9F54200179C6}" dt="2023-09-29T10:36:02.711" v="1624" actId="1076"/>
          <ac:cxnSpMkLst>
            <pc:docMk/>
            <pc:sldMk cId="1591456085" sldId="262"/>
            <ac:cxnSpMk id="16" creationId="{B89F9755-401E-C6BC-28BD-8B3469D617E3}"/>
          </ac:cxnSpMkLst>
        </pc:cxnChg>
        <pc:cxnChg chg="mod">
          <ac:chgData name="lu jiaxuan" userId="9247156b4823de1e" providerId="LiveId" clId="{00C3B82C-5F12-4C51-9254-9F54200179C6}" dt="2023-09-29T10:36:02.711" v="1624" actId="1076"/>
          <ac:cxnSpMkLst>
            <pc:docMk/>
            <pc:sldMk cId="1591456085" sldId="262"/>
            <ac:cxnSpMk id="17" creationId="{5DFBCF0B-DBAE-DF32-95A3-151258999DC6}"/>
          </ac:cxnSpMkLst>
        </pc:cxnChg>
      </pc:sldChg>
      <pc:sldChg chg="addSp modSp mod modAnim modNotesTx">
        <pc:chgData name="lu jiaxuan" userId="9247156b4823de1e" providerId="LiveId" clId="{00C3B82C-5F12-4C51-9254-9F54200179C6}" dt="2023-09-29T10:47:07.595" v="1809" actId="1035"/>
        <pc:sldMkLst>
          <pc:docMk/>
          <pc:sldMk cId="1835906208" sldId="263"/>
        </pc:sldMkLst>
        <pc:spChg chg="mod">
          <ac:chgData name="lu jiaxuan" userId="9247156b4823de1e" providerId="LiveId" clId="{00C3B82C-5F12-4C51-9254-9F54200179C6}" dt="2023-09-29T09:54:18.552" v="761" actId="1076"/>
          <ac:spMkLst>
            <pc:docMk/>
            <pc:sldMk cId="1835906208" sldId="263"/>
            <ac:spMk id="19" creationId="{01F27E11-11C1-A64C-6A1F-2F3445B748AF}"/>
          </ac:spMkLst>
        </pc:spChg>
        <pc:picChg chg="add mod modCrop">
          <ac:chgData name="lu jiaxuan" userId="9247156b4823de1e" providerId="LiveId" clId="{00C3B82C-5F12-4C51-9254-9F54200179C6}" dt="2023-09-29T10:42:27.957" v="1727" actId="1076"/>
          <ac:picMkLst>
            <pc:docMk/>
            <pc:sldMk cId="1835906208" sldId="263"/>
            <ac:picMk id="28" creationId="{C95EAAA8-E91E-FFE0-FFA0-A267EFA2B0A4}"/>
          </ac:picMkLst>
        </pc:picChg>
        <pc:cxnChg chg="mod">
          <ac:chgData name="lu jiaxuan" userId="9247156b4823de1e" providerId="LiveId" clId="{00C3B82C-5F12-4C51-9254-9F54200179C6}" dt="2023-09-29T10:47:07.595" v="1809" actId="1035"/>
          <ac:cxnSpMkLst>
            <pc:docMk/>
            <pc:sldMk cId="1835906208" sldId="263"/>
            <ac:cxnSpMk id="22" creationId="{B8FA3DD9-1087-8F79-882D-9ADF277F1F0F}"/>
          </ac:cxnSpMkLst>
        </pc:cxnChg>
      </pc:sldChg>
      <pc:sldChg chg="addSp delSp modSp new mod modAnim modNotesTx">
        <pc:chgData name="lu jiaxuan" userId="9247156b4823de1e" providerId="LiveId" clId="{00C3B82C-5F12-4C51-9254-9F54200179C6}" dt="2023-09-29T10:28:29.999" v="1447" actId="20577"/>
        <pc:sldMkLst>
          <pc:docMk/>
          <pc:sldMk cId="3218750398" sldId="264"/>
        </pc:sldMkLst>
        <pc:spChg chg="del">
          <ac:chgData name="lu jiaxuan" userId="9247156b4823de1e" providerId="LiveId" clId="{00C3B82C-5F12-4C51-9254-9F54200179C6}" dt="2023-09-29T09:34:05.656" v="5" actId="478"/>
          <ac:spMkLst>
            <pc:docMk/>
            <pc:sldMk cId="3218750398" sldId="264"/>
            <ac:spMk id="2" creationId="{0A2C670A-C9A1-1EC6-8972-203136F4D82E}"/>
          </ac:spMkLst>
        </pc:spChg>
        <pc:spChg chg="del">
          <ac:chgData name="lu jiaxuan" userId="9247156b4823de1e" providerId="LiveId" clId="{00C3B82C-5F12-4C51-9254-9F54200179C6}" dt="2023-09-29T09:34:05.656" v="5" actId="478"/>
          <ac:spMkLst>
            <pc:docMk/>
            <pc:sldMk cId="3218750398" sldId="264"/>
            <ac:spMk id="3" creationId="{A82A7EAE-DC6F-95E3-2EE5-7B7D9C3E4CB4}"/>
          </ac:spMkLst>
        </pc:spChg>
        <pc:spChg chg="add mod">
          <ac:chgData name="lu jiaxuan" userId="9247156b4823de1e" providerId="LiveId" clId="{00C3B82C-5F12-4C51-9254-9F54200179C6}" dt="2023-09-29T09:35:19.741" v="25" actId="1076"/>
          <ac:spMkLst>
            <pc:docMk/>
            <pc:sldMk cId="3218750398" sldId="264"/>
            <ac:spMk id="4" creationId="{30249874-4139-F78D-3118-305A04DD040E}"/>
          </ac:spMkLst>
        </pc:spChg>
        <pc:spChg chg="add mod">
          <ac:chgData name="lu jiaxuan" userId="9247156b4823de1e" providerId="LiveId" clId="{00C3B82C-5F12-4C51-9254-9F54200179C6}" dt="2023-09-29T09:38:51.687" v="96" actId="1076"/>
          <ac:spMkLst>
            <pc:docMk/>
            <pc:sldMk cId="3218750398" sldId="264"/>
            <ac:spMk id="6" creationId="{20C78F22-C574-AF6B-0ADB-BAACEB47C7D8}"/>
          </ac:spMkLst>
        </pc:spChg>
        <pc:spChg chg="add mod">
          <ac:chgData name="lu jiaxuan" userId="9247156b4823de1e" providerId="LiveId" clId="{00C3B82C-5F12-4C51-9254-9F54200179C6}" dt="2023-09-29T10:28:29.999" v="1447" actId="20577"/>
          <ac:spMkLst>
            <pc:docMk/>
            <pc:sldMk cId="3218750398" sldId="264"/>
            <ac:spMk id="7" creationId="{B3535375-E1F7-3F0A-4C4A-7D34A4518604}"/>
          </ac:spMkLst>
        </pc:spChg>
        <pc:graphicFrameChg chg="add mod modGraphic">
          <ac:chgData name="lu jiaxuan" userId="9247156b4823de1e" providerId="LiveId" clId="{00C3B82C-5F12-4C51-9254-9F54200179C6}" dt="2023-09-29T09:38:51.687" v="96" actId="1076"/>
          <ac:graphicFrameMkLst>
            <pc:docMk/>
            <pc:sldMk cId="3218750398" sldId="264"/>
            <ac:graphicFrameMk id="5" creationId="{F3FFE17C-5450-2392-05F5-2EEBB4DC10C8}"/>
          </ac:graphicFrameMkLst>
        </pc:graphicFrameChg>
      </pc:sldChg>
      <pc:sldChg chg="addSp delSp modSp add mod delAnim modAnim modNotesTx">
        <pc:chgData name="lu jiaxuan" userId="9247156b4823de1e" providerId="LiveId" clId="{00C3B82C-5F12-4C51-9254-9F54200179C6}" dt="2023-09-29T10:47:12.269" v="1825" actId="1036"/>
        <pc:sldMkLst>
          <pc:docMk/>
          <pc:sldMk cId="3691110825" sldId="265"/>
        </pc:sldMkLst>
        <pc:spChg chg="mod">
          <ac:chgData name="lu jiaxuan" userId="9247156b4823de1e" providerId="LiveId" clId="{00C3B82C-5F12-4C51-9254-9F54200179C6}" dt="2023-09-29T09:45:20.164" v="391" actId="1076"/>
          <ac:spMkLst>
            <pc:docMk/>
            <pc:sldMk cId="3691110825" sldId="265"/>
            <ac:spMk id="12" creationId="{2A5FE7A6-0552-9676-C294-CED3526DBF06}"/>
          </ac:spMkLst>
        </pc:spChg>
        <pc:spChg chg="add mod">
          <ac:chgData name="lu jiaxuan" userId="9247156b4823de1e" providerId="LiveId" clId="{00C3B82C-5F12-4C51-9254-9F54200179C6}" dt="2023-09-29T09:52:00.577" v="708"/>
          <ac:spMkLst>
            <pc:docMk/>
            <pc:sldMk cId="3691110825" sldId="265"/>
            <ac:spMk id="13" creationId="{E7A98FC0-DBD1-69E6-8349-DBA571497401}"/>
          </ac:spMkLst>
        </pc:spChg>
        <pc:spChg chg="add mod">
          <ac:chgData name="lu jiaxuan" userId="9247156b4823de1e" providerId="LiveId" clId="{00C3B82C-5F12-4C51-9254-9F54200179C6}" dt="2023-09-29T09:52:00.577" v="708"/>
          <ac:spMkLst>
            <pc:docMk/>
            <pc:sldMk cId="3691110825" sldId="265"/>
            <ac:spMk id="14" creationId="{9440E210-8746-08BB-A9DD-420BDDE9A5EA}"/>
          </ac:spMkLst>
        </pc:spChg>
        <pc:spChg chg="mod">
          <ac:chgData name="lu jiaxuan" userId="9247156b4823de1e" providerId="LiveId" clId="{00C3B82C-5F12-4C51-9254-9F54200179C6}" dt="2023-09-29T09:48:41.438" v="492" actId="1035"/>
          <ac:spMkLst>
            <pc:docMk/>
            <pc:sldMk cId="3691110825" sldId="265"/>
            <ac:spMk id="15" creationId="{E45C15C0-5A5F-1F1D-A934-A9FEEA038C54}"/>
          </ac:spMkLst>
        </pc:spChg>
        <pc:spChg chg="del">
          <ac:chgData name="lu jiaxuan" userId="9247156b4823de1e" providerId="LiveId" clId="{00C3B82C-5F12-4C51-9254-9F54200179C6}" dt="2023-09-29T09:45:13.140" v="390" actId="478"/>
          <ac:spMkLst>
            <pc:docMk/>
            <pc:sldMk cId="3691110825" sldId="265"/>
            <ac:spMk id="16" creationId="{AEDA0326-68F1-FAA9-F073-DE56F37A36B2}"/>
          </ac:spMkLst>
        </pc:spChg>
        <pc:spChg chg="del">
          <ac:chgData name="lu jiaxuan" userId="9247156b4823de1e" providerId="LiveId" clId="{00C3B82C-5F12-4C51-9254-9F54200179C6}" dt="2023-09-29T09:45:13.140" v="390" actId="478"/>
          <ac:spMkLst>
            <pc:docMk/>
            <pc:sldMk cId="3691110825" sldId="265"/>
            <ac:spMk id="17" creationId="{95F57C6D-1F97-D680-5F07-1F6EFE793386}"/>
          </ac:spMkLst>
        </pc:spChg>
        <pc:spChg chg="del">
          <ac:chgData name="lu jiaxuan" userId="9247156b4823de1e" providerId="LiveId" clId="{00C3B82C-5F12-4C51-9254-9F54200179C6}" dt="2023-09-29T09:45:13.140" v="390" actId="478"/>
          <ac:spMkLst>
            <pc:docMk/>
            <pc:sldMk cId="3691110825" sldId="265"/>
            <ac:spMk id="18" creationId="{E58EC21D-E8FF-4104-BEDC-DB328BEB6F60}"/>
          </ac:spMkLst>
        </pc:spChg>
        <pc:spChg chg="del">
          <ac:chgData name="lu jiaxuan" userId="9247156b4823de1e" providerId="LiveId" clId="{00C3B82C-5F12-4C51-9254-9F54200179C6}" dt="2023-09-29T09:45:13.140" v="390" actId="478"/>
          <ac:spMkLst>
            <pc:docMk/>
            <pc:sldMk cId="3691110825" sldId="265"/>
            <ac:spMk id="19" creationId="{01F27E11-11C1-A64C-6A1F-2F3445B748AF}"/>
          </ac:spMkLst>
        </pc:spChg>
        <pc:spChg chg="del">
          <ac:chgData name="lu jiaxuan" userId="9247156b4823de1e" providerId="LiveId" clId="{00C3B82C-5F12-4C51-9254-9F54200179C6}" dt="2023-09-29T09:45:13.140" v="390" actId="478"/>
          <ac:spMkLst>
            <pc:docMk/>
            <pc:sldMk cId="3691110825" sldId="265"/>
            <ac:spMk id="24" creationId="{7B8D2BE4-2B2F-0374-826D-A5B46AC2F088}"/>
          </ac:spMkLst>
        </pc:spChg>
        <pc:spChg chg="add mod">
          <ac:chgData name="lu jiaxuan" userId="9247156b4823de1e" providerId="LiveId" clId="{00C3B82C-5F12-4C51-9254-9F54200179C6}" dt="2023-09-29T09:52:00.577" v="708"/>
          <ac:spMkLst>
            <pc:docMk/>
            <pc:sldMk cId="3691110825" sldId="265"/>
            <ac:spMk id="25" creationId="{678DFCBA-820F-0CBA-D059-9F808C83B9A4}"/>
          </ac:spMkLst>
        </pc:spChg>
        <pc:spChg chg="add mod">
          <ac:chgData name="lu jiaxuan" userId="9247156b4823de1e" providerId="LiveId" clId="{00C3B82C-5F12-4C51-9254-9F54200179C6}" dt="2023-09-29T09:52:12.959" v="736" actId="20577"/>
          <ac:spMkLst>
            <pc:docMk/>
            <pc:sldMk cId="3691110825" sldId="265"/>
            <ac:spMk id="30" creationId="{B533341B-8D62-7052-20CC-6C8481F8A5BB}"/>
          </ac:spMkLst>
        </pc:spChg>
        <pc:spChg chg="add mod">
          <ac:chgData name="lu jiaxuan" userId="9247156b4823de1e" providerId="LiveId" clId="{00C3B82C-5F12-4C51-9254-9F54200179C6}" dt="2023-09-29T09:54:21.650" v="762"/>
          <ac:spMkLst>
            <pc:docMk/>
            <pc:sldMk cId="3691110825" sldId="265"/>
            <ac:spMk id="31" creationId="{9C7BCEE8-A473-B3B8-7C81-E5C9AF782A3C}"/>
          </ac:spMkLst>
        </pc:spChg>
        <pc:picChg chg="del">
          <ac:chgData name="lu jiaxuan" userId="9247156b4823de1e" providerId="LiveId" clId="{00C3B82C-5F12-4C51-9254-9F54200179C6}" dt="2023-09-29T09:45:13.140" v="390" actId="478"/>
          <ac:picMkLst>
            <pc:docMk/>
            <pc:sldMk cId="3691110825" sldId="265"/>
            <ac:picMk id="7" creationId="{CAB720DF-3572-F738-9B3C-A828F1AE75B2}"/>
          </ac:picMkLst>
        </pc:picChg>
        <pc:picChg chg="add mod">
          <ac:chgData name="lu jiaxuan" userId="9247156b4823de1e" providerId="LiveId" clId="{00C3B82C-5F12-4C51-9254-9F54200179C6}" dt="2023-09-29T09:47:26.110" v="474" actId="1076"/>
          <ac:picMkLst>
            <pc:docMk/>
            <pc:sldMk cId="3691110825" sldId="265"/>
            <ac:picMk id="9" creationId="{13A3A52A-D240-E34B-D7FF-686AA8F53CCA}"/>
          </ac:picMkLst>
        </pc:picChg>
        <pc:picChg chg="del">
          <ac:chgData name="lu jiaxuan" userId="9247156b4823de1e" providerId="LiveId" clId="{00C3B82C-5F12-4C51-9254-9F54200179C6}" dt="2023-09-29T09:45:13.140" v="390" actId="478"/>
          <ac:picMkLst>
            <pc:docMk/>
            <pc:sldMk cId="3691110825" sldId="265"/>
            <ac:picMk id="23" creationId="{1D363EE1-6EB8-3090-F44D-1A82CB3E2810}"/>
          </ac:picMkLst>
        </pc:picChg>
        <pc:picChg chg="add mod">
          <ac:chgData name="lu jiaxuan" userId="9247156b4823de1e" providerId="LiveId" clId="{00C3B82C-5F12-4C51-9254-9F54200179C6}" dt="2023-09-29T09:52:00.577" v="708"/>
          <ac:picMkLst>
            <pc:docMk/>
            <pc:sldMk cId="3691110825" sldId="265"/>
            <ac:picMk id="29" creationId="{B574BEF9-4AA1-0FEC-3B9F-8D013B5F2A8E}"/>
          </ac:picMkLst>
        </pc:picChg>
        <pc:cxnChg chg="del">
          <ac:chgData name="lu jiaxuan" userId="9247156b4823de1e" providerId="LiveId" clId="{00C3B82C-5F12-4C51-9254-9F54200179C6}" dt="2023-09-29T09:45:13.140" v="390" actId="478"/>
          <ac:cxnSpMkLst>
            <pc:docMk/>
            <pc:sldMk cId="3691110825" sldId="265"/>
            <ac:cxnSpMk id="20" creationId="{B442E5E6-69C4-88EC-79E6-0AD5B9977B00}"/>
          </ac:cxnSpMkLst>
        </pc:cxnChg>
        <pc:cxnChg chg="del">
          <ac:chgData name="lu jiaxuan" userId="9247156b4823de1e" providerId="LiveId" clId="{00C3B82C-5F12-4C51-9254-9F54200179C6}" dt="2023-09-29T09:45:13.140" v="390" actId="478"/>
          <ac:cxnSpMkLst>
            <pc:docMk/>
            <pc:sldMk cId="3691110825" sldId="265"/>
            <ac:cxnSpMk id="21" creationId="{230B1937-2062-B9B4-A393-EF26CCB63FF3}"/>
          </ac:cxnSpMkLst>
        </pc:cxnChg>
        <pc:cxnChg chg="del">
          <ac:chgData name="lu jiaxuan" userId="9247156b4823de1e" providerId="LiveId" clId="{00C3B82C-5F12-4C51-9254-9F54200179C6}" dt="2023-09-29T09:45:13.140" v="390" actId="478"/>
          <ac:cxnSpMkLst>
            <pc:docMk/>
            <pc:sldMk cId="3691110825" sldId="265"/>
            <ac:cxnSpMk id="22" creationId="{B8FA3DD9-1087-8F79-882D-9ADF277F1F0F}"/>
          </ac:cxnSpMkLst>
        </pc:cxnChg>
        <pc:cxnChg chg="add mod">
          <ac:chgData name="lu jiaxuan" userId="9247156b4823de1e" providerId="LiveId" clId="{00C3B82C-5F12-4C51-9254-9F54200179C6}" dt="2023-09-29T09:52:00.577" v="708"/>
          <ac:cxnSpMkLst>
            <pc:docMk/>
            <pc:sldMk cId="3691110825" sldId="265"/>
            <ac:cxnSpMk id="26" creationId="{FB777686-F36D-223F-90F5-0039FF4FB701}"/>
          </ac:cxnSpMkLst>
        </pc:cxnChg>
        <pc:cxnChg chg="add mod">
          <ac:chgData name="lu jiaxuan" userId="9247156b4823de1e" providerId="LiveId" clId="{00C3B82C-5F12-4C51-9254-9F54200179C6}" dt="2023-09-29T09:52:00.577" v="708"/>
          <ac:cxnSpMkLst>
            <pc:docMk/>
            <pc:sldMk cId="3691110825" sldId="265"/>
            <ac:cxnSpMk id="27" creationId="{59B75F52-374C-FC45-0D71-B22727CD756A}"/>
          </ac:cxnSpMkLst>
        </pc:cxnChg>
        <pc:cxnChg chg="add mod">
          <ac:chgData name="lu jiaxuan" userId="9247156b4823de1e" providerId="LiveId" clId="{00C3B82C-5F12-4C51-9254-9F54200179C6}" dt="2023-09-29T10:47:12.269" v="1825" actId="1036"/>
          <ac:cxnSpMkLst>
            <pc:docMk/>
            <pc:sldMk cId="3691110825" sldId="265"/>
            <ac:cxnSpMk id="28" creationId="{7F0BE81F-9514-093B-31E8-4607E027A252}"/>
          </ac:cxnSpMkLst>
        </pc:cxnChg>
      </pc:sldChg>
      <pc:sldChg chg="addSp delSp modSp add mod delAnim modNotesTx">
        <pc:chgData name="lu jiaxuan" userId="9247156b4823de1e" providerId="LiveId" clId="{00C3B82C-5F12-4C51-9254-9F54200179C6}" dt="2023-09-29T10:49:37.028" v="1926" actId="20577"/>
        <pc:sldMkLst>
          <pc:docMk/>
          <pc:sldMk cId="795776144" sldId="266"/>
        </pc:sldMkLst>
        <pc:spChg chg="del">
          <ac:chgData name="lu jiaxuan" userId="9247156b4823de1e" providerId="LiveId" clId="{00C3B82C-5F12-4C51-9254-9F54200179C6}" dt="2023-09-29T10:02:41.485" v="1046" actId="478"/>
          <ac:spMkLst>
            <pc:docMk/>
            <pc:sldMk cId="795776144" sldId="266"/>
            <ac:spMk id="13" creationId="{E7A98FC0-DBD1-69E6-8349-DBA571497401}"/>
          </ac:spMkLst>
        </pc:spChg>
        <pc:spChg chg="del">
          <ac:chgData name="lu jiaxuan" userId="9247156b4823de1e" providerId="LiveId" clId="{00C3B82C-5F12-4C51-9254-9F54200179C6}" dt="2023-09-29T10:02:41.485" v="1046" actId="478"/>
          <ac:spMkLst>
            <pc:docMk/>
            <pc:sldMk cId="795776144" sldId="266"/>
            <ac:spMk id="14" creationId="{9440E210-8746-08BB-A9DD-420BDDE9A5EA}"/>
          </ac:spMkLst>
        </pc:spChg>
        <pc:spChg chg="del">
          <ac:chgData name="lu jiaxuan" userId="9247156b4823de1e" providerId="LiveId" clId="{00C3B82C-5F12-4C51-9254-9F54200179C6}" dt="2023-09-29T10:02:41.485" v="1046" actId="478"/>
          <ac:spMkLst>
            <pc:docMk/>
            <pc:sldMk cId="795776144" sldId="266"/>
            <ac:spMk id="25" creationId="{678DFCBA-820F-0CBA-D059-9F808C83B9A4}"/>
          </ac:spMkLst>
        </pc:spChg>
        <pc:spChg chg="del">
          <ac:chgData name="lu jiaxuan" userId="9247156b4823de1e" providerId="LiveId" clId="{00C3B82C-5F12-4C51-9254-9F54200179C6}" dt="2023-09-29T10:02:41.485" v="1046" actId="478"/>
          <ac:spMkLst>
            <pc:docMk/>
            <pc:sldMk cId="795776144" sldId="266"/>
            <ac:spMk id="30" creationId="{B533341B-8D62-7052-20CC-6C8481F8A5BB}"/>
          </ac:spMkLst>
        </pc:spChg>
        <pc:spChg chg="del">
          <ac:chgData name="lu jiaxuan" userId="9247156b4823de1e" providerId="LiveId" clId="{00C3B82C-5F12-4C51-9254-9F54200179C6}" dt="2023-09-29T10:02:41.485" v="1046" actId="478"/>
          <ac:spMkLst>
            <pc:docMk/>
            <pc:sldMk cId="795776144" sldId="266"/>
            <ac:spMk id="31" creationId="{9C7BCEE8-A473-B3B8-7C81-E5C9AF782A3C}"/>
          </ac:spMkLst>
        </pc:spChg>
        <pc:picChg chg="add mod">
          <ac:chgData name="lu jiaxuan" userId="9247156b4823de1e" providerId="LiveId" clId="{00C3B82C-5F12-4C51-9254-9F54200179C6}" dt="2023-09-29T10:12:08.981" v="1169" actId="1076"/>
          <ac:picMkLst>
            <pc:docMk/>
            <pc:sldMk cId="795776144" sldId="266"/>
            <ac:picMk id="7" creationId="{49214BA7-7A4C-36FB-E1D0-99FD4CE6DB86}"/>
          </ac:picMkLst>
        </pc:picChg>
        <pc:picChg chg="del">
          <ac:chgData name="lu jiaxuan" userId="9247156b4823de1e" providerId="LiveId" clId="{00C3B82C-5F12-4C51-9254-9F54200179C6}" dt="2023-09-29T10:02:21.609" v="1043" actId="478"/>
          <ac:picMkLst>
            <pc:docMk/>
            <pc:sldMk cId="795776144" sldId="266"/>
            <ac:picMk id="9" creationId="{13A3A52A-D240-E34B-D7FF-686AA8F53CCA}"/>
          </ac:picMkLst>
        </pc:picChg>
        <pc:picChg chg="add mod modCrop">
          <ac:chgData name="lu jiaxuan" userId="9247156b4823de1e" providerId="LiveId" clId="{00C3B82C-5F12-4C51-9254-9F54200179C6}" dt="2023-09-29T10:12:23.624" v="1172" actId="1076"/>
          <ac:picMkLst>
            <pc:docMk/>
            <pc:sldMk cId="795776144" sldId="266"/>
            <ac:picMk id="17" creationId="{A3A8B6B3-2C29-BEA6-3605-C013CA684092}"/>
          </ac:picMkLst>
        </pc:picChg>
        <pc:picChg chg="add mod">
          <ac:chgData name="lu jiaxuan" userId="9247156b4823de1e" providerId="LiveId" clId="{00C3B82C-5F12-4C51-9254-9F54200179C6}" dt="2023-09-29T10:13:45.198" v="1222" actId="1035"/>
          <ac:picMkLst>
            <pc:docMk/>
            <pc:sldMk cId="795776144" sldId="266"/>
            <ac:picMk id="19" creationId="{C9F126E7-8807-510F-FA40-A8B210F40841}"/>
          </ac:picMkLst>
        </pc:picChg>
        <pc:picChg chg="del">
          <ac:chgData name="lu jiaxuan" userId="9247156b4823de1e" providerId="LiveId" clId="{00C3B82C-5F12-4C51-9254-9F54200179C6}" dt="2023-09-29T10:02:41.485" v="1046" actId="478"/>
          <ac:picMkLst>
            <pc:docMk/>
            <pc:sldMk cId="795776144" sldId="266"/>
            <ac:picMk id="29" creationId="{B574BEF9-4AA1-0FEC-3B9F-8D013B5F2A8E}"/>
          </ac:picMkLst>
        </pc:picChg>
        <pc:cxnChg chg="del">
          <ac:chgData name="lu jiaxuan" userId="9247156b4823de1e" providerId="LiveId" clId="{00C3B82C-5F12-4C51-9254-9F54200179C6}" dt="2023-09-29T10:02:41.485" v="1046" actId="478"/>
          <ac:cxnSpMkLst>
            <pc:docMk/>
            <pc:sldMk cId="795776144" sldId="266"/>
            <ac:cxnSpMk id="26" creationId="{FB777686-F36D-223F-90F5-0039FF4FB701}"/>
          </ac:cxnSpMkLst>
        </pc:cxnChg>
        <pc:cxnChg chg="del">
          <ac:chgData name="lu jiaxuan" userId="9247156b4823de1e" providerId="LiveId" clId="{00C3B82C-5F12-4C51-9254-9F54200179C6}" dt="2023-09-29T10:02:41.485" v="1046" actId="478"/>
          <ac:cxnSpMkLst>
            <pc:docMk/>
            <pc:sldMk cId="795776144" sldId="266"/>
            <ac:cxnSpMk id="27" creationId="{59B75F52-374C-FC45-0D71-B22727CD756A}"/>
          </ac:cxnSpMkLst>
        </pc:cxnChg>
        <pc:cxnChg chg="del">
          <ac:chgData name="lu jiaxuan" userId="9247156b4823de1e" providerId="LiveId" clId="{00C3B82C-5F12-4C51-9254-9F54200179C6}" dt="2023-09-29T10:02:41.485" v="1046" actId="478"/>
          <ac:cxnSpMkLst>
            <pc:docMk/>
            <pc:sldMk cId="795776144" sldId="266"/>
            <ac:cxnSpMk id="28" creationId="{7F0BE81F-9514-093B-31E8-4607E027A252}"/>
          </ac:cxnSpMkLst>
        </pc:cxnChg>
      </pc:sldChg>
    </pc:docChg>
  </pc:docChgLst>
  <pc:docChgLst>
    <pc:chgData name="lu jiaxuan" userId="9247156b4823de1e" providerId="LiveId" clId="{0E6D2024-1D61-4EFE-934F-075201A7C852}"/>
    <pc:docChg chg="undo custSel addSld modSld">
      <pc:chgData name="lu jiaxuan" userId="9247156b4823de1e" providerId="LiveId" clId="{0E6D2024-1D61-4EFE-934F-075201A7C852}" dt="2023-11-16T15:50:42.330" v="2693" actId="20577"/>
      <pc:docMkLst>
        <pc:docMk/>
      </pc:docMkLst>
      <pc:sldChg chg="modNotesTx">
        <pc:chgData name="lu jiaxuan" userId="9247156b4823de1e" providerId="LiveId" clId="{0E6D2024-1D61-4EFE-934F-075201A7C852}" dt="2023-11-16T15:31:57.443" v="1938" actId="20577"/>
        <pc:sldMkLst>
          <pc:docMk/>
          <pc:sldMk cId="3423431225" sldId="258"/>
        </pc:sldMkLst>
      </pc:sldChg>
      <pc:sldChg chg="addSp modSp mod modAnim modNotesTx">
        <pc:chgData name="lu jiaxuan" userId="9247156b4823de1e" providerId="LiveId" clId="{0E6D2024-1D61-4EFE-934F-075201A7C852}" dt="2023-11-16T15:36:36.436" v="2032" actId="20577"/>
        <pc:sldMkLst>
          <pc:docMk/>
          <pc:sldMk cId="10000179" sldId="260"/>
        </pc:sldMkLst>
        <pc:spChg chg="add mod">
          <ac:chgData name="lu jiaxuan" userId="9247156b4823de1e" providerId="LiveId" clId="{0E6D2024-1D61-4EFE-934F-075201A7C852}" dt="2023-11-16T15:35:29.847" v="1995" actId="1076"/>
          <ac:spMkLst>
            <pc:docMk/>
            <pc:sldMk cId="10000179" sldId="260"/>
            <ac:spMk id="9" creationId="{AC42DDE0-1AD3-1FE0-7005-57E46DDE297F}"/>
          </ac:spMkLst>
        </pc:spChg>
        <pc:picChg chg="add mod">
          <ac:chgData name="lu jiaxuan" userId="9247156b4823de1e" providerId="LiveId" clId="{0E6D2024-1D61-4EFE-934F-075201A7C852}" dt="2023-11-16T15:35:04.932" v="1988" actId="1076"/>
          <ac:picMkLst>
            <pc:docMk/>
            <pc:sldMk cId="10000179" sldId="260"/>
            <ac:picMk id="7" creationId="{628AF9F7-E4F7-BC44-9B1F-B3F33E7FB63F}"/>
          </ac:picMkLst>
        </pc:picChg>
      </pc:sldChg>
      <pc:sldChg chg="modSp mod modNotesTx">
        <pc:chgData name="lu jiaxuan" userId="9247156b4823de1e" providerId="LiveId" clId="{0E6D2024-1D61-4EFE-934F-075201A7C852}" dt="2023-11-16T15:33:59.719" v="1956" actId="20577"/>
        <pc:sldMkLst>
          <pc:docMk/>
          <pc:sldMk cId="1591456085" sldId="262"/>
        </pc:sldMkLst>
        <pc:spChg chg="mod">
          <ac:chgData name="lu jiaxuan" userId="9247156b4823de1e" providerId="LiveId" clId="{0E6D2024-1D61-4EFE-934F-075201A7C852}" dt="2023-11-16T15:33:24.153" v="1939" actId="207"/>
          <ac:spMkLst>
            <pc:docMk/>
            <pc:sldMk cId="1591456085" sldId="262"/>
            <ac:spMk id="12" creationId="{615F4AC8-ADB9-4305-E001-F16921FBD113}"/>
          </ac:spMkLst>
        </pc:spChg>
        <pc:spChg chg="mod">
          <ac:chgData name="lu jiaxuan" userId="9247156b4823de1e" providerId="LiveId" clId="{0E6D2024-1D61-4EFE-934F-075201A7C852}" dt="2023-11-16T15:33:43.528" v="1942" actId="207"/>
          <ac:spMkLst>
            <pc:docMk/>
            <pc:sldMk cId="1591456085" sldId="262"/>
            <ac:spMk id="22" creationId="{F829FD1E-4DFF-CB7B-8C6A-C9BDE988C63D}"/>
          </ac:spMkLst>
        </pc:spChg>
      </pc:sldChg>
      <pc:sldChg chg="modNotesTx">
        <pc:chgData name="lu jiaxuan" userId="9247156b4823de1e" providerId="LiveId" clId="{0E6D2024-1D61-4EFE-934F-075201A7C852}" dt="2023-11-16T15:30:57.442" v="1866" actId="20577"/>
        <pc:sldMkLst>
          <pc:docMk/>
          <pc:sldMk cId="3218750398" sldId="264"/>
        </pc:sldMkLst>
      </pc:sldChg>
      <pc:sldChg chg="delSp modSp mod modNotesTx">
        <pc:chgData name="lu jiaxuan" userId="9247156b4823de1e" providerId="LiveId" clId="{0E6D2024-1D61-4EFE-934F-075201A7C852}" dt="2023-11-16T15:50:42.330" v="2693" actId="20577"/>
        <pc:sldMkLst>
          <pc:docMk/>
          <pc:sldMk cId="3121540007" sldId="267"/>
        </pc:sldMkLst>
        <pc:spChg chg="del">
          <ac:chgData name="lu jiaxuan" userId="9247156b4823de1e" providerId="LiveId" clId="{0E6D2024-1D61-4EFE-934F-075201A7C852}" dt="2023-11-16T15:37:27.096" v="2034" actId="478"/>
          <ac:spMkLst>
            <pc:docMk/>
            <pc:sldMk cId="3121540007" sldId="267"/>
            <ac:spMk id="6" creationId="{20C78F22-C574-AF6B-0ADB-BAACEB47C7D8}"/>
          </ac:spMkLst>
        </pc:spChg>
        <pc:graphicFrameChg chg="mod">
          <ac:chgData name="lu jiaxuan" userId="9247156b4823de1e" providerId="LiveId" clId="{0E6D2024-1D61-4EFE-934F-075201A7C852}" dt="2023-11-16T15:37:25.282" v="2033" actId="1076"/>
          <ac:graphicFrameMkLst>
            <pc:docMk/>
            <pc:sldMk cId="3121540007" sldId="267"/>
            <ac:graphicFrameMk id="5" creationId="{F3FFE17C-5450-2392-05F5-2EEBB4DC10C8}"/>
          </ac:graphicFrameMkLst>
        </pc:graphicFrameChg>
      </pc:sldChg>
      <pc:sldChg chg="modSp mod modNotesTx">
        <pc:chgData name="lu jiaxuan" userId="9247156b4823de1e" providerId="LiveId" clId="{0E6D2024-1D61-4EFE-934F-075201A7C852}" dt="2023-11-16T13:10:35.277" v="488" actId="20577"/>
        <pc:sldMkLst>
          <pc:docMk/>
          <pc:sldMk cId="2673443901" sldId="270"/>
        </pc:sldMkLst>
        <pc:spChg chg="mod">
          <ac:chgData name="lu jiaxuan" userId="9247156b4823de1e" providerId="LiveId" clId="{0E6D2024-1D61-4EFE-934F-075201A7C852}" dt="2023-11-16T13:04:56.925" v="133" actId="207"/>
          <ac:spMkLst>
            <pc:docMk/>
            <pc:sldMk cId="2673443901" sldId="270"/>
            <ac:spMk id="12" creationId="{615F4AC8-ADB9-4305-E001-F16921FBD113}"/>
          </ac:spMkLst>
        </pc:spChg>
        <pc:spChg chg="mod">
          <ac:chgData name="lu jiaxuan" userId="9247156b4823de1e" providerId="LiveId" clId="{0E6D2024-1D61-4EFE-934F-075201A7C852}" dt="2023-11-16T13:04:49.305" v="132" actId="207"/>
          <ac:spMkLst>
            <pc:docMk/>
            <pc:sldMk cId="2673443901" sldId="270"/>
            <ac:spMk id="13" creationId="{A725DBC3-00FD-1963-37E4-430F2159358C}"/>
          </ac:spMkLst>
        </pc:spChg>
      </pc:sldChg>
      <pc:sldChg chg="addSp delSp modSp add mod modNotesTx">
        <pc:chgData name="lu jiaxuan" userId="9247156b4823de1e" providerId="LiveId" clId="{0E6D2024-1D61-4EFE-934F-075201A7C852}" dt="2023-11-16T15:28:25.089" v="1782" actId="20577"/>
        <pc:sldMkLst>
          <pc:docMk/>
          <pc:sldMk cId="1051758208" sldId="271"/>
        </pc:sldMkLst>
        <pc:spChg chg="mod">
          <ac:chgData name="lu jiaxuan" userId="9247156b4823de1e" providerId="LiveId" clId="{0E6D2024-1D61-4EFE-934F-075201A7C852}" dt="2023-11-16T14:55:26.718" v="790" actId="20577"/>
          <ac:spMkLst>
            <pc:docMk/>
            <pc:sldMk cId="1051758208" sldId="271"/>
            <ac:spMk id="3" creationId="{8C3CFCA7-6A20-E1EB-8D85-760C3BE25830}"/>
          </ac:spMkLst>
        </pc:spChg>
        <pc:spChg chg="add mod">
          <ac:chgData name="lu jiaxuan" userId="9247156b4823de1e" providerId="LiveId" clId="{0E6D2024-1D61-4EFE-934F-075201A7C852}" dt="2023-11-16T15:05:33.621" v="1128" actId="1037"/>
          <ac:spMkLst>
            <pc:docMk/>
            <pc:sldMk cId="1051758208" sldId="271"/>
            <ac:spMk id="6" creationId="{9633A760-8311-7601-1278-DD1938006437}"/>
          </ac:spMkLst>
        </pc:spChg>
        <pc:spChg chg="mod">
          <ac:chgData name="lu jiaxuan" userId="9247156b4823de1e" providerId="LiveId" clId="{0E6D2024-1D61-4EFE-934F-075201A7C852}" dt="2023-11-16T15:05:19.408" v="1110" actId="1037"/>
          <ac:spMkLst>
            <pc:docMk/>
            <pc:sldMk cId="1051758208" sldId="271"/>
            <ac:spMk id="7" creationId="{CA966321-B27B-6151-6E25-0F3EC829351C}"/>
          </ac:spMkLst>
        </pc:spChg>
        <pc:spChg chg="add mod ord">
          <ac:chgData name="lu jiaxuan" userId="9247156b4823de1e" providerId="LiveId" clId="{0E6D2024-1D61-4EFE-934F-075201A7C852}" dt="2023-11-16T15:05:19.408" v="1110" actId="1037"/>
          <ac:spMkLst>
            <pc:docMk/>
            <pc:sldMk cId="1051758208" sldId="271"/>
            <ac:spMk id="8" creationId="{960A4410-F851-02E3-A3B1-789F7F4BF742}"/>
          </ac:spMkLst>
        </pc:spChg>
        <pc:spChg chg="mod">
          <ac:chgData name="lu jiaxuan" userId="9247156b4823de1e" providerId="LiveId" clId="{0E6D2024-1D61-4EFE-934F-075201A7C852}" dt="2023-11-16T15:05:19.408" v="1110" actId="1037"/>
          <ac:spMkLst>
            <pc:docMk/>
            <pc:sldMk cId="1051758208" sldId="271"/>
            <ac:spMk id="9" creationId="{26CBD50A-6113-6E84-64FC-525ABDBA4E3F}"/>
          </ac:spMkLst>
        </pc:spChg>
        <pc:spChg chg="add del mod">
          <ac:chgData name="lu jiaxuan" userId="9247156b4823de1e" providerId="LiveId" clId="{0E6D2024-1D61-4EFE-934F-075201A7C852}" dt="2023-11-16T15:03:26.597" v="1026" actId="478"/>
          <ac:spMkLst>
            <pc:docMk/>
            <pc:sldMk cId="1051758208" sldId="271"/>
            <ac:spMk id="10" creationId="{55EBBAD1-EAB4-2BE4-C9C8-67DEE69BF9F1}"/>
          </ac:spMkLst>
        </pc:spChg>
        <pc:spChg chg="add mod">
          <ac:chgData name="lu jiaxuan" userId="9247156b4823de1e" providerId="LiveId" clId="{0E6D2024-1D61-4EFE-934F-075201A7C852}" dt="2023-11-16T15:05:19.408" v="1110" actId="1037"/>
          <ac:spMkLst>
            <pc:docMk/>
            <pc:sldMk cId="1051758208" sldId="271"/>
            <ac:spMk id="11" creationId="{823133BA-9B06-2CF1-EC15-40154A43B13A}"/>
          </ac:spMkLst>
        </pc:spChg>
        <pc:spChg chg="mod">
          <ac:chgData name="lu jiaxuan" userId="9247156b4823de1e" providerId="LiveId" clId="{0E6D2024-1D61-4EFE-934F-075201A7C852}" dt="2023-11-16T15:05:19.408" v="1110" actId="1037"/>
          <ac:spMkLst>
            <pc:docMk/>
            <pc:sldMk cId="1051758208" sldId="271"/>
            <ac:spMk id="12" creationId="{615F4AC8-ADB9-4305-E001-F16921FBD113}"/>
          </ac:spMkLst>
        </pc:spChg>
        <pc:spChg chg="mod">
          <ac:chgData name="lu jiaxuan" userId="9247156b4823de1e" providerId="LiveId" clId="{0E6D2024-1D61-4EFE-934F-075201A7C852}" dt="2023-11-16T15:05:19.408" v="1110" actId="1037"/>
          <ac:spMkLst>
            <pc:docMk/>
            <pc:sldMk cId="1051758208" sldId="271"/>
            <ac:spMk id="13" creationId="{A725DBC3-00FD-1963-37E4-430F2159358C}"/>
          </ac:spMkLst>
        </pc:spChg>
        <pc:spChg chg="mod">
          <ac:chgData name="lu jiaxuan" userId="9247156b4823de1e" providerId="LiveId" clId="{0E6D2024-1D61-4EFE-934F-075201A7C852}" dt="2023-11-16T15:05:19.408" v="1110" actId="1037"/>
          <ac:spMkLst>
            <pc:docMk/>
            <pc:sldMk cId="1051758208" sldId="271"/>
            <ac:spMk id="23" creationId="{77463460-3F04-34B4-BCE9-FF36CCB0101D}"/>
          </ac:spMkLst>
        </pc:spChg>
        <pc:spChg chg="mod">
          <ac:chgData name="lu jiaxuan" userId="9247156b4823de1e" providerId="LiveId" clId="{0E6D2024-1D61-4EFE-934F-075201A7C852}" dt="2023-11-16T15:05:19.408" v="1110" actId="1037"/>
          <ac:spMkLst>
            <pc:docMk/>
            <pc:sldMk cId="1051758208" sldId="271"/>
            <ac:spMk id="24" creationId="{40605E3D-C4B3-AF6A-E441-27E056CADB7B}"/>
          </ac:spMkLst>
        </pc:spChg>
        <pc:picChg chg="add mod ord">
          <ac:chgData name="lu jiaxuan" userId="9247156b4823de1e" providerId="LiveId" clId="{0E6D2024-1D61-4EFE-934F-075201A7C852}" dt="2023-11-16T14:55:35.492" v="792" actId="167"/>
          <ac:picMkLst>
            <pc:docMk/>
            <pc:sldMk cId="1051758208" sldId="271"/>
            <ac:picMk id="5" creationId="{F089B5B9-B320-D023-AA30-C602BAD8C7FB}"/>
          </ac:picMkLst>
        </pc:picChg>
        <pc:picChg chg="mod">
          <ac:chgData name="lu jiaxuan" userId="9247156b4823de1e" providerId="LiveId" clId="{0E6D2024-1D61-4EFE-934F-075201A7C852}" dt="2023-11-16T15:05:19.408" v="1110" actId="1037"/>
          <ac:picMkLst>
            <pc:docMk/>
            <pc:sldMk cId="1051758208" sldId="271"/>
            <ac:picMk id="20" creationId="{7734D472-48E6-3587-4F6F-AE4AFAE51011}"/>
          </ac:picMkLst>
        </pc:picChg>
        <pc:cxnChg chg="mod">
          <ac:chgData name="lu jiaxuan" userId="9247156b4823de1e" providerId="LiveId" clId="{0E6D2024-1D61-4EFE-934F-075201A7C852}" dt="2023-11-16T15:05:19.408" v="1110" actId="1037"/>
          <ac:cxnSpMkLst>
            <pc:docMk/>
            <pc:sldMk cId="1051758208" sldId="271"/>
            <ac:cxnSpMk id="2" creationId="{D8598003-3C82-B163-029B-FBA18302E3F5}"/>
          </ac:cxnSpMkLst>
        </pc:cxnChg>
        <pc:cxnChg chg="mod">
          <ac:chgData name="lu jiaxuan" userId="9247156b4823de1e" providerId="LiveId" clId="{0E6D2024-1D61-4EFE-934F-075201A7C852}" dt="2023-11-16T15:05:19.408" v="1110" actId="1037"/>
          <ac:cxnSpMkLst>
            <pc:docMk/>
            <pc:sldMk cId="1051758208" sldId="271"/>
            <ac:cxnSpMk id="15" creationId="{4D860012-172F-8945-DA50-9C514E6CC488}"/>
          </ac:cxnSpMkLst>
        </pc:cxnChg>
        <pc:cxnChg chg="mod">
          <ac:chgData name="lu jiaxuan" userId="9247156b4823de1e" providerId="LiveId" clId="{0E6D2024-1D61-4EFE-934F-075201A7C852}" dt="2023-11-16T15:05:19.408" v="1110" actId="1037"/>
          <ac:cxnSpMkLst>
            <pc:docMk/>
            <pc:sldMk cId="1051758208" sldId="271"/>
            <ac:cxnSpMk id="16" creationId="{B89F9755-401E-C6BC-28BD-8B3469D617E3}"/>
          </ac:cxnSpMkLst>
        </pc:cxnChg>
      </pc:sldChg>
      <pc:sldChg chg="addSp delSp modSp add mod modNotesTx">
        <pc:chgData name="lu jiaxuan" userId="9247156b4823de1e" providerId="LiveId" clId="{0E6D2024-1D61-4EFE-934F-075201A7C852}" dt="2023-11-16T13:12:01.383" v="515" actId="20577"/>
        <pc:sldMkLst>
          <pc:docMk/>
          <pc:sldMk cId="3672237641" sldId="272"/>
        </pc:sldMkLst>
        <pc:spChg chg="del">
          <ac:chgData name="lu jiaxuan" userId="9247156b4823de1e" providerId="LiveId" clId="{0E6D2024-1D61-4EFE-934F-075201A7C852}" dt="2023-11-16T13:11:58.101" v="513" actId="478"/>
          <ac:spMkLst>
            <pc:docMk/>
            <pc:sldMk cId="3672237641" sldId="272"/>
            <ac:spMk id="3" creationId="{8C3CFCA7-6A20-E1EB-8D85-760C3BE25830}"/>
          </ac:spMkLst>
        </pc:spChg>
        <pc:spChg chg="add mod">
          <ac:chgData name="lu jiaxuan" userId="9247156b4823de1e" providerId="LiveId" clId="{0E6D2024-1D61-4EFE-934F-075201A7C852}" dt="2023-11-16T13:11:58.101" v="513" actId="478"/>
          <ac:spMkLst>
            <pc:docMk/>
            <pc:sldMk cId="3672237641" sldId="272"/>
            <ac:spMk id="5" creationId="{AC71DA41-BC26-7F25-1FEF-DE6B27E9AB45}"/>
          </ac:spMkLst>
        </pc:spChg>
        <pc:spChg chg="del">
          <ac:chgData name="lu jiaxuan" userId="9247156b4823de1e" providerId="LiveId" clId="{0E6D2024-1D61-4EFE-934F-075201A7C852}" dt="2023-11-16T13:11:58.101" v="513" actId="478"/>
          <ac:spMkLst>
            <pc:docMk/>
            <pc:sldMk cId="3672237641" sldId="272"/>
            <ac:spMk id="7" creationId="{CA966321-B27B-6151-6E25-0F3EC829351C}"/>
          </ac:spMkLst>
        </pc:spChg>
        <pc:spChg chg="del">
          <ac:chgData name="lu jiaxuan" userId="9247156b4823de1e" providerId="LiveId" clId="{0E6D2024-1D61-4EFE-934F-075201A7C852}" dt="2023-11-16T13:11:58.101" v="513" actId="478"/>
          <ac:spMkLst>
            <pc:docMk/>
            <pc:sldMk cId="3672237641" sldId="272"/>
            <ac:spMk id="9" creationId="{26CBD50A-6113-6E84-64FC-525ABDBA4E3F}"/>
          </ac:spMkLst>
        </pc:spChg>
        <pc:spChg chg="del">
          <ac:chgData name="lu jiaxuan" userId="9247156b4823de1e" providerId="LiveId" clId="{0E6D2024-1D61-4EFE-934F-075201A7C852}" dt="2023-11-16T13:11:58.101" v="513" actId="478"/>
          <ac:spMkLst>
            <pc:docMk/>
            <pc:sldMk cId="3672237641" sldId="272"/>
            <ac:spMk id="12" creationId="{615F4AC8-ADB9-4305-E001-F16921FBD113}"/>
          </ac:spMkLst>
        </pc:spChg>
        <pc:spChg chg="del">
          <ac:chgData name="lu jiaxuan" userId="9247156b4823de1e" providerId="LiveId" clId="{0E6D2024-1D61-4EFE-934F-075201A7C852}" dt="2023-11-16T13:11:58.101" v="513" actId="478"/>
          <ac:spMkLst>
            <pc:docMk/>
            <pc:sldMk cId="3672237641" sldId="272"/>
            <ac:spMk id="13" creationId="{A725DBC3-00FD-1963-37E4-430F2159358C}"/>
          </ac:spMkLst>
        </pc:spChg>
        <pc:spChg chg="del">
          <ac:chgData name="lu jiaxuan" userId="9247156b4823de1e" providerId="LiveId" clId="{0E6D2024-1D61-4EFE-934F-075201A7C852}" dt="2023-11-16T13:11:58.101" v="513" actId="478"/>
          <ac:spMkLst>
            <pc:docMk/>
            <pc:sldMk cId="3672237641" sldId="272"/>
            <ac:spMk id="23" creationId="{77463460-3F04-34B4-BCE9-FF36CCB0101D}"/>
          </ac:spMkLst>
        </pc:spChg>
        <pc:spChg chg="del">
          <ac:chgData name="lu jiaxuan" userId="9247156b4823de1e" providerId="LiveId" clId="{0E6D2024-1D61-4EFE-934F-075201A7C852}" dt="2023-11-16T13:11:58.101" v="513" actId="478"/>
          <ac:spMkLst>
            <pc:docMk/>
            <pc:sldMk cId="3672237641" sldId="272"/>
            <ac:spMk id="24" creationId="{40605E3D-C4B3-AF6A-E441-27E056CADB7B}"/>
          </ac:spMkLst>
        </pc:spChg>
        <pc:picChg chg="del">
          <ac:chgData name="lu jiaxuan" userId="9247156b4823de1e" providerId="LiveId" clId="{0E6D2024-1D61-4EFE-934F-075201A7C852}" dt="2023-11-16T13:11:58.101" v="513" actId="478"/>
          <ac:picMkLst>
            <pc:docMk/>
            <pc:sldMk cId="3672237641" sldId="272"/>
            <ac:picMk id="20" creationId="{7734D472-48E6-3587-4F6F-AE4AFAE51011}"/>
          </ac:picMkLst>
        </pc:picChg>
        <pc:cxnChg chg="del">
          <ac:chgData name="lu jiaxuan" userId="9247156b4823de1e" providerId="LiveId" clId="{0E6D2024-1D61-4EFE-934F-075201A7C852}" dt="2023-11-16T13:11:58.101" v="513" actId="478"/>
          <ac:cxnSpMkLst>
            <pc:docMk/>
            <pc:sldMk cId="3672237641" sldId="272"/>
            <ac:cxnSpMk id="2" creationId="{D8598003-3C82-B163-029B-FBA18302E3F5}"/>
          </ac:cxnSpMkLst>
        </pc:cxnChg>
        <pc:cxnChg chg="del">
          <ac:chgData name="lu jiaxuan" userId="9247156b4823de1e" providerId="LiveId" clId="{0E6D2024-1D61-4EFE-934F-075201A7C852}" dt="2023-11-16T13:11:58.101" v="513" actId="478"/>
          <ac:cxnSpMkLst>
            <pc:docMk/>
            <pc:sldMk cId="3672237641" sldId="272"/>
            <ac:cxnSpMk id="15" creationId="{4D860012-172F-8945-DA50-9C514E6CC488}"/>
          </ac:cxnSpMkLst>
        </pc:cxnChg>
        <pc:cxnChg chg="del">
          <ac:chgData name="lu jiaxuan" userId="9247156b4823de1e" providerId="LiveId" clId="{0E6D2024-1D61-4EFE-934F-075201A7C852}" dt="2023-11-16T13:11:58.101" v="513" actId="478"/>
          <ac:cxnSpMkLst>
            <pc:docMk/>
            <pc:sldMk cId="3672237641" sldId="272"/>
            <ac:cxnSpMk id="16" creationId="{B89F9755-401E-C6BC-28BD-8B3469D617E3}"/>
          </ac:cxnSpMkLst>
        </pc:cxnChg>
      </pc:sldChg>
      <pc:sldChg chg="add">
        <pc:chgData name="lu jiaxuan" userId="9247156b4823de1e" providerId="LiveId" clId="{0E6D2024-1D61-4EFE-934F-075201A7C852}" dt="2023-11-16T15:28:32.021" v="1783"/>
        <pc:sldMkLst>
          <pc:docMk/>
          <pc:sldMk cId="648502485" sldId="273"/>
        </pc:sldMkLst>
      </pc:sldChg>
      <pc:sldChg chg="add">
        <pc:chgData name="lu jiaxuan" userId="9247156b4823de1e" providerId="LiveId" clId="{0E6D2024-1D61-4EFE-934F-075201A7C852}" dt="2023-11-16T15:37:37.951" v="2044"/>
        <pc:sldMkLst>
          <pc:docMk/>
          <pc:sldMk cId="2355601506" sldId="274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5BA3B67-1AF9-4F0E-B820-4C127EC7662A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F39BB5FE-CD1D-48F2-ABB5-1081142099F9}">
      <dgm:prSet phldrT="[文本]" custT="1"/>
      <dgm:spPr/>
      <dgm:t>
        <a:bodyPr/>
        <a:lstStyle/>
        <a:p>
          <a:pPr>
            <a:spcAft>
              <a:spcPts val="600"/>
            </a:spcAft>
          </a:pPr>
          <a:r>
            <a:rPr lang="en-US" altLang="zh-CN" sz="4800" u="none" dirty="0">
              <a:latin typeface="Times New Roman" panose="02020603050405020304" pitchFamily="18" charset="0"/>
              <a:cs typeface="Times New Roman" panose="02020603050405020304" pitchFamily="18" charset="0"/>
            </a:rPr>
            <a:t>Linear</a:t>
          </a:r>
        </a:p>
        <a:p>
          <a:pPr>
            <a:spcAft>
              <a:spcPts val="600"/>
            </a:spcAft>
          </a:pPr>
          <a:r>
            <a:rPr lang="en-US" altLang="zh-CN" sz="4800" u="none" dirty="0">
              <a:latin typeface="Times New Roman" panose="02020603050405020304" pitchFamily="18" charset="0"/>
              <a:cs typeface="Times New Roman" panose="02020603050405020304" pitchFamily="18" charset="0"/>
            </a:rPr>
            <a:t>Probing</a:t>
          </a:r>
          <a:endParaRPr lang="zh-CN" altLang="en-US" sz="4800" u="none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0479F9E-275B-4B24-88B6-D11CFB8E1AA8}" type="parTrans" cxnId="{07C60BA6-905D-4EAC-9EBD-EC048B29310D}">
      <dgm:prSet/>
      <dgm:spPr/>
      <dgm:t>
        <a:bodyPr/>
        <a:lstStyle/>
        <a:p>
          <a:endParaRPr lang="zh-CN" altLang="en-US"/>
        </a:p>
      </dgm:t>
    </dgm:pt>
    <dgm:pt modelId="{91EA19B0-80A5-4E39-AEF9-106812819BEA}" type="sibTrans" cxnId="{07C60BA6-905D-4EAC-9EBD-EC048B29310D}">
      <dgm:prSet/>
      <dgm:spPr/>
      <dgm:t>
        <a:bodyPr/>
        <a:lstStyle/>
        <a:p>
          <a:endParaRPr lang="zh-CN" altLang="en-US"/>
        </a:p>
      </dgm:t>
    </dgm:pt>
    <dgm:pt modelId="{0DD33656-D1C8-4F9C-81F2-3949026F6A24}">
      <dgm:prSet phldrT="[文本]" custT="1"/>
      <dgm:spPr/>
      <dgm:t>
        <a:bodyPr/>
        <a:lstStyle/>
        <a:p>
          <a:pPr>
            <a:spcAft>
              <a:spcPts val="600"/>
            </a:spcAft>
          </a:pPr>
          <a:r>
            <a:rPr lang="en-US" altLang="zh-CN" sz="4800" dirty="0">
              <a:latin typeface="Times New Roman" panose="02020603050405020304" pitchFamily="18" charset="0"/>
              <a:cs typeface="Times New Roman" panose="02020603050405020304" pitchFamily="18" charset="0"/>
            </a:rPr>
            <a:t>Finetune</a:t>
          </a:r>
          <a:endParaRPr lang="zh-CN" altLang="en-US" sz="4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A3C96CB-BFCA-4AC4-8418-61A35755C081}" type="parTrans" cxnId="{EE798947-312F-4BDA-9850-5BB6ED16728B}">
      <dgm:prSet/>
      <dgm:spPr/>
      <dgm:t>
        <a:bodyPr/>
        <a:lstStyle/>
        <a:p>
          <a:endParaRPr lang="zh-CN" altLang="en-US"/>
        </a:p>
      </dgm:t>
    </dgm:pt>
    <dgm:pt modelId="{A3E953A2-DCBC-4A76-A52E-48A03D56B464}" type="sibTrans" cxnId="{EE798947-312F-4BDA-9850-5BB6ED16728B}">
      <dgm:prSet/>
      <dgm:spPr/>
      <dgm:t>
        <a:bodyPr/>
        <a:lstStyle/>
        <a:p>
          <a:endParaRPr lang="zh-CN" altLang="en-US"/>
        </a:p>
      </dgm:t>
    </dgm:pt>
    <dgm:pt modelId="{C317649E-4494-47AD-BBCC-3D77110C13DB}">
      <dgm:prSet phldrT="[文本]" custT="1"/>
      <dgm:spPr/>
      <dgm:t>
        <a:bodyPr/>
        <a:lstStyle/>
        <a:p>
          <a:pPr>
            <a:spcAft>
              <a:spcPts val="600"/>
            </a:spcAft>
          </a:pPr>
          <a:r>
            <a:rPr lang="en-US" altLang="zh-CN" sz="4800" dirty="0">
              <a:latin typeface="Times New Roman" panose="02020603050405020304" pitchFamily="18" charset="0"/>
              <a:cs typeface="Times New Roman" panose="02020603050405020304" pitchFamily="18" charset="0"/>
            </a:rPr>
            <a:t>Adapter</a:t>
          </a:r>
          <a:endParaRPr lang="zh-CN" altLang="en-US" sz="4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528024C-AAC7-42BE-BE7E-BC7FFB9FB007}" type="parTrans" cxnId="{0E564006-7C5B-48A0-87B4-7056D6C99B01}">
      <dgm:prSet/>
      <dgm:spPr/>
      <dgm:t>
        <a:bodyPr/>
        <a:lstStyle/>
        <a:p>
          <a:endParaRPr lang="zh-CN" altLang="en-US"/>
        </a:p>
      </dgm:t>
    </dgm:pt>
    <dgm:pt modelId="{AC355B25-7333-4FB6-AB68-B276315CE080}" type="sibTrans" cxnId="{0E564006-7C5B-48A0-87B4-7056D6C99B01}">
      <dgm:prSet/>
      <dgm:spPr/>
      <dgm:t>
        <a:bodyPr/>
        <a:lstStyle/>
        <a:p>
          <a:endParaRPr lang="zh-CN" altLang="en-US"/>
        </a:p>
      </dgm:t>
    </dgm:pt>
    <dgm:pt modelId="{4C1C13C8-A3B4-4A26-97F4-07C96828532E}">
      <dgm:prSet phldrT="[文本]" custT="1"/>
      <dgm:spPr/>
      <dgm:t>
        <a:bodyPr/>
        <a:lstStyle/>
        <a:p>
          <a:pPr>
            <a:spcAft>
              <a:spcPts val="600"/>
            </a:spcAft>
          </a:pPr>
          <a:r>
            <a:rPr lang="en-US" altLang="zh-CN" sz="4800" dirty="0">
              <a:latin typeface="Times New Roman" panose="02020603050405020304" pitchFamily="18" charset="0"/>
              <a:cs typeface="Times New Roman" panose="02020603050405020304" pitchFamily="18" charset="0"/>
            </a:rPr>
            <a:t>Prompt</a:t>
          </a:r>
          <a:endParaRPr lang="zh-CN" altLang="en-US" sz="4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19E33F5-92EE-4206-A8C3-713B9949EC36}" type="parTrans" cxnId="{5429C7BF-CA97-42D2-B957-CB12B9A434BC}">
      <dgm:prSet/>
      <dgm:spPr/>
      <dgm:t>
        <a:bodyPr/>
        <a:lstStyle/>
        <a:p>
          <a:endParaRPr lang="zh-CN" altLang="en-US"/>
        </a:p>
      </dgm:t>
    </dgm:pt>
    <dgm:pt modelId="{7D64D7C3-793F-49BD-A365-34CF9483C6F1}" type="sibTrans" cxnId="{5429C7BF-CA97-42D2-B957-CB12B9A434BC}">
      <dgm:prSet/>
      <dgm:spPr/>
      <dgm:t>
        <a:bodyPr/>
        <a:lstStyle/>
        <a:p>
          <a:endParaRPr lang="zh-CN" altLang="en-US"/>
        </a:p>
      </dgm:t>
    </dgm:pt>
    <dgm:pt modelId="{EFE76554-DD59-483C-AA2A-1B763A77F61D}" type="pres">
      <dgm:prSet presAssocID="{C5BA3B67-1AF9-4F0E-B820-4C127EC7662A}" presName="diagram" presStyleCnt="0">
        <dgm:presLayoutVars>
          <dgm:dir/>
          <dgm:resizeHandles val="exact"/>
        </dgm:presLayoutVars>
      </dgm:prSet>
      <dgm:spPr/>
    </dgm:pt>
    <dgm:pt modelId="{6E3E343C-E297-4099-A02D-14D9DE344F36}" type="pres">
      <dgm:prSet presAssocID="{F39BB5FE-CD1D-48F2-ABB5-1081142099F9}" presName="node" presStyleLbl="node1" presStyleIdx="0" presStyleCnt="4" custScaleY="93823">
        <dgm:presLayoutVars>
          <dgm:bulletEnabled val="1"/>
        </dgm:presLayoutVars>
      </dgm:prSet>
      <dgm:spPr/>
    </dgm:pt>
    <dgm:pt modelId="{34D2199A-ED29-4B18-81BE-DACF4A0FDE0A}" type="pres">
      <dgm:prSet presAssocID="{91EA19B0-80A5-4E39-AEF9-106812819BEA}" presName="sibTrans" presStyleCnt="0"/>
      <dgm:spPr/>
    </dgm:pt>
    <dgm:pt modelId="{FE38AA2F-06CB-405B-A26C-B778C5A84230}" type="pres">
      <dgm:prSet presAssocID="{0DD33656-D1C8-4F9C-81F2-3949026F6A24}" presName="node" presStyleLbl="node1" presStyleIdx="1" presStyleCnt="4" custScaleY="93823">
        <dgm:presLayoutVars>
          <dgm:bulletEnabled val="1"/>
        </dgm:presLayoutVars>
      </dgm:prSet>
      <dgm:spPr/>
    </dgm:pt>
    <dgm:pt modelId="{7C3A7945-26F9-45C1-B836-D866DE04086D}" type="pres">
      <dgm:prSet presAssocID="{A3E953A2-DCBC-4A76-A52E-48A03D56B464}" presName="sibTrans" presStyleCnt="0"/>
      <dgm:spPr/>
    </dgm:pt>
    <dgm:pt modelId="{CF7DD32D-FCD4-4B95-BE97-3A094D111DFB}" type="pres">
      <dgm:prSet presAssocID="{C317649E-4494-47AD-BBCC-3D77110C13DB}" presName="node" presStyleLbl="node1" presStyleIdx="2" presStyleCnt="4" custScaleY="93823">
        <dgm:presLayoutVars>
          <dgm:bulletEnabled val="1"/>
        </dgm:presLayoutVars>
      </dgm:prSet>
      <dgm:spPr/>
    </dgm:pt>
    <dgm:pt modelId="{ED7A9B9C-47E3-42E6-9B09-40F4B5D98AFA}" type="pres">
      <dgm:prSet presAssocID="{AC355B25-7333-4FB6-AB68-B276315CE080}" presName="sibTrans" presStyleCnt="0"/>
      <dgm:spPr/>
    </dgm:pt>
    <dgm:pt modelId="{8D4531CE-5EA1-417D-81EF-F1B3CDEC2CB8}" type="pres">
      <dgm:prSet presAssocID="{4C1C13C8-A3B4-4A26-97F4-07C96828532E}" presName="node" presStyleLbl="node1" presStyleIdx="3" presStyleCnt="4" custScaleY="93823">
        <dgm:presLayoutVars>
          <dgm:bulletEnabled val="1"/>
        </dgm:presLayoutVars>
      </dgm:prSet>
      <dgm:spPr/>
    </dgm:pt>
  </dgm:ptLst>
  <dgm:cxnLst>
    <dgm:cxn modelId="{0E564006-7C5B-48A0-87B4-7056D6C99B01}" srcId="{C5BA3B67-1AF9-4F0E-B820-4C127EC7662A}" destId="{C317649E-4494-47AD-BBCC-3D77110C13DB}" srcOrd="2" destOrd="0" parTransId="{E528024C-AAC7-42BE-BE7E-BC7FFB9FB007}" sibTransId="{AC355B25-7333-4FB6-AB68-B276315CE080}"/>
    <dgm:cxn modelId="{8EF9E71A-5755-4673-BC7E-A240AA0B3EA6}" type="presOf" srcId="{4C1C13C8-A3B4-4A26-97F4-07C96828532E}" destId="{8D4531CE-5EA1-417D-81EF-F1B3CDEC2CB8}" srcOrd="0" destOrd="0" presId="urn:microsoft.com/office/officeart/2005/8/layout/default"/>
    <dgm:cxn modelId="{EEA13B2D-A08E-494C-B44C-352A57E3C804}" type="presOf" srcId="{0DD33656-D1C8-4F9C-81F2-3949026F6A24}" destId="{FE38AA2F-06CB-405B-A26C-B778C5A84230}" srcOrd="0" destOrd="0" presId="urn:microsoft.com/office/officeart/2005/8/layout/default"/>
    <dgm:cxn modelId="{8658D83E-2251-4AAA-8FEB-573F38CE2DBA}" type="presOf" srcId="{C317649E-4494-47AD-BBCC-3D77110C13DB}" destId="{CF7DD32D-FCD4-4B95-BE97-3A094D111DFB}" srcOrd="0" destOrd="0" presId="urn:microsoft.com/office/officeart/2005/8/layout/default"/>
    <dgm:cxn modelId="{668B5441-1A22-4924-89DF-A07B01CAE3E5}" type="presOf" srcId="{F39BB5FE-CD1D-48F2-ABB5-1081142099F9}" destId="{6E3E343C-E297-4099-A02D-14D9DE344F36}" srcOrd="0" destOrd="0" presId="urn:microsoft.com/office/officeart/2005/8/layout/default"/>
    <dgm:cxn modelId="{EE798947-312F-4BDA-9850-5BB6ED16728B}" srcId="{C5BA3B67-1AF9-4F0E-B820-4C127EC7662A}" destId="{0DD33656-D1C8-4F9C-81F2-3949026F6A24}" srcOrd="1" destOrd="0" parTransId="{4A3C96CB-BFCA-4AC4-8418-61A35755C081}" sibTransId="{A3E953A2-DCBC-4A76-A52E-48A03D56B464}"/>
    <dgm:cxn modelId="{07C60BA6-905D-4EAC-9EBD-EC048B29310D}" srcId="{C5BA3B67-1AF9-4F0E-B820-4C127EC7662A}" destId="{F39BB5FE-CD1D-48F2-ABB5-1081142099F9}" srcOrd="0" destOrd="0" parTransId="{90479F9E-275B-4B24-88B6-D11CFB8E1AA8}" sibTransId="{91EA19B0-80A5-4E39-AEF9-106812819BEA}"/>
    <dgm:cxn modelId="{5429C7BF-CA97-42D2-B957-CB12B9A434BC}" srcId="{C5BA3B67-1AF9-4F0E-B820-4C127EC7662A}" destId="{4C1C13C8-A3B4-4A26-97F4-07C96828532E}" srcOrd="3" destOrd="0" parTransId="{819E33F5-92EE-4206-A8C3-713B9949EC36}" sibTransId="{7D64D7C3-793F-49BD-A365-34CF9483C6F1}"/>
    <dgm:cxn modelId="{47E8F3D3-6DA5-46A5-8BB2-1C4CCCE8E749}" type="presOf" srcId="{C5BA3B67-1AF9-4F0E-B820-4C127EC7662A}" destId="{EFE76554-DD59-483C-AA2A-1B763A77F61D}" srcOrd="0" destOrd="0" presId="urn:microsoft.com/office/officeart/2005/8/layout/default"/>
    <dgm:cxn modelId="{6B8B3789-C0CF-449F-920A-759124F29CA2}" type="presParOf" srcId="{EFE76554-DD59-483C-AA2A-1B763A77F61D}" destId="{6E3E343C-E297-4099-A02D-14D9DE344F36}" srcOrd="0" destOrd="0" presId="urn:microsoft.com/office/officeart/2005/8/layout/default"/>
    <dgm:cxn modelId="{CD58115B-782C-47D9-9BB6-58835CCAD7CA}" type="presParOf" srcId="{EFE76554-DD59-483C-AA2A-1B763A77F61D}" destId="{34D2199A-ED29-4B18-81BE-DACF4A0FDE0A}" srcOrd="1" destOrd="0" presId="urn:microsoft.com/office/officeart/2005/8/layout/default"/>
    <dgm:cxn modelId="{ADEF77AE-C649-4069-BCA8-26CFF097313D}" type="presParOf" srcId="{EFE76554-DD59-483C-AA2A-1B763A77F61D}" destId="{FE38AA2F-06CB-405B-A26C-B778C5A84230}" srcOrd="2" destOrd="0" presId="urn:microsoft.com/office/officeart/2005/8/layout/default"/>
    <dgm:cxn modelId="{C4FE912F-6090-4135-99FB-501E4E0F9004}" type="presParOf" srcId="{EFE76554-DD59-483C-AA2A-1B763A77F61D}" destId="{7C3A7945-26F9-45C1-B836-D866DE04086D}" srcOrd="3" destOrd="0" presId="urn:microsoft.com/office/officeart/2005/8/layout/default"/>
    <dgm:cxn modelId="{9AD54779-4B3B-44DE-998B-6F5B827AF223}" type="presParOf" srcId="{EFE76554-DD59-483C-AA2A-1B763A77F61D}" destId="{CF7DD32D-FCD4-4B95-BE97-3A094D111DFB}" srcOrd="4" destOrd="0" presId="urn:microsoft.com/office/officeart/2005/8/layout/default"/>
    <dgm:cxn modelId="{FB577D40-5529-45D8-B2B1-A1A1744DAD3C}" type="presParOf" srcId="{EFE76554-DD59-483C-AA2A-1B763A77F61D}" destId="{ED7A9B9C-47E3-42E6-9B09-40F4B5D98AFA}" srcOrd="5" destOrd="0" presId="urn:microsoft.com/office/officeart/2005/8/layout/default"/>
    <dgm:cxn modelId="{43DA4969-4B1E-43F3-BEE9-48B139DF1A81}" type="presParOf" srcId="{EFE76554-DD59-483C-AA2A-1B763A77F61D}" destId="{8D4531CE-5EA1-417D-81EF-F1B3CDEC2CB8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5BA3B67-1AF9-4F0E-B820-4C127EC7662A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F39BB5FE-CD1D-48F2-ABB5-1081142099F9}">
      <dgm:prSet phldrT="[文本]" custT="1"/>
      <dgm:spPr/>
      <dgm:t>
        <a:bodyPr/>
        <a:lstStyle/>
        <a:p>
          <a:pPr>
            <a:spcAft>
              <a:spcPts val="600"/>
            </a:spcAft>
          </a:pPr>
          <a:r>
            <a:rPr lang="en-US" altLang="zh-CN" sz="4800" u="none" dirty="0">
              <a:latin typeface="Times New Roman" panose="02020603050405020304" pitchFamily="18" charset="0"/>
              <a:cs typeface="Times New Roman" panose="02020603050405020304" pitchFamily="18" charset="0"/>
            </a:rPr>
            <a:t>Linear</a:t>
          </a:r>
        </a:p>
        <a:p>
          <a:pPr>
            <a:spcAft>
              <a:spcPts val="600"/>
            </a:spcAft>
          </a:pPr>
          <a:r>
            <a:rPr lang="en-US" altLang="zh-CN" sz="4800" u="none" dirty="0">
              <a:latin typeface="Times New Roman" panose="02020603050405020304" pitchFamily="18" charset="0"/>
              <a:cs typeface="Times New Roman" panose="02020603050405020304" pitchFamily="18" charset="0"/>
            </a:rPr>
            <a:t>Probing</a:t>
          </a:r>
          <a:endParaRPr lang="zh-CN" altLang="en-US" sz="4800" u="none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0479F9E-275B-4B24-88B6-D11CFB8E1AA8}" type="parTrans" cxnId="{07C60BA6-905D-4EAC-9EBD-EC048B29310D}">
      <dgm:prSet/>
      <dgm:spPr/>
      <dgm:t>
        <a:bodyPr/>
        <a:lstStyle/>
        <a:p>
          <a:endParaRPr lang="zh-CN" altLang="en-US"/>
        </a:p>
      </dgm:t>
    </dgm:pt>
    <dgm:pt modelId="{91EA19B0-80A5-4E39-AEF9-106812819BEA}" type="sibTrans" cxnId="{07C60BA6-905D-4EAC-9EBD-EC048B29310D}">
      <dgm:prSet/>
      <dgm:spPr/>
      <dgm:t>
        <a:bodyPr/>
        <a:lstStyle/>
        <a:p>
          <a:endParaRPr lang="zh-CN" altLang="en-US"/>
        </a:p>
      </dgm:t>
    </dgm:pt>
    <dgm:pt modelId="{0DD33656-D1C8-4F9C-81F2-3949026F6A24}">
      <dgm:prSet phldrT="[文本]" custT="1"/>
      <dgm:spPr/>
      <dgm:t>
        <a:bodyPr/>
        <a:lstStyle/>
        <a:p>
          <a:pPr>
            <a:spcAft>
              <a:spcPts val="600"/>
            </a:spcAft>
          </a:pPr>
          <a:r>
            <a:rPr lang="en-US" altLang="zh-CN" sz="4800" dirty="0">
              <a:latin typeface="Times New Roman" panose="02020603050405020304" pitchFamily="18" charset="0"/>
              <a:cs typeface="Times New Roman" panose="02020603050405020304" pitchFamily="18" charset="0"/>
            </a:rPr>
            <a:t>Finetune</a:t>
          </a:r>
          <a:endParaRPr lang="zh-CN" altLang="en-US" sz="4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A3C96CB-BFCA-4AC4-8418-61A35755C081}" type="parTrans" cxnId="{EE798947-312F-4BDA-9850-5BB6ED16728B}">
      <dgm:prSet/>
      <dgm:spPr/>
      <dgm:t>
        <a:bodyPr/>
        <a:lstStyle/>
        <a:p>
          <a:endParaRPr lang="zh-CN" altLang="en-US"/>
        </a:p>
      </dgm:t>
    </dgm:pt>
    <dgm:pt modelId="{A3E953A2-DCBC-4A76-A52E-48A03D56B464}" type="sibTrans" cxnId="{EE798947-312F-4BDA-9850-5BB6ED16728B}">
      <dgm:prSet/>
      <dgm:spPr/>
      <dgm:t>
        <a:bodyPr/>
        <a:lstStyle/>
        <a:p>
          <a:endParaRPr lang="zh-CN" altLang="en-US"/>
        </a:p>
      </dgm:t>
    </dgm:pt>
    <dgm:pt modelId="{C317649E-4494-47AD-BBCC-3D77110C13DB}">
      <dgm:prSet phldrT="[文本]" custT="1"/>
      <dgm:spPr/>
      <dgm:t>
        <a:bodyPr/>
        <a:lstStyle/>
        <a:p>
          <a:pPr>
            <a:spcAft>
              <a:spcPts val="600"/>
            </a:spcAft>
          </a:pPr>
          <a:r>
            <a:rPr lang="en-US" altLang="zh-CN" sz="4800" dirty="0">
              <a:latin typeface="Times New Roman" panose="02020603050405020304" pitchFamily="18" charset="0"/>
              <a:cs typeface="Times New Roman" panose="02020603050405020304" pitchFamily="18" charset="0"/>
            </a:rPr>
            <a:t>Adapter</a:t>
          </a:r>
          <a:endParaRPr lang="zh-CN" altLang="en-US" sz="4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528024C-AAC7-42BE-BE7E-BC7FFB9FB007}" type="parTrans" cxnId="{0E564006-7C5B-48A0-87B4-7056D6C99B01}">
      <dgm:prSet/>
      <dgm:spPr/>
      <dgm:t>
        <a:bodyPr/>
        <a:lstStyle/>
        <a:p>
          <a:endParaRPr lang="zh-CN" altLang="en-US"/>
        </a:p>
      </dgm:t>
    </dgm:pt>
    <dgm:pt modelId="{AC355B25-7333-4FB6-AB68-B276315CE080}" type="sibTrans" cxnId="{0E564006-7C5B-48A0-87B4-7056D6C99B01}">
      <dgm:prSet/>
      <dgm:spPr/>
      <dgm:t>
        <a:bodyPr/>
        <a:lstStyle/>
        <a:p>
          <a:endParaRPr lang="zh-CN" altLang="en-US"/>
        </a:p>
      </dgm:t>
    </dgm:pt>
    <dgm:pt modelId="{4C1C13C8-A3B4-4A26-97F4-07C96828532E}">
      <dgm:prSet phldrT="[文本]" custT="1"/>
      <dgm:spPr/>
      <dgm:t>
        <a:bodyPr/>
        <a:lstStyle/>
        <a:p>
          <a:pPr>
            <a:spcAft>
              <a:spcPts val="600"/>
            </a:spcAft>
          </a:pPr>
          <a:r>
            <a:rPr lang="en-US" altLang="zh-CN" sz="4800" dirty="0">
              <a:latin typeface="Times New Roman" panose="02020603050405020304" pitchFamily="18" charset="0"/>
              <a:cs typeface="Times New Roman" panose="02020603050405020304" pitchFamily="18" charset="0"/>
            </a:rPr>
            <a:t>Prompt</a:t>
          </a:r>
          <a:endParaRPr lang="zh-CN" altLang="en-US" sz="4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19E33F5-92EE-4206-A8C3-713B9949EC36}" type="parTrans" cxnId="{5429C7BF-CA97-42D2-B957-CB12B9A434BC}">
      <dgm:prSet/>
      <dgm:spPr/>
      <dgm:t>
        <a:bodyPr/>
        <a:lstStyle/>
        <a:p>
          <a:endParaRPr lang="zh-CN" altLang="en-US"/>
        </a:p>
      </dgm:t>
    </dgm:pt>
    <dgm:pt modelId="{7D64D7C3-793F-49BD-A365-34CF9483C6F1}" type="sibTrans" cxnId="{5429C7BF-CA97-42D2-B957-CB12B9A434BC}">
      <dgm:prSet/>
      <dgm:spPr/>
      <dgm:t>
        <a:bodyPr/>
        <a:lstStyle/>
        <a:p>
          <a:endParaRPr lang="zh-CN" altLang="en-US"/>
        </a:p>
      </dgm:t>
    </dgm:pt>
    <dgm:pt modelId="{EFE76554-DD59-483C-AA2A-1B763A77F61D}" type="pres">
      <dgm:prSet presAssocID="{C5BA3B67-1AF9-4F0E-B820-4C127EC7662A}" presName="diagram" presStyleCnt="0">
        <dgm:presLayoutVars>
          <dgm:dir/>
          <dgm:resizeHandles val="exact"/>
        </dgm:presLayoutVars>
      </dgm:prSet>
      <dgm:spPr/>
    </dgm:pt>
    <dgm:pt modelId="{6E3E343C-E297-4099-A02D-14D9DE344F36}" type="pres">
      <dgm:prSet presAssocID="{F39BB5FE-CD1D-48F2-ABB5-1081142099F9}" presName="node" presStyleLbl="node1" presStyleIdx="0" presStyleCnt="4" custScaleY="93823">
        <dgm:presLayoutVars>
          <dgm:bulletEnabled val="1"/>
        </dgm:presLayoutVars>
      </dgm:prSet>
      <dgm:spPr/>
    </dgm:pt>
    <dgm:pt modelId="{34D2199A-ED29-4B18-81BE-DACF4A0FDE0A}" type="pres">
      <dgm:prSet presAssocID="{91EA19B0-80A5-4E39-AEF9-106812819BEA}" presName="sibTrans" presStyleCnt="0"/>
      <dgm:spPr/>
    </dgm:pt>
    <dgm:pt modelId="{FE38AA2F-06CB-405B-A26C-B778C5A84230}" type="pres">
      <dgm:prSet presAssocID="{0DD33656-D1C8-4F9C-81F2-3949026F6A24}" presName="node" presStyleLbl="node1" presStyleIdx="1" presStyleCnt="4" custScaleY="93823">
        <dgm:presLayoutVars>
          <dgm:bulletEnabled val="1"/>
        </dgm:presLayoutVars>
      </dgm:prSet>
      <dgm:spPr/>
    </dgm:pt>
    <dgm:pt modelId="{7C3A7945-26F9-45C1-B836-D866DE04086D}" type="pres">
      <dgm:prSet presAssocID="{A3E953A2-DCBC-4A76-A52E-48A03D56B464}" presName="sibTrans" presStyleCnt="0"/>
      <dgm:spPr/>
    </dgm:pt>
    <dgm:pt modelId="{CF7DD32D-FCD4-4B95-BE97-3A094D111DFB}" type="pres">
      <dgm:prSet presAssocID="{C317649E-4494-47AD-BBCC-3D77110C13DB}" presName="node" presStyleLbl="node1" presStyleIdx="2" presStyleCnt="4" custScaleY="93823">
        <dgm:presLayoutVars>
          <dgm:bulletEnabled val="1"/>
        </dgm:presLayoutVars>
      </dgm:prSet>
      <dgm:spPr/>
    </dgm:pt>
    <dgm:pt modelId="{ED7A9B9C-47E3-42E6-9B09-40F4B5D98AFA}" type="pres">
      <dgm:prSet presAssocID="{AC355B25-7333-4FB6-AB68-B276315CE080}" presName="sibTrans" presStyleCnt="0"/>
      <dgm:spPr/>
    </dgm:pt>
    <dgm:pt modelId="{8D4531CE-5EA1-417D-81EF-F1B3CDEC2CB8}" type="pres">
      <dgm:prSet presAssocID="{4C1C13C8-A3B4-4A26-97F4-07C96828532E}" presName="node" presStyleLbl="node1" presStyleIdx="3" presStyleCnt="4" custScaleY="93823">
        <dgm:presLayoutVars>
          <dgm:bulletEnabled val="1"/>
        </dgm:presLayoutVars>
      </dgm:prSet>
      <dgm:spPr/>
    </dgm:pt>
  </dgm:ptLst>
  <dgm:cxnLst>
    <dgm:cxn modelId="{0E564006-7C5B-48A0-87B4-7056D6C99B01}" srcId="{C5BA3B67-1AF9-4F0E-B820-4C127EC7662A}" destId="{C317649E-4494-47AD-BBCC-3D77110C13DB}" srcOrd="2" destOrd="0" parTransId="{E528024C-AAC7-42BE-BE7E-BC7FFB9FB007}" sibTransId="{AC355B25-7333-4FB6-AB68-B276315CE080}"/>
    <dgm:cxn modelId="{8EF9E71A-5755-4673-BC7E-A240AA0B3EA6}" type="presOf" srcId="{4C1C13C8-A3B4-4A26-97F4-07C96828532E}" destId="{8D4531CE-5EA1-417D-81EF-F1B3CDEC2CB8}" srcOrd="0" destOrd="0" presId="urn:microsoft.com/office/officeart/2005/8/layout/default"/>
    <dgm:cxn modelId="{EEA13B2D-A08E-494C-B44C-352A57E3C804}" type="presOf" srcId="{0DD33656-D1C8-4F9C-81F2-3949026F6A24}" destId="{FE38AA2F-06CB-405B-A26C-B778C5A84230}" srcOrd="0" destOrd="0" presId="urn:microsoft.com/office/officeart/2005/8/layout/default"/>
    <dgm:cxn modelId="{8658D83E-2251-4AAA-8FEB-573F38CE2DBA}" type="presOf" srcId="{C317649E-4494-47AD-BBCC-3D77110C13DB}" destId="{CF7DD32D-FCD4-4B95-BE97-3A094D111DFB}" srcOrd="0" destOrd="0" presId="urn:microsoft.com/office/officeart/2005/8/layout/default"/>
    <dgm:cxn modelId="{668B5441-1A22-4924-89DF-A07B01CAE3E5}" type="presOf" srcId="{F39BB5FE-CD1D-48F2-ABB5-1081142099F9}" destId="{6E3E343C-E297-4099-A02D-14D9DE344F36}" srcOrd="0" destOrd="0" presId="urn:microsoft.com/office/officeart/2005/8/layout/default"/>
    <dgm:cxn modelId="{EE798947-312F-4BDA-9850-5BB6ED16728B}" srcId="{C5BA3B67-1AF9-4F0E-B820-4C127EC7662A}" destId="{0DD33656-D1C8-4F9C-81F2-3949026F6A24}" srcOrd="1" destOrd="0" parTransId="{4A3C96CB-BFCA-4AC4-8418-61A35755C081}" sibTransId="{A3E953A2-DCBC-4A76-A52E-48A03D56B464}"/>
    <dgm:cxn modelId="{07C60BA6-905D-4EAC-9EBD-EC048B29310D}" srcId="{C5BA3B67-1AF9-4F0E-B820-4C127EC7662A}" destId="{F39BB5FE-CD1D-48F2-ABB5-1081142099F9}" srcOrd="0" destOrd="0" parTransId="{90479F9E-275B-4B24-88B6-D11CFB8E1AA8}" sibTransId="{91EA19B0-80A5-4E39-AEF9-106812819BEA}"/>
    <dgm:cxn modelId="{5429C7BF-CA97-42D2-B957-CB12B9A434BC}" srcId="{C5BA3B67-1AF9-4F0E-B820-4C127EC7662A}" destId="{4C1C13C8-A3B4-4A26-97F4-07C96828532E}" srcOrd="3" destOrd="0" parTransId="{819E33F5-92EE-4206-A8C3-713B9949EC36}" sibTransId="{7D64D7C3-793F-49BD-A365-34CF9483C6F1}"/>
    <dgm:cxn modelId="{47E8F3D3-6DA5-46A5-8BB2-1C4CCCE8E749}" type="presOf" srcId="{C5BA3B67-1AF9-4F0E-B820-4C127EC7662A}" destId="{EFE76554-DD59-483C-AA2A-1B763A77F61D}" srcOrd="0" destOrd="0" presId="urn:microsoft.com/office/officeart/2005/8/layout/default"/>
    <dgm:cxn modelId="{6B8B3789-C0CF-449F-920A-759124F29CA2}" type="presParOf" srcId="{EFE76554-DD59-483C-AA2A-1B763A77F61D}" destId="{6E3E343C-E297-4099-A02D-14D9DE344F36}" srcOrd="0" destOrd="0" presId="urn:microsoft.com/office/officeart/2005/8/layout/default"/>
    <dgm:cxn modelId="{CD58115B-782C-47D9-9BB6-58835CCAD7CA}" type="presParOf" srcId="{EFE76554-DD59-483C-AA2A-1B763A77F61D}" destId="{34D2199A-ED29-4B18-81BE-DACF4A0FDE0A}" srcOrd="1" destOrd="0" presId="urn:microsoft.com/office/officeart/2005/8/layout/default"/>
    <dgm:cxn modelId="{ADEF77AE-C649-4069-BCA8-26CFF097313D}" type="presParOf" srcId="{EFE76554-DD59-483C-AA2A-1B763A77F61D}" destId="{FE38AA2F-06CB-405B-A26C-B778C5A84230}" srcOrd="2" destOrd="0" presId="urn:microsoft.com/office/officeart/2005/8/layout/default"/>
    <dgm:cxn modelId="{C4FE912F-6090-4135-99FB-501E4E0F9004}" type="presParOf" srcId="{EFE76554-DD59-483C-AA2A-1B763A77F61D}" destId="{7C3A7945-26F9-45C1-B836-D866DE04086D}" srcOrd="3" destOrd="0" presId="urn:microsoft.com/office/officeart/2005/8/layout/default"/>
    <dgm:cxn modelId="{9AD54779-4B3B-44DE-998B-6F5B827AF223}" type="presParOf" srcId="{EFE76554-DD59-483C-AA2A-1B763A77F61D}" destId="{CF7DD32D-FCD4-4B95-BE97-3A094D111DFB}" srcOrd="4" destOrd="0" presId="urn:microsoft.com/office/officeart/2005/8/layout/default"/>
    <dgm:cxn modelId="{FB577D40-5529-45D8-B2B1-A1A1744DAD3C}" type="presParOf" srcId="{EFE76554-DD59-483C-AA2A-1B763A77F61D}" destId="{ED7A9B9C-47E3-42E6-9B09-40F4B5D98AFA}" srcOrd="5" destOrd="0" presId="urn:microsoft.com/office/officeart/2005/8/layout/default"/>
    <dgm:cxn modelId="{43DA4969-4B1E-43F3-BEE9-48B139DF1A81}" type="presParOf" srcId="{EFE76554-DD59-483C-AA2A-1B763A77F61D}" destId="{8D4531CE-5EA1-417D-81EF-F1B3CDEC2CB8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5BA3B67-1AF9-4F0E-B820-4C127EC7662A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F39BB5FE-CD1D-48F2-ABB5-1081142099F9}">
      <dgm:prSet phldrT="[文本]" custT="1"/>
      <dgm:spPr/>
      <dgm:t>
        <a:bodyPr/>
        <a:lstStyle/>
        <a:p>
          <a:pPr>
            <a:spcAft>
              <a:spcPts val="600"/>
            </a:spcAft>
          </a:pPr>
          <a:r>
            <a:rPr lang="en-US" altLang="zh-CN" sz="4800" u="none" dirty="0">
              <a:latin typeface="Times New Roman" panose="02020603050405020304" pitchFamily="18" charset="0"/>
              <a:cs typeface="Times New Roman" panose="02020603050405020304" pitchFamily="18" charset="0"/>
            </a:rPr>
            <a:t>Linear</a:t>
          </a:r>
        </a:p>
        <a:p>
          <a:pPr>
            <a:spcAft>
              <a:spcPts val="600"/>
            </a:spcAft>
          </a:pPr>
          <a:r>
            <a:rPr lang="en-US" altLang="zh-CN" sz="4800" u="none" dirty="0">
              <a:latin typeface="Times New Roman" panose="02020603050405020304" pitchFamily="18" charset="0"/>
              <a:cs typeface="Times New Roman" panose="02020603050405020304" pitchFamily="18" charset="0"/>
            </a:rPr>
            <a:t>Probing</a:t>
          </a:r>
          <a:endParaRPr lang="zh-CN" altLang="en-US" sz="4800" u="none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0479F9E-275B-4B24-88B6-D11CFB8E1AA8}" type="parTrans" cxnId="{07C60BA6-905D-4EAC-9EBD-EC048B29310D}">
      <dgm:prSet/>
      <dgm:spPr/>
      <dgm:t>
        <a:bodyPr/>
        <a:lstStyle/>
        <a:p>
          <a:endParaRPr lang="zh-CN" altLang="en-US"/>
        </a:p>
      </dgm:t>
    </dgm:pt>
    <dgm:pt modelId="{91EA19B0-80A5-4E39-AEF9-106812819BEA}" type="sibTrans" cxnId="{07C60BA6-905D-4EAC-9EBD-EC048B29310D}">
      <dgm:prSet/>
      <dgm:spPr/>
      <dgm:t>
        <a:bodyPr/>
        <a:lstStyle/>
        <a:p>
          <a:endParaRPr lang="zh-CN" altLang="en-US"/>
        </a:p>
      </dgm:t>
    </dgm:pt>
    <dgm:pt modelId="{0DD33656-D1C8-4F9C-81F2-3949026F6A24}">
      <dgm:prSet phldrT="[文本]" custT="1"/>
      <dgm:spPr/>
      <dgm:t>
        <a:bodyPr/>
        <a:lstStyle/>
        <a:p>
          <a:pPr>
            <a:spcAft>
              <a:spcPts val="600"/>
            </a:spcAft>
          </a:pPr>
          <a:r>
            <a:rPr lang="en-US" altLang="zh-CN" sz="4800" dirty="0">
              <a:latin typeface="Times New Roman" panose="02020603050405020304" pitchFamily="18" charset="0"/>
              <a:cs typeface="Times New Roman" panose="02020603050405020304" pitchFamily="18" charset="0"/>
            </a:rPr>
            <a:t>Finetune</a:t>
          </a:r>
          <a:endParaRPr lang="zh-CN" altLang="en-US" sz="4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A3C96CB-BFCA-4AC4-8418-61A35755C081}" type="parTrans" cxnId="{EE798947-312F-4BDA-9850-5BB6ED16728B}">
      <dgm:prSet/>
      <dgm:spPr/>
      <dgm:t>
        <a:bodyPr/>
        <a:lstStyle/>
        <a:p>
          <a:endParaRPr lang="zh-CN" altLang="en-US"/>
        </a:p>
      </dgm:t>
    </dgm:pt>
    <dgm:pt modelId="{A3E953A2-DCBC-4A76-A52E-48A03D56B464}" type="sibTrans" cxnId="{EE798947-312F-4BDA-9850-5BB6ED16728B}">
      <dgm:prSet/>
      <dgm:spPr/>
      <dgm:t>
        <a:bodyPr/>
        <a:lstStyle/>
        <a:p>
          <a:endParaRPr lang="zh-CN" altLang="en-US"/>
        </a:p>
      </dgm:t>
    </dgm:pt>
    <dgm:pt modelId="{C317649E-4494-47AD-BBCC-3D77110C13DB}">
      <dgm:prSet phldrT="[文本]" custT="1"/>
      <dgm:spPr/>
      <dgm:t>
        <a:bodyPr/>
        <a:lstStyle/>
        <a:p>
          <a:pPr>
            <a:spcAft>
              <a:spcPts val="600"/>
            </a:spcAft>
          </a:pPr>
          <a:r>
            <a:rPr lang="en-US" altLang="zh-CN" sz="4800" dirty="0">
              <a:latin typeface="Times New Roman" panose="02020603050405020304" pitchFamily="18" charset="0"/>
              <a:cs typeface="Times New Roman" panose="02020603050405020304" pitchFamily="18" charset="0"/>
            </a:rPr>
            <a:t>Adapter</a:t>
          </a:r>
          <a:endParaRPr lang="zh-CN" altLang="en-US" sz="4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528024C-AAC7-42BE-BE7E-BC7FFB9FB007}" type="parTrans" cxnId="{0E564006-7C5B-48A0-87B4-7056D6C99B01}">
      <dgm:prSet/>
      <dgm:spPr/>
      <dgm:t>
        <a:bodyPr/>
        <a:lstStyle/>
        <a:p>
          <a:endParaRPr lang="zh-CN" altLang="en-US"/>
        </a:p>
      </dgm:t>
    </dgm:pt>
    <dgm:pt modelId="{AC355B25-7333-4FB6-AB68-B276315CE080}" type="sibTrans" cxnId="{0E564006-7C5B-48A0-87B4-7056D6C99B01}">
      <dgm:prSet/>
      <dgm:spPr/>
      <dgm:t>
        <a:bodyPr/>
        <a:lstStyle/>
        <a:p>
          <a:endParaRPr lang="zh-CN" altLang="en-US"/>
        </a:p>
      </dgm:t>
    </dgm:pt>
    <dgm:pt modelId="{4C1C13C8-A3B4-4A26-97F4-07C96828532E}">
      <dgm:prSet phldrT="[文本]" custT="1"/>
      <dgm:spPr/>
      <dgm:t>
        <a:bodyPr/>
        <a:lstStyle/>
        <a:p>
          <a:pPr>
            <a:spcAft>
              <a:spcPts val="600"/>
            </a:spcAft>
          </a:pPr>
          <a:r>
            <a:rPr lang="en-US" altLang="zh-CN" sz="4800" dirty="0">
              <a:latin typeface="Times New Roman" panose="02020603050405020304" pitchFamily="18" charset="0"/>
              <a:cs typeface="Times New Roman" panose="02020603050405020304" pitchFamily="18" charset="0"/>
            </a:rPr>
            <a:t>Prompt</a:t>
          </a:r>
          <a:endParaRPr lang="zh-CN" altLang="en-US" sz="4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19E33F5-92EE-4206-A8C3-713B9949EC36}" type="parTrans" cxnId="{5429C7BF-CA97-42D2-B957-CB12B9A434BC}">
      <dgm:prSet/>
      <dgm:spPr/>
      <dgm:t>
        <a:bodyPr/>
        <a:lstStyle/>
        <a:p>
          <a:endParaRPr lang="zh-CN" altLang="en-US"/>
        </a:p>
      </dgm:t>
    </dgm:pt>
    <dgm:pt modelId="{7D64D7C3-793F-49BD-A365-34CF9483C6F1}" type="sibTrans" cxnId="{5429C7BF-CA97-42D2-B957-CB12B9A434BC}">
      <dgm:prSet/>
      <dgm:spPr/>
      <dgm:t>
        <a:bodyPr/>
        <a:lstStyle/>
        <a:p>
          <a:endParaRPr lang="zh-CN" altLang="en-US"/>
        </a:p>
      </dgm:t>
    </dgm:pt>
    <dgm:pt modelId="{EFE76554-DD59-483C-AA2A-1B763A77F61D}" type="pres">
      <dgm:prSet presAssocID="{C5BA3B67-1AF9-4F0E-B820-4C127EC7662A}" presName="diagram" presStyleCnt="0">
        <dgm:presLayoutVars>
          <dgm:dir/>
          <dgm:resizeHandles val="exact"/>
        </dgm:presLayoutVars>
      </dgm:prSet>
      <dgm:spPr/>
    </dgm:pt>
    <dgm:pt modelId="{6E3E343C-E297-4099-A02D-14D9DE344F36}" type="pres">
      <dgm:prSet presAssocID="{F39BB5FE-CD1D-48F2-ABB5-1081142099F9}" presName="node" presStyleLbl="node1" presStyleIdx="0" presStyleCnt="4" custScaleY="93823">
        <dgm:presLayoutVars>
          <dgm:bulletEnabled val="1"/>
        </dgm:presLayoutVars>
      </dgm:prSet>
      <dgm:spPr/>
    </dgm:pt>
    <dgm:pt modelId="{34D2199A-ED29-4B18-81BE-DACF4A0FDE0A}" type="pres">
      <dgm:prSet presAssocID="{91EA19B0-80A5-4E39-AEF9-106812819BEA}" presName="sibTrans" presStyleCnt="0"/>
      <dgm:spPr/>
    </dgm:pt>
    <dgm:pt modelId="{FE38AA2F-06CB-405B-A26C-B778C5A84230}" type="pres">
      <dgm:prSet presAssocID="{0DD33656-D1C8-4F9C-81F2-3949026F6A24}" presName="node" presStyleLbl="node1" presStyleIdx="1" presStyleCnt="4" custScaleY="93823">
        <dgm:presLayoutVars>
          <dgm:bulletEnabled val="1"/>
        </dgm:presLayoutVars>
      </dgm:prSet>
      <dgm:spPr/>
    </dgm:pt>
    <dgm:pt modelId="{7C3A7945-26F9-45C1-B836-D866DE04086D}" type="pres">
      <dgm:prSet presAssocID="{A3E953A2-DCBC-4A76-A52E-48A03D56B464}" presName="sibTrans" presStyleCnt="0"/>
      <dgm:spPr/>
    </dgm:pt>
    <dgm:pt modelId="{CF7DD32D-FCD4-4B95-BE97-3A094D111DFB}" type="pres">
      <dgm:prSet presAssocID="{C317649E-4494-47AD-BBCC-3D77110C13DB}" presName="node" presStyleLbl="node1" presStyleIdx="2" presStyleCnt="4" custScaleY="93823">
        <dgm:presLayoutVars>
          <dgm:bulletEnabled val="1"/>
        </dgm:presLayoutVars>
      </dgm:prSet>
      <dgm:spPr/>
    </dgm:pt>
    <dgm:pt modelId="{ED7A9B9C-47E3-42E6-9B09-40F4B5D98AFA}" type="pres">
      <dgm:prSet presAssocID="{AC355B25-7333-4FB6-AB68-B276315CE080}" presName="sibTrans" presStyleCnt="0"/>
      <dgm:spPr/>
    </dgm:pt>
    <dgm:pt modelId="{8D4531CE-5EA1-417D-81EF-F1B3CDEC2CB8}" type="pres">
      <dgm:prSet presAssocID="{4C1C13C8-A3B4-4A26-97F4-07C96828532E}" presName="node" presStyleLbl="node1" presStyleIdx="3" presStyleCnt="4" custScaleY="93823">
        <dgm:presLayoutVars>
          <dgm:bulletEnabled val="1"/>
        </dgm:presLayoutVars>
      </dgm:prSet>
      <dgm:spPr/>
    </dgm:pt>
  </dgm:ptLst>
  <dgm:cxnLst>
    <dgm:cxn modelId="{0E564006-7C5B-48A0-87B4-7056D6C99B01}" srcId="{C5BA3B67-1AF9-4F0E-B820-4C127EC7662A}" destId="{C317649E-4494-47AD-BBCC-3D77110C13DB}" srcOrd="2" destOrd="0" parTransId="{E528024C-AAC7-42BE-BE7E-BC7FFB9FB007}" sibTransId="{AC355B25-7333-4FB6-AB68-B276315CE080}"/>
    <dgm:cxn modelId="{8EF9E71A-5755-4673-BC7E-A240AA0B3EA6}" type="presOf" srcId="{4C1C13C8-A3B4-4A26-97F4-07C96828532E}" destId="{8D4531CE-5EA1-417D-81EF-F1B3CDEC2CB8}" srcOrd="0" destOrd="0" presId="urn:microsoft.com/office/officeart/2005/8/layout/default"/>
    <dgm:cxn modelId="{EEA13B2D-A08E-494C-B44C-352A57E3C804}" type="presOf" srcId="{0DD33656-D1C8-4F9C-81F2-3949026F6A24}" destId="{FE38AA2F-06CB-405B-A26C-B778C5A84230}" srcOrd="0" destOrd="0" presId="urn:microsoft.com/office/officeart/2005/8/layout/default"/>
    <dgm:cxn modelId="{8658D83E-2251-4AAA-8FEB-573F38CE2DBA}" type="presOf" srcId="{C317649E-4494-47AD-BBCC-3D77110C13DB}" destId="{CF7DD32D-FCD4-4B95-BE97-3A094D111DFB}" srcOrd="0" destOrd="0" presId="urn:microsoft.com/office/officeart/2005/8/layout/default"/>
    <dgm:cxn modelId="{668B5441-1A22-4924-89DF-A07B01CAE3E5}" type="presOf" srcId="{F39BB5FE-CD1D-48F2-ABB5-1081142099F9}" destId="{6E3E343C-E297-4099-A02D-14D9DE344F36}" srcOrd="0" destOrd="0" presId="urn:microsoft.com/office/officeart/2005/8/layout/default"/>
    <dgm:cxn modelId="{EE798947-312F-4BDA-9850-5BB6ED16728B}" srcId="{C5BA3B67-1AF9-4F0E-B820-4C127EC7662A}" destId="{0DD33656-D1C8-4F9C-81F2-3949026F6A24}" srcOrd="1" destOrd="0" parTransId="{4A3C96CB-BFCA-4AC4-8418-61A35755C081}" sibTransId="{A3E953A2-DCBC-4A76-A52E-48A03D56B464}"/>
    <dgm:cxn modelId="{07C60BA6-905D-4EAC-9EBD-EC048B29310D}" srcId="{C5BA3B67-1AF9-4F0E-B820-4C127EC7662A}" destId="{F39BB5FE-CD1D-48F2-ABB5-1081142099F9}" srcOrd="0" destOrd="0" parTransId="{90479F9E-275B-4B24-88B6-D11CFB8E1AA8}" sibTransId="{91EA19B0-80A5-4E39-AEF9-106812819BEA}"/>
    <dgm:cxn modelId="{5429C7BF-CA97-42D2-B957-CB12B9A434BC}" srcId="{C5BA3B67-1AF9-4F0E-B820-4C127EC7662A}" destId="{4C1C13C8-A3B4-4A26-97F4-07C96828532E}" srcOrd="3" destOrd="0" parTransId="{819E33F5-92EE-4206-A8C3-713B9949EC36}" sibTransId="{7D64D7C3-793F-49BD-A365-34CF9483C6F1}"/>
    <dgm:cxn modelId="{47E8F3D3-6DA5-46A5-8BB2-1C4CCCE8E749}" type="presOf" srcId="{C5BA3B67-1AF9-4F0E-B820-4C127EC7662A}" destId="{EFE76554-DD59-483C-AA2A-1B763A77F61D}" srcOrd="0" destOrd="0" presId="urn:microsoft.com/office/officeart/2005/8/layout/default"/>
    <dgm:cxn modelId="{6B8B3789-C0CF-449F-920A-759124F29CA2}" type="presParOf" srcId="{EFE76554-DD59-483C-AA2A-1B763A77F61D}" destId="{6E3E343C-E297-4099-A02D-14D9DE344F36}" srcOrd="0" destOrd="0" presId="urn:microsoft.com/office/officeart/2005/8/layout/default"/>
    <dgm:cxn modelId="{CD58115B-782C-47D9-9BB6-58835CCAD7CA}" type="presParOf" srcId="{EFE76554-DD59-483C-AA2A-1B763A77F61D}" destId="{34D2199A-ED29-4B18-81BE-DACF4A0FDE0A}" srcOrd="1" destOrd="0" presId="urn:microsoft.com/office/officeart/2005/8/layout/default"/>
    <dgm:cxn modelId="{ADEF77AE-C649-4069-BCA8-26CFF097313D}" type="presParOf" srcId="{EFE76554-DD59-483C-AA2A-1B763A77F61D}" destId="{FE38AA2F-06CB-405B-A26C-B778C5A84230}" srcOrd="2" destOrd="0" presId="urn:microsoft.com/office/officeart/2005/8/layout/default"/>
    <dgm:cxn modelId="{C4FE912F-6090-4135-99FB-501E4E0F9004}" type="presParOf" srcId="{EFE76554-DD59-483C-AA2A-1B763A77F61D}" destId="{7C3A7945-26F9-45C1-B836-D866DE04086D}" srcOrd="3" destOrd="0" presId="urn:microsoft.com/office/officeart/2005/8/layout/default"/>
    <dgm:cxn modelId="{9AD54779-4B3B-44DE-998B-6F5B827AF223}" type="presParOf" srcId="{EFE76554-DD59-483C-AA2A-1B763A77F61D}" destId="{CF7DD32D-FCD4-4B95-BE97-3A094D111DFB}" srcOrd="4" destOrd="0" presId="urn:microsoft.com/office/officeart/2005/8/layout/default"/>
    <dgm:cxn modelId="{FB577D40-5529-45D8-B2B1-A1A1744DAD3C}" type="presParOf" srcId="{EFE76554-DD59-483C-AA2A-1B763A77F61D}" destId="{ED7A9B9C-47E3-42E6-9B09-40F4B5D98AFA}" srcOrd="5" destOrd="0" presId="urn:microsoft.com/office/officeart/2005/8/layout/default"/>
    <dgm:cxn modelId="{43DA4969-4B1E-43F3-BEE9-48B139DF1A81}" type="presParOf" srcId="{EFE76554-DD59-483C-AA2A-1B763A77F61D}" destId="{8D4531CE-5EA1-417D-81EF-F1B3CDEC2CB8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3E343C-E297-4099-A02D-14D9DE344F36}">
      <dsp:nvSpPr>
        <dsp:cNvPr id="0" name=""/>
        <dsp:cNvSpPr/>
      </dsp:nvSpPr>
      <dsp:spPr>
        <a:xfrm>
          <a:off x="992" y="337550"/>
          <a:ext cx="3869531" cy="217830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ts val="600"/>
            </a:spcAft>
            <a:buNone/>
          </a:pPr>
          <a:r>
            <a:rPr lang="en-US" altLang="zh-CN" sz="4800" u="none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Linear</a:t>
          </a:r>
        </a:p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ts val="600"/>
            </a:spcAft>
            <a:buNone/>
          </a:pPr>
          <a:r>
            <a:rPr lang="en-US" altLang="zh-CN" sz="4800" u="none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Probing</a:t>
          </a:r>
          <a:endParaRPr lang="zh-CN" altLang="en-US" sz="4800" u="none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992" y="337550"/>
        <a:ext cx="3869531" cy="2178306"/>
      </dsp:txXfrm>
    </dsp:sp>
    <dsp:sp modelId="{FE38AA2F-06CB-405B-A26C-B778C5A84230}">
      <dsp:nvSpPr>
        <dsp:cNvPr id="0" name=""/>
        <dsp:cNvSpPr/>
      </dsp:nvSpPr>
      <dsp:spPr>
        <a:xfrm>
          <a:off x="4257476" y="337550"/>
          <a:ext cx="3869531" cy="217830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ts val="600"/>
            </a:spcAft>
            <a:buNone/>
          </a:pPr>
          <a:r>
            <a:rPr lang="en-US" altLang="zh-CN" sz="4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Finetune</a:t>
          </a:r>
          <a:endParaRPr lang="zh-CN" altLang="en-US" sz="4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257476" y="337550"/>
        <a:ext cx="3869531" cy="2178306"/>
      </dsp:txXfrm>
    </dsp:sp>
    <dsp:sp modelId="{CF7DD32D-FCD4-4B95-BE97-3A094D111DFB}">
      <dsp:nvSpPr>
        <dsp:cNvPr id="0" name=""/>
        <dsp:cNvSpPr/>
      </dsp:nvSpPr>
      <dsp:spPr>
        <a:xfrm>
          <a:off x="992" y="2902810"/>
          <a:ext cx="3869531" cy="217830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ts val="600"/>
            </a:spcAft>
            <a:buNone/>
          </a:pPr>
          <a:r>
            <a:rPr lang="en-US" altLang="zh-CN" sz="4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Adapter</a:t>
          </a:r>
          <a:endParaRPr lang="zh-CN" altLang="en-US" sz="4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992" y="2902810"/>
        <a:ext cx="3869531" cy="2178306"/>
      </dsp:txXfrm>
    </dsp:sp>
    <dsp:sp modelId="{8D4531CE-5EA1-417D-81EF-F1B3CDEC2CB8}">
      <dsp:nvSpPr>
        <dsp:cNvPr id="0" name=""/>
        <dsp:cNvSpPr/>
      </dsp:nvSpPr>
      <dsp:spPr>
        <a:xfrm>
          <a:off x="4257476" y="2902810"/>
          <a:ext cx="3869531" cy="217830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ts val="600"/>
            </a:spcAft>
            <a:buNone/>
          </a:pPr>
          <a:r>
            <a:rPr lang="en-US" altLang="zh-CN" sz="4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Prompt</a:t>
          </a:r>
          <a:endParaRPr lang="zh-CN" altLang="en-US" sz="4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257476" y="2902810"/>
        <a:ext cx="3869531" cy="217830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3E343C-E297-4099-A02D-14D9DE344F36}">
      <dsp:nvSpPr>
        <dsp:cNvPr id="0" name=""/>
        <dsp:cNvSpPr/>
      </dsp:nvSpPr>
      <dsp:spPr>
        <a:xfrm>
          <a:off x="992" y="337550"/>
          <a:ext cx="3869531" cy="217830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ts val="600"/>
            </a:spcAft>
            <a:buNone/>
          </a:pPr>
          <a:r>
            <a:rPr lang="en-US" altLang="zh-CN" sz="4800" u="none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Linear</a:t>
          </a:r>
        </a:p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ts val="600"/>
            </a:spcAft>
            <a:buNone/>
          </a:pPr>
          <a:r>
            <a:rPr lang="en-US" altLang="zh-CN" sz="4800" u="none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Probing</a:t>
          </a:r>
          <a:endParaRPr lang="zh-CN" altLang="en-US" sz="4800" u="none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992" y="337550"/>
        <a:ext cx="3869531" cy="2178306"/>
      </dsp:txXfrm>
    </dsp:sp>
    <dsp:sp modelId="{FE38AA2F-06CB-405B-A26C-B778C5A84230}">
      <dsp:nvSpPr>
        <dsp:cNvPr id="0" name=""/>
        <dsp:cNvSpPr/>
      </dsp:nvSpPr>
      <dsp:spPr>
        <a:xfrm>
          <a:off x="4257476" y="337550"/>
          <a:ext cx="3869531" cy="217830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ts val="600"/>
            </a:spcAft>
            <a:buNone/>
          </a:pPr>
          <a:r>
            <a:rPr lang="en-US" altLang="zh-CN" sz="4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Finetune</a:t>
          </a:r>
          <a:endParaRPr lang="zh-CN" altLang="en-US" sz="4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257476" y="337550"/>
        <a:ext cx="3869531" cy="2178306"/>
      </dsp:txXfrm>
    </dsp:sp>
    <dsp:sp modelId="{CF7DD32D-FCD4-4B95-BE97-3A094D111DFB}">
      <dsp:nvSpPr>
        <dsp:cNvPr id="0" name=""/>
        <dsp:cNvSpPr/>
      </dsp:nvSpPr>
      <dsp:spPr>
        <a:xfrm>
          <a:off x="992" y="2902810"/>
          <a:ext cx="3869531" cy="217830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ts val="600"/>
            </a:spcAft>
            <a:buNone/>
          </a:pPr>
          <a:r>
            <a:rPr lang="en-US" altLang="zh-CN" sz="4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Adapter</a:t>
          </a:r>
          <a:endParaRPr lang="zh-CN" altLang="en-US" sz="4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992" y="2902810"/>
        <a:ext cx="3869531" cy="2178306"/>
      </dsp:txXfrm>
    </dsp:sp>
    <dsp:sp modelId="{8D4531CE-5EA1-417D-81EF-F1B3CDEC2CB8}">
      <dsp:nvSpPr>
        <dsp:cNvPr id="0" name=""/>
        <dsp:cNvSpPr/>
      </dsp:nvSpPr>
      <dsp:spPr>
        <a:xfrm>
          <a:off x="4257476" y="2902810"/>
          <a:ext cx="3869531" cy="217830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ts val="600"/>
            </a:spcAft>
            <a:buNone/>
          </a:pPr>
          <a:r>
            <a:rPr lang="en-US" altLang="zh-CN" sz="4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Prompt</a:t>
          </a:r>
          <a:endParaRPr lang="zh-CN" altLang="en-US" sz="4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257476" y="2902810"/>
        <a:ext cx="3869531" cy="217830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3E343C-E297-4099-A02D-14D9DE344F36}">
      <dsp:nvSpPr>
        <dsp:cNvPr id="0" name=""/>
        <dsp:cNvSpPr/>
      </dsp:nvSpPr>
      <dsp:spPr>
        <a:xfrm>
          <a:off x="992" y="337550"/>
          <a:ext cx="3869531" cy="217830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ts val="600"/>
            </a:spcAft>
            <a:buNone/>
          </a:pPr>
          <a:r>
            <a:rPr lang="en-US" altLang="zh-CN" sz="4800" u="none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Linear</a:t>
          </a:r>
        </a:p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ts val="600"/>
            </a:spcAft>
            <a:buNone/>
          </a:pPr>
          <a:r>
            <a:rPr lang="en-US" altLang="zh-CN" sz="4800" u="none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Probing</a:t>
          </a:r>
          <a:endParaRPr lang="zh-CN" altLang="en-US" sz="4800" u="none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992" y="337550"/>
        <a:ext cx="3869531" cy="2178306"/>
      </dsp:txXfrm>
    </dsp:sp>
    <dsp:sp modelId="{FE38AA2F-06CB-405B-A26C-B778C5A84230}">
      <dsp:nvSpPr>
        <dsp:cNvPr id="0" name=""/>
        <dsp:cNvSpPr/>
      </dsp:nvSpPr>
      <dsp:spPr>
        <a:xfrm>
          <a:off x="4257476" y="337550"/>
          <a:ext cx="3869531" cy="217830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ts val="600"/>
            </a:spcAft>
            <a:buNone/>
          </a:pPr>
          <a:r>
            <a:rPr lang="en-US" altLang="zh-CN" sz="4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Finetune</a:t>
          </a:r>
          <a:endParaRPr lang="zh-CN" altLang="en-US" sz="4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257476" y="337550"/>
        <a:ext cx="3869531" cy="2178306"/>
      </dsp:txXfrm>
    </dsp:sp>
    <dsp:sp modelId="{CF7DD32D-FCD4-4B95-BE97-3A094D111DFB}">
      <dsp:nvSpPr>
        <dsp:cNvPr id="0" name=""/>
        <dsp:cNvSpPr/>
      </dsp:nvSpPr>
      <dsp:spPr>
        <a:xfrm>
          <a:off x="992" y="2902810"/>
          <a:ext cx="3869531" cy="217830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ts val="600"/>
            </a:spcAft>
            <a:buNone/>
          </a:pPr>
          <a:r>
            <a:rPr lang="en-US" altLang="zh-CN" sz="4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Adapter</a:t>
          </a:r>
          <a:endParaRPr lang="zh-CN" altLang="en-US" sz="4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992" y="2902810"/>
        <a:ext cx="3869531" cy="2178306"/>
      </dsp:txXfrm>
    </dsp:sp>
    <dsp:sp modelId="{8D4531CE-5EA1-417D-81EF-F1B3CDEC2CB8}">
      <dsp:nvSpPr>
        <dsp:cNvPr id="0" name=""/>
        <dsp:cNvSpPr/>
      </dsp:nvSpPr>
      <dsp:spPr>
        <a:xfrm>
          <a:off x="4257476" y="2902810"/>
          <a:ext cx="3869531" cy="217830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ts val="600"/>
            </a:spcAft>
            <a:buNone/>
          </a:pPr>
          <a:r>
            <a:rPr lang="en-US" altLang="zh-CN" sz="4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Prompt</a:t>
          </a:r>
          <a:endParaRPr lang="zh-CN" altLang="en-US" sz="4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257476" y="2902810"/>
        <a:ext cx="3869531" cy="217830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C542D5-1BA5-4FAC-905B-345980C026F8}" type="datetimeFigureOut">
              <a:rPr lang="zh-CN" altLang="en-US" smtClean="0"/>
              <a:t>2023/12/13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E2A46F-5F01-40FC-89D0-FE6881FB40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65901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E2A46F-5F01-40FC-89D0-FE6881FB4088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04206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E2A46F-5F01-40FC-89D0-FE6881FB4088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94220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E2A46F-5F01-40FC-89D0-FE6881FB408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62808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E2A46F-5F01-40FC-89D0-FE6881FB408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01685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E2A46F-5F01-40FC-89D0-FE6881FB4088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92326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E2A46F-5F01-40FC-89D0-FE6881FB408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22492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E2A46F-5F01-40FC-89D0-FE6881FB408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36212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E2A46F-5F01-40FC-89D0-FE6881FB408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46566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E2A46F-5F01-40FC-89D0-FE6881FB4088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09013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E2A46F-5F01-40FC-89D0-FE6881FB4088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69997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E2A46F-5F01-40FC-89D0-FE6881FB4088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61906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E2A46F-5F01-40FC-89D0-FE6881FB4088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330361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E2A46F-5F01-40FC-89D0-FE6881FB4088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87010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E2A46F-5F01-40FC-89D0-FE6881FB4088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77285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D998E5-F577-D596-F58E-21E5A5CD9E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38CADDA-82E7-B439-C354-5A78D3CCFC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202CA8D-2254-71AA-E017-B1643D613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9135F-5A99-4213-A67E-27093ACF2019}" type="datetimeFigureOut">
              <a:rPr lang="zh-CN" altLang="en-US" smtClean="0"/>
              <a:t>2023/12/13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02A7897-E56F-A835-B7D6-6098B385C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0BF078B-CE9E-553F-8BDE-E4B244A7A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6FEE4-9E77-4E9A-AC6A-E646A565D7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54397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5B61E6-98CB-3B62-68B4-9C47F91A6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C018891-D286-0E41-C9AE-D80D84A001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0635D3A-B902-8EA0-0B56-D7BA61D05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9135F-5A99-4213-A67E-27093ACF2019}" type="datetimeFigureOut">
              <a:rPr lang="zh-CN" altLang="en-US" smtClean="0"/>
              <a:t>2023/12/13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B303097-65E0-3FC0-2E28-AF7714461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6119E57-A449-F800-0277-B74BBA1B6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6FEE4-9E77-4E9A-AC6A-E646A565D7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97337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1EF095-7AB8-46D3-F6A0-A0F711E8C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DC0E9BD-A02D-22A6-7480-2835CE3625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2983E82-9EF5-A986-410B-CAB8EA30E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9135F-5A99-4213-A67E-27093ACF2019}" type="datetimeFigureOut">
              <a:rPr lang="zh-CN" altLang="en-US" smtClean="0"/>
              <a:t>2023/12/13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CB1A54A-2884-B0BD-F7AB-045ADB132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69089E4-FF25-25AB-654A-7AC3A1DE6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6FEE4-9E77-4E9A-AC6A-E646A565D7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8499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CCC5FA-D8E5-D719-CF4E-C7FBDE795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8B01EEE-D3E7-0304-D7EB-680E923923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94AE224-782C-8577-3349-DF0D5020AF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EA2159C-534D-85EB-CF4A-DD677ECCB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9135F-5A99-4213-A67E-27093ACF2019}" type="datetimeFigureOut">
              <a:rPr lang="zh-CN" altLang="en-US" smtClean="0"/>
              <a:t>2023/12/13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AFAA044-3B6E-20B0-2E86-C43404A94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A368D34-3E70-7648-406A-24E33819C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6FEE4-9E77-4E9A-AC6A-E646A565D7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77785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9DBC71-DA5A-C36A-2915-66F4B0C3A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061B654-DE73-B4A6-F1E5-AB00CFD534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A00AD33-2376-BD78-10A4-E00D8601C9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88EAFA2-FD59-D97E-116D-36F8267C43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A49AA84-46CA-D5F5-708F-CAB42497EE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3CBAB53-0AE0-36B2-7DBA-EA01A0AD8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9135F-5A99-4213-A67E-27093ACF2019}" type="datetimeFigureOut">
              <a:rPr lang="zh-CN" altLang="en-US" smtClean="0"/>
              <a:t>2023/12/13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A2E5403-2884-4E69-0F99-42D80375E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548F809-059A-91FF-16CF-0020E953C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6FEE4-9E77-4E9A-AC6A-E646A565D7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0390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EDAC2A-E374-49FD-491B-87CC04C4F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D221824-8063-A33D-4245-5078C8C2D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9135F-5A99-4213-A67E-27093ACF2019}" type="datetimeFigureOut">
              <a:rPr lang="zh-CN" altLang="en-US" smtClean="0"/>
              <a:t>2023/12/13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33A38A8-B30C-2DAF-463C-23BC5A6B5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720C740-E76A-A745-EBD1-B6F33817D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6FEE4-9E77-4E9A-AC6A-E646A565D7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1309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A60DC9B-EB85-6359-6B62-426CC5979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9135F-5A99-4213-A67E-27093ACF2019}" type="datetimeFigureOut">
              <a:rPr lang="zh-CN" altLang="en-US" smtClean="0"/>
              <a:t>2023/12/13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5BA4911-6C00-A2B7-3DC8-3006B0CC1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DED6D34-61D8-C303-61E2-7D3699EB1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6FEE4-9E77-4E9A-AC6A-E646A565D7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05828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62A4AB-DD7F-EAA8-2D68-A897A2692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4462E19-D802-2E13-4F2E-E65DBD5B02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EADD4B6-7BD3-228E-97A4-08C1548810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AD2555-16E3-D6D5-438D-FEADB72E6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9135F-5A99-4213-A67E-27093ACF2019}" type="datetimeFigureOut">
              <a:rPr lang="zh-CN" altLang="en-US" smtClean="0"/>
              <a:t>2023/12/13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A78FCD8-1241-BCD8-4AC8-FF55FA395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80C8E8-EAFA-A735-20FB-D7FCC94F8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6FEE4-9E77-4E9A-AC6A-E646A565D7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3267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0F8C1E-E404-63A0-ECE1-F1CB44E26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6C02360-8051-5F63-4990-62F5BCB1D3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6B0B40B-1A10-DD1F-E843-5B57BADC87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B04EA77-AB59-74D0-8900-DF50CD104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9135F-5A99-4213-A67E-27093ACF2019}" type="datetimeFigureOut">
              <a:rPr lang="zh-CN" altLang="en-US" smtClean="0"/>
              <a:t>2023/12/13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33C7338-FB58-FE63-BC28-D256A65EE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45F1C1D-7FFD-5E21-26BA-16E58B17F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6FEE4-9E77-4E9A-AC6A-E646A565D7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48508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4D875F-8874-525F-ED48-091E06832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BAFBA7C-A078-E268-AE2A-2DF4BC4D30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02DE7C-B504-AFEF-A5BB-0CBA50D07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9135F-5A99-4213-A67E-27093ACF2019}" type="datetimeFigureOut">
              <a:rPr lang="zh-CN" altLang="en-US" smtClean="0"/>
              <a:t>2023/12/13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6B5F3C5-7508-BAEF-FA58-6ECF0153E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8513B96-663D-FEC6-1A73-7EC3875CB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6FEE4-9E77-4E9A-AC6A-E646A565D7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2813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7D0BCBF-EDE1-20E0-B8F1-44E7AA0238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FD9DEB2-7197-8234-841F-C01A1CABE0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D407976-5A8E-9EC8-EC71-4A7E22B73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9135F-5A99-4213-A67E-27093ACF2019}" type="datetimeFigureOut">
              <a:rPr lang="zh-CN" altLang="en-US" smtClean="0"/>
              <a:t>2023/12/13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EB201B-9E9D-4168-98A4-0092DDDA1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CFA8C62-B278-B802-9488-A7C2900DC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6FEE4-9E77-4E9A-AC6A-E646A565D7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9091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577A80A-F37F-0756-7035-47CA89602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A5270B1-53FA-DDD6-51BE-884C3EADD3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DC25BA5-D1C2-BE55-2213-01C3292FE8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29135F-5A99-4213-A67E-27093ACF2019}" type="datetimeFigureOut">
              <a:rPr lang="zh-CN" altLang="en-US" smtClean="0"/>
              <a:t>2023/12/13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5558B78-8395-55FC-4738-612552475C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BDA4E5E-2589-D4E1-D9B1-AB6EAEA56F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B6FEE4-9E77-4E9A-AC6A-E646A565D7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6245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Relationship Id="rId9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96C9C4-488A-8181-21F2-FA076370686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b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下游任务迁移与视觉提示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4AADCCD-862D-C942-5155-34138071157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By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智魔老师</a:t>
            </a:r>
          </a:p>
        </p:txBody>
      </p:sp>
    </p:spTree>
    <p:extLst>
      <p:ext uri="{BB962C8B-B14F-4D97-AF65-F5344CB8AC3E}">
        <p14:creationId xmlns:p14="http://schemas.microsoft.com/office/powerpoint/2010/main" val="12270517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443B4E38-0164-9CBF-C5A3-8EAF74287D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7620" y="48172"/>
            <a:ext cx="9372600" cy="6315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D129F462-0323-6F58-F125-03424FD73FC2}"/>
              </a:ext>
            </a:extLst>
          </p:cNvPr>
          <p:cNvSpPr txBox="1"/>
          <p:nvPr/>
        </p:nvSpPr>
        <p:spPr>
          <a:xfrm>
            <a:off x="4572000" y="4308069"/>
            <a:ext cx="20154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一个基础模型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19AEDB3-6A41-0862-292B-1D2CB9F82BAF}"/>
              </a:ext>
            </a:extLst>
          </p:cNvPr>
          <p:cNvSpPr txBox="1"/>
          <p:nvPr/>
        </p:nvSpPr>
        <p:spPr>
          <a:xfrm>
            <a:off x="10650220" y="3271749"/>
            <a:ext cx="12395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多种下游任务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9D9F00F-B73C-2ED9-2519-6EF097B4F055}"/>
              </a:ext>
            </a:extLst>
          </p:cNvPr>
          <p:cNvSpPr txBox="1"/>
          <p:nvPr/>
        </p:nvSpPr>
        <p:spPr>
          <a:xfrm>
            <a:off x="223130" y="6294149"/>
            <a:ext cx="116666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6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Bommasani</a:t>
            </a:r>
            <a:r>
              <a:rPr lang="en-US" altLang="zh-CN" sz="1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R, Hudson D A, </a:t>
            </a:r>
            <a:r>
              <a:rPr lang="en-US" altLang="zh-CN" sz="16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Adeli</a:t>
            </a:r>
            <a:r>
              <a:rPr lang="en-US" altLang="zh-CN" sz="1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E, et al. On the opportunities and risks of foundation models[J]. </a:t>
            </a:r>
            <a:r>
              <a:rPr lang="en-US" altLang="zh-CN" sz="16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arXiv</a:t>
            </a:r>
            <a:r>
              <a:rPr lang="en-US" altLang="zh-CN" sz="1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preprint arXiv:2108.07258, 2021.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745698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30249874-4139-F78D-3118-305A04DD04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520" y="568960"/>
            <a:ext cx="11084560" cy="5608003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  <a:buFont typeface="Wingdings" panose="05000000000000000000" pitchFamily="2" charset="2"/>
              <a:buChar char="p"/>
            </a:pP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视觉基础模型的迁移方法</a:t>
            </a:r>
            <a:endParaRPr lang="en-US" altLang="zh-CN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5" name="图示 4">
            <a:extLst>
              <a:ext uri="{FF2B5EF4-FFF2-40B4-BE49-F238E27FC236}">
                <a16:creationId xmlns:a16="http://schemas.microsoft.com/office/drawing/2014/main" id="{F3FFE17C-5450-2392-05F5-2EEBB4DC10C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60755799"/>
              </p:ext>
            </p:extLst>
          </p:nvPr>
        </p:nvGraphicFramePr>
        <p:xfrm>
          <a:off x="2402205" y="1180041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865988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C3CFCA7-6A20-E1EB-8D85-760C3BE258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520" y="568960"/>
            <a:ext cx="11084560" cy="5608003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  <a:buFont typeface="Wingdings" panose="05000000000000000000" pitchFamily="2" charset="2"/>
              <a:buChar char="p"/>
            </a:pP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线性探测 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(Linear Probing)</a:t>
            </a:r>
          </a:p>
          <a:p>
            <a:pPr lvl="1">
              <a:spcBef>
                <a:spcPts val="1200"/>
              </a:spcBef>
              <a:buFont typeface="Wingdings" panose="05000000000000000000" pitchFamily="2" charset="2"/>
              <a:buChar char="n"/>
            </a:pP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The method where only a new linear classifier is trained on top of a frozen pre-trained model, keeping the original model's parameters unchanged</a:t>
            </a:r>
          </a:p>
        </p:txBody>
      </p:sp>
      <p:sp>
        <p:nvSpPr>
          <p:cNvPr id="7" name="流程图: 手动操作 6">
            <a:extLst>
              <a:ext uri="{FF2B5EF4-FFF2-40B4-BE49-F238E27FC236}">
                <a16:creationId xmlns:a16="http://schemas.microsoft.com/office/drawing/2014/main" id="{CA966321-B27B-6151-6E25-0F3EC829351C}"/>
              </a:ext>
            </a:extLst>
          </p:cNvPr>
          <p:cNvSpPr/>
          <p:nvPr/>
        </p:nvSpPr>
        <p:spPr>
          <a:xfrm rot="16200000">
            <a:off x="5744842" y="3501863"/>
            <a:ext cx="2181476" cy="1679944"/>
          </a:xfrm>
          <a:prstGeom prst="flowChartManualOperat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6CBD50A-6113-6E84-64FC-525ABDBA4E3F}"/>
              </a:ext>
            </a:extLst>
          </p:cNvPr>
          <p:cNvSpPr txBox="1"/>
          <p:nvPr/>
        </p:nvSpPr>
        <p:spPr>
          <a:xfrm>
            <a:off x="5995608" y="4080225"/>
            <a:ext cx="16799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Backbone</a:t>
            </a:r>
            <a:endParaRPr lang="zh-CN" altLang="en-US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15F4AC8-ADB9-4305-E001-F16921FBD113}"/>
              </a:ext>
            </a:extLst>
          </p:cNvPr>
          <p:cNvSpPr/>
          <p:nvPr/>
        </p:nvSpPr>
        <p:spPr>
          <a:xfrm>
            <a:off x="8423761" y="4080224"/>
            <a:ext cx="1456660" cy="523221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725DBC3-00FD-1963-37E4-430F2159358C}"/>
              </a:ext>
            </a:extLst>
          </p:cNvPr>
          <p:cNvSpPr txBox="1"/>
          <p:nvPr/>
        </p:nvSpPr>
        <p:spPr>
          <a:xfrm>
            <a:off x="8312119" y="4080225"/>
            <a:ext cx="16799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Head</a:t>
            </a:r>
            <a:endParaRPr lang="zh-CN" altLang="en-US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4D860012-172F-8945-DA50-9C514E6CC488}"/>
              </a:ext>
            </a:extLst>
          </p:cNvPr>
          <p:cNvCxnSpPr>
            <a:cxnSpLocks/>
          </p:cNvCxnSpPr>
          <p:nvPr/>
        </p:nvCxnSpPr>
        <p:spPr>
          <a:xfrm>
            <a:off x="7771249" y="4341835"/>
            <a:ext cx="604668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B89F9755-401E-C6BC-28BD-8B3469D617E3}"/>
              </a:ext>
            </a:extLst>
          </p:cNvPr>
          <p:cNvCxnSpPr>
            <a:cxnSpLocks/>
          </p:cNvCxnSpPr>
          <p:nvPr/>
        </p:nvCxnSpPr>
        <p:spPr>
          <a:xfrm>
            <a:off x="5127286" y="3869354"/>
            <a:ext cx="604668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图片 19">
            <a:extLst>
              <a:ext uri="{FF2B5EF4-FFF2-40B4-BE49-F238E27FC236}">
                <a16:creationId xmlns:a16="http://schemas.microsoft.com/office/drawing/2014/main" id="{7734D472-48E6-3587-4F6F-AE4AFAE510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1556" y="3291890"/>
            <a:ext cx="1095072" cy="1080122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77463460-3F04-34B4-BCE9-FF36CCB0101D}"/>
              </a:ext>
            </a:extLst>
          </p:cNvPr>
          <p:cNvSpPr txBox="1"/>
          <p:nvPr/>
        </p:nvSpPr>
        <p:spPr>
          <a:xfrm>
            <a:off x="3736664" y="4758190"/>
            <a:ext cx="1134175" cy="578882"/>
          </a:xfrm>
          <a:prstGeom prst="roundRect">
            <a:avLst/>
          </a:prstGeom>
          <a:solidFill>
            <a:srgbClr val="4472C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</a:t>
            </a:r>
            <a:endParaRPr lang="zh-CN" altLang="en-US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0605E3D-C4B3-AF6A-E441-27E056CADB7B}"/>
              </a:ext>
            </a:extLst>
          </p:cNvPr>
          <p:cNvSpPr txBox="1"/>
          <p:nvPr/>
        </p:nvSpPr>
        <p:spPr>
          <a:xfrm>
            <a:off x="3807432" y="4372012"/>
            <a:ext cx="9867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D8598003-3C82-B163-029B-FBA18302E3F5}"/>
              </a:ext>
            </a:extLst>
          </p:cNvPr>
          <p:cNvCxnSpPr>
            <a:cxnSpLocks/>
          </p:cNvCxnSpPr>
          <p:nvPr/>
        </p:nvCxnSpPr>
        <p:spPr>
          <a:xfrm>
            <a:off x="5094901" y="4936154"/>
            <a:ext cx="604668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68331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C3CFCA7-6A20-E1EB-8D85-760C3BE258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520" y="568960"/>
            <a:ext cx="11084560" cy="5608003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  <a:buFont typeface="Wingdings" panose="05000000000000000000" pitchFamily="2" charset="2"/>
              <a:buChar char="p"/>
            </a:pP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微调 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(Finetune)</a:t>
            </a:r>
          </a:p>
          <a:p>
            <a:pPr lvl="1">
              <a:spcBef>
                <a:spcPts val="1200"/>
              </a:spcBef>
              <a:buFont typeface="Wingdings" panose="05000000000000000000" pitchFamily="2" charset="2"/>
              <a:buChar char="n"/>
            </a:pP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The method that adjusts the parameters of a pre-trained model throughout all of layers to adapt it to a specific task</a:t>
            </a:r>
          </a:p>
        </p:txBody>
      </p:sp>
      <p:sp>
        <p:nvSpPr>
          <p:cNvPr id="7" name="流程图: 手动操作 6">
            <a:extLst>
              <a:ext uri="{FF2B5EF4-FFF2-40B4-BE49-F238E27FC236}">
                <a16:creationId xmlns:a16="http://schemas.microsoft.com/office/drawing/2014/main" id="{CA966321-B27B-6151-6E25-0F3EC829351C}"/>
              </a:ext>
            </a:extLst>
          </p:cNvPr>
          <p:cNvSpPr/>
          <p:nvPr/>
        </p:nvSpPr>
        <p:spPr>
          <a:xfrm rot="16200000">
            <a:off x="5744842" y="3501863"/>
            <a:ext cx="2181476" cy="1679944"/>
          </a:xfrm>
          <a:prstGeom prst="flowChartManualOperation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6CBD50A-6113-6E84-64FC-525ABDBA4E3F}"/>
              </a:ext>
            </a:extLst>
          </p:cNvPr>
          <p:cNvSpPr txBox="1"/>
          <p:nvPr/>
        </p:nvSpPr>
        <p:spPr>
          <a:xfrm>
            <a:off x="5995608" y="4080225"/>
            <a:ext cx="16799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Backbone</a:t>
            </a:r>
            <a:endParaRPr lang="zh-CN" altLang="en-US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15F4AC8-ADB9-4305-E001-F16921FBD113}"/>
              </a:ext>
            </a:extLst>
          </p:cNvPr>
          <p:cNvSpPr/>
          <p:nvPr/>
        </p:nvSpPr>
        <p:spPr>
          <a:xfrm>
            <a:off x="8423761" y="4080224"/>
            <a:ext cx="1456660" cy="523221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725DBC3-00FD-1963-37E4-430F2159358C}"/>
              </a:ext>
            </a:extLst>
          </p:cNvPr>
          <p:cNvSpPr txBox="1"/>
          <p:nvPr/>
        </p:nvSpPr>
        <p:spPr>
          <a:xfrm>
            <a:off x="8312119" y="4080225"/>
            <a:ext cx="16799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Head</a:t>
            </a:r>
            <a:endParaRPr lang="zh-CN" altLang="en-US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4D860012-172F-8945-DA50-9C514E6CC488}"/>
              </a:ext>
            </a:extLst>
          </p:cNvPr>
          <p:cNvCxnSpPr>
            <a:cxnSpLocks/>
          </p:cNvCxnSpPr>
          <p:nvPr/>
        </p:nvCxnSpPr>
        <p:spPr>
          <a:xfrm>
            <a:off x="7771249" y="4341835"/>
            <a:ext cx="604668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B89F9755-401E-C6BC-28BD-8B3469D617E3}"/>
              </a:ext>
            </a:extLst>
          </p:cNvPr>
          <p:cNvCxnSpPr>
            <a:cxnSpLocks/>
          </p:cNvCxnSpPr>
          <p:nvPr/>
        </p:nvCxnSpPr>
        <p:spPr>
          <a:xfrm>
            <a:off x="5127286" y="3869354"/>
            <a:ext cx="604668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图片 19">
            <a:extLst>
              <a:ext uri="{FF2B5EF4-FFF2-40B4-BE49-F238E27FC236}">
                <a16:creationId xmlns:a16="http://schemas.microsoft.com/office/drawing/2014/main" id="{7734D472-48E6-3587-4F6F-AE4AFAE510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1556" y="3291890"/>
            <a:ext cx="1095072" cy="1080122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77463460-3F04-34B4-BCE9-FF36CCB0101D}"/>
              </a:ext>
            </a:extLst>
          </p:cNvPr>
          <p:cNvSpPr txBox="1"/>
          <p:nvPr/>
        </p:nvSpPr>
        <p:spPr>
          <a:xfrm>
            <a:off x="3736664" y="4758190"/>
            <a:ext cx="1134175" cy="578882"/>
          </a:xfrm>
          <a:prstGeom prst="roundRect">
            <a:avLst/>
          </a:prstGeom>
          <a:solidFill>
            <a:srgbClr val="4472C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</a:t>
            </a:r>
            <a:endParaRPr lang="zh-CN" altLang="en-US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0605E3D-C4B3-AF6A-E441-27E056CADB7B}"/>
              </a:ext>
            </a:extLst>
          </p:cNvPr>
          <p:cNvSpPr txBox="1"/>
          <p:nvPr/>
        </p:nvSpPr>
        <p:spPr>
          <a:xfrm>
            <a:off x="3807432" y="4372012"/>
            <a:ext cx="9867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D8598003-3C82-B163-029B-FBA18302E3F5}"/>
              </a:ext>
            </a:extLst>
          </p:cNvPr>
          <p:cNvCxnSpPr>
            <a:cxnSpLocks/>
          </p:cNvCxnSpPr>
          <p:nvPr/>
        </p:nvCxnSpPr>
        <p:spPr>
          <a:xfrm>
            <a:off x="5094901" y="4936154"/>
            <a:ext cx="604668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34439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960A4410-F851-02E3-A3B1-789F7F4BF742}"/>
              </a:ext>
            </a:extLst>
          </p:cNvPr>
          <p:cNvSpPr/>
          <p:nvPr/>
        </p:nvSpPr>
        <p:spPr>
          <a:xfrm>
            <a:off x="2863649" y="3150973"/>
            <a:ext cx="1792215" cy="2397212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089B5B9-B320-D023-AA30-C602BAD8C7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8932" y="2062550"/>
            <a:ext cx="4361432" cy="4114413"/>
          </a:xfrm>
          <a:prstGeom prst="rect">
            <a:avLst/>
          </a:prstGeom>
        </p:spPr>
      </p:pic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C3CFCA7-6A20-E1EB-8D85-760C3BE258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520" y="568960"/>
            <a:ext cx="11084560" cy="5608003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  <a:buFont typeface="Wingdings" panose="05000000000000000000" pitchFamily="2" charset="2"/>
              <a:buChar char="p"/>
            </a:pP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Adapter</a:t>
            </a:r>
          </a:p>
          <a:p>
            <a:pPr lvl="1">
              <a:spcBef>
                <a:spcPts val="1200"/>
              </a:spcBef>
              <a:buFont typeface="Wingdings" panose="05000000000000000000" pitchFamily="2" charset="2"/>
              <a:buChar char="n"/>
            </a:pP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The technique where small, trainable modules are inserted into a pre-trained model</a:t>
            </a:r>
          </a:p>
        </p:txBody>
      </p:sp>
      <p:sp>
        <p:nvSpPr>
          <p:cNvPr id="7" name="流程图: 手动操作 6">
            <a:extLst>
              <a:ext uri="{FF2B5EF4-FFF2-40B4-BE49-F238E27FC236}">
                <a16:creationId xmlns:a16="http://schemas.microsoft.com/office/drawing/2014/main" id="{CA966321-B27B-6151-6E25-0F3EC829351C}"/>
              </a:ext>
            </a:extLst>
          </p:cNvPr>
          <p:cNvSpPr/>
          <p:nvPr/>
        </p:nvSpPr>
        <p:spPr>
          <a:xfrm rot="16200000">
            <a:off x="2680364" y="3489506"/>
            <a:ext cx="2181476" cy="1679944"/>
          </a:xfrm>
          <a:prstGeom prst="flowChartManualOperation">
            <a:avLst/>
          </a:prstGeom>
          <a:solidFill>
            <a:srgbClr val="4472C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6CBD50A-6113-6E84-64FC-525ABDBA4E3F}"/>
              </a:ext>
            </a:extLst>
          </p:cNvPr>
          <p:cNvSpPr txBox="1"/>
          <p:nvPr/>
        </p:nvSpPr>
        <p:spPr>
          <a:xfrm>
            <a:off x="2931130" y="4067868"/>
            <a:ext cx="16799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Backbone</a:t>
            </a:r>
            <a:endParaRPr lang="zh-CN" altLang="en-US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15F4AC8-ADB9-4305-E001-F16921FBD113}"/>
              </a:ext>
            </a:extLst>
          </p:cNvPr>
          <p:cNvSpPr/>
          <p:nvPr/>
        </p:nvSpPr>
        <p:spPr>
          <a:xfrm>
            <a:off x="5359283" y="4067867"/>
            <a:ext cx="1456660" cy="523221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725DBC3-00FD-1963-37E4-430F2159358C}"/>
              </a:ext>
            </a:extLst>
          </p:cNvPr>
          <p:cNvSpPr txBox="1"/>
          <p:nvPr/>
        </p:nvSpPr>
        <p:spPr>
          <a:xfrm>
            <a:off x="5247641" y="4067868"/>
            <a:ext cx="16799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Head</a:t>
            </a:r>
            <a:endParaRPr lang="zh-CN" altLang="en-US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4D860012-172F-8945-DA50-9C514E6CC488}"/>
              </a:ext>
            </a:extLst>
          </p:cNvPr>
          <p:cNvCxnSpPr>
            <a:cxnSpLocks/>
          </p:cNvCxnSpPr>
          <p:nvPr/>
        </p:nvCxnSpPr>
        <p:spPr>
          <a:xfrm>
            <a:off x="4706771" y="4329478"/>
            <a:ext cx="604668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B89F9755-401E-C6BC-28BD-8B3469D617E3}"/>
              </a:ext>
            </a:extLst>
          </p:cNvPr>
          <p:cNvCxnSpPr>
            <a:cxnSpLocks/>
          </p:cNvCxnSpPr>
          <p:nvPr/>
        </p:nvCxnSpPr>
        <p:spPr>
          <a:xfrm>
            <a:off x="2062808" y="3856997"/>
            <a:ext cx="604668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图片 19">
            <a:extLst>
              <a:ext uri="{FF2B5EF4-FFF2-40B4-BE49-F238E27FC236}">
                <a16:creationId xmlns:a16="http://schemas.microsoft.com/office/drawing/2014/main" id="{7734D472-48E6-3587-4F6F-AE4AFAE510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078" y="3279533"/>
            <a:ext cx="1095072" cy="1080122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77463460-3F04-34B4-BCE9-FF36CCB0101D}"/>
              </a:ext>
            </a:extLst>
          </p:cNvPr>
          <p:cNvSpPr txBox="1"/>
          <p:nvPr/>
        </p:nvSpPr>
        <p:spPr>
          <a:xfrm>
            <a:off x="672186" y="4745833"/>
            <a:ext cx="1134175" cy="578882"/>
          </a:xfrm>
          <a:prstGeom prst="roundRect">
            <a:avLst/>
          </a:prstGeom>
          <a:solidFill>
            <a:srgbClr val="4472C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</a:t>
            </a:r>
            <a:endParaRPr lang="zh-CN" altLang="en-US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0605E3D-C4B3-AF6A-E441-27E056CADB7B}"/>
              </a:ext>
            </a:extLst>
          </p:cNvPr>
          <p:cNvSpPr txBox="1"/>
          <p:nvPr/>
        </p:nvSpPr>
        <p:spPr>
          <a:xfrm>
            <a:off x="742954" y="4359655"/>
            <a:ext cx="9867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D8598003-3C82-B163-029B-FBA18302E3F5}"/>
              </a:ext>
            </a:extLst>
          </p:cNvPr>
          <p:cNvCxnSpPr>
            <a:cxnSpLocks/>
          </p:cNvCxnSpPr>
          <p:nvPr/>
        </p:nvCxnSpPr>
        <p:spPr>
          <a:xfrm>
            <a:off x="2030423" y="4923797"/>
            <a:ext cx="604668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9633A760-8311-7601-1278-DD1938006437}"/>
              </a:ext>
            </a:extLst>
          </p:cNvPr>
          <p:cNvSpPr txBox="1"/>
          <p:nvPr/>
        </p:nvSpPr>
        <p:spPr>
          <a:xfrm>
            <a:off x="618547" y="6294149"/>
            <a:ext cx="116666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Chen S, Ge C, Tong Z, et al. </a:t>
            </a:r>
            <a:r>
              <a:rPr lang="en-US" altLang="zh-CN" sz="16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Adaptformer</a:t>
            </a:r>
            <a:r>
              <a:rPr lang="en-US" altLang="zh-CN" sz="1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: Adapting vision transformers for scalable visual recognition. NIPS, 2022.</a:t>
            </a:r>
            <a:endParaRPr lang="zh-CN" altLang="en-US" sz="16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23133BA-9B06-2CF1-EC15-40154A43B13A}"/>
              </a:ext>
            </a:extLst>
          </p:cNvPr>
          <p:cNvSpPr txBox="1"/>
          <p:nvPr/>
        </p:nvSpPr>
        <p:spPr>
          <a:xfrm>
            <a:off x="3300051" y="5162601"/>
            <a:ext cx="16799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Adapter</a:t>
            </a:r>
            <a:endParaRPr lang="zh-CN" alt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17582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30249874-4139-F78D-3118-305A04DD04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520" y="568960"/>
            <a:ext cx="11084560" cy="5608003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  <a:buFont typeface="Wingdings" panose="05000000000000000000" pitchFamily="2" charset="2"/>
              <a:buChar char="p"/>
            </a:pP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视觉基础模型的迁移方法</a:t>
            </a:r>
            <a:endParaRPr lang="en-US" altLang="zh-CN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5" name="图示 4">
            <a:extLst>
              <a:ext uri="{FF2B5EF4-FFF2-40B4-BE49-F238E27FC236}">
                <a16:creationId xmlns:a16="http://schemas.microsoft.com/office/drawing/2014/main" id="{F3FFE17C-5450-2392-05F5-2EEBB4DC10C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07942917"/>
              </p:ext>
            </p:extLst>
          </p:nvPr>
        </p:nvGraphicFramePr>
        <p:xfrm>
          <a:off x="731520" y="116670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20C78F22-C574-AF6B-0ADB-BAACEB47C7D8}"/>
              </a:ext>
            </a:extLst>
          </p:cNvPr>
          <p:cNvSpPr/>
          <p:nvPr/>
        </p:nvSpPr>
        <p:spPr>
          <a:xfrm>
            <a:off x="5010744" y="4078017"/>
            <a:ext cx="3848776" cy="2170066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3535375-E1F7-3F0A-4C4A-7D34A4518604}"/>
              </a:ext>
            </a:extLst>
          </p:cNvPr>
          <p:cNvSpPr txBox="1"/>
          <p:nvPr/>
        </p:nvSpPr>
        <p:spPr>
          <a:xfrm>
            <a:off x="8991600" y="4531360"/>
            <a:ext cx="27228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）不改变原模型，迁移到下游任务</a:t>
            </a:r>
            <a:endParaRPr lang="en-US" altLang="zh-CN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）更少的参数量</a:t>
            </a:r>
            <a:endParaRPr lang="en-US" altLang="zh-CN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few/zero-shot</a:t>
            </a:r>
            <a:r>
              <a:rPr lang="zh-CN" altLang="en-US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能力</a:t>
            </a:r>
          </a:p>
        </p:txBody>
      </p:sp>
    </p:spTree>
    <p:extLst>
      <p:ext uri="{BB962C8B-B14F-4D97-AF65-F5344CB8AC3E}">
        <p14:creationId xmlns:p14="http://schemas.microsoft.com/office/powerpoint/2010/main" val="32187503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C3CFCA7-6A20-E1EB-8D85-760C3BE258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520" y="568960"/>
            <a:ext cx="11084560" cy="5608003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  <a:buFont typeface="Wingdings" panose="05000000000000000000" pitchFamily="2" charset="2"/>
              <a:buChar char="p"/>
            </a:pP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提示（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Prompt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1200"/>
              </a:spcBef>
              <a:buFont typeface="Wingdings" panose="05000000000000000000" pitchFamily="2" charset="2"/>
              <a:buChar char="n"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定义：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Additional information or hints provided to a model to guide its behavior or help it perform a specific task</a:t>
            </a:r>
          </a:p>
          <a:p>
            <a:pPr lvl="1">
              <a:spcBef>
                <a:spcPts val="1200"/>
              </a:spcBef>
              <a:buFont typeface="Wingdings" panose="05000000000000000000" pitchFamily="2" charset="2"/>
              <a:buChar char="n"/>
            </a:pP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NLP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中的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Prompt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296A6424-600A-A292-8AE4-0E2B92B73C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0093" y="3351696"/>
            <a:ext cx="7974419" cy="30142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BCC44626-87EE-161A-FFC4-27120F7F09CD}"/>
              </a:ext>
            </a:extLst>
          </p:cNvPr>
          <p:cNvSpPr txBox="1"/>
          <p:nvPr/>
        </p:nvSpPr>
        <p:spPr>
          <a:xfrm>
            <a:off x="974497" y="6461968"/>
            <a:ext cx="10207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Prompt</a:t>
            </a:r>
            <a:r>
              <a:rPr lang="zh-CN" altLang="en-US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engineer</a:t>
            </a:r>
            <a:r>
              <a:rPr lang="zh-CN" altLang="en-US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教程：</a:t>
            </a:r>
            <a:r>
              <a:rPr lang="en-US" altLang="zh-CN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https://www.promptingguide.ai/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4B8DAFC1-29C7-B33B-E9D7-ACCBE133A5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2209" y="2034992"/>
            <a:ext cx="9456191" cy="3699866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CDFB5895-B0D6-F8A6-56DA-A840D5D31F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05585" y="2300288"/>
            <a:ext cx="10391775" cy="3876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3431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C3CFCA7-6A20-E1EB-8D85-760C3BE258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520" y="568960"/>
            <a:ext cx="11084560" cy="5608003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  <a:buFont typeface="Wingdings" panose="05000000000000000000" pitchFamily="2" charset="2"/>
              <a:buChar char="p"/>
            </a:pP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视觉提示 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(Visual Prompt)</a:t>
            </a:r>
          </a:p>
          <a:p>
            <a:pPr lvl="1">
              <a:spcBef>
                <a:spcPts val="1200"/>
              </a:spcBef>
              <a:buFont typeface="Wingdings" panose="05000000000000000000" pitchFamily="2" charset="2"/>
              <a:buChar char="n"/>
            </a:pP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Additional information or hints provided to a model to guide its behavior or help it perform a specific task</a:t>
            </a:r>
          </a:p>
        </p:txBody>
      </p:sp>
      <p:sp>
        <p:nvSpPr>
          <p:cNvPr id="7" name="流程图: 手动操作 6">
            <a:extLst>
              <a:ext uri="{FF2B5EF4-FFF2-40B4-BE49-F238E27FC236}">
                <a16:creationId xmlns:a16="http://schemas.microsoft.com/office/drawing/2014/main" id="{CA966321-B27B-6151-6E25-0F3EC829351C}"/>
              </a:ext>
            </a:extLst>
          </p:cNvPr>
          <p:cNvSpPr/>
          <p:nvPr/>
        </p:nvSpPr>
        <p:spPr>
          <a:xfrm rot="16200000">
            <a:off x="5744842" y="3501863"/>
            <a:ext cx="2181476" cy="1679944"/>
          </a:xfrm>
          <a:prstGeom prst="flowChartManualOperat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6CBD50A-6113-6E84-64FC-525ABDBA4E3F}"/>
              </a:ext>
            </a:extLst>
          </p:cNvPr>
          <p:cNvSpPr txBox="1"/>
          <p:nvPr/>
        </p:nvSpPr>
        <p:spPr>
          <a:xfrm>
            <a:off x="5995608" y="4080225"/>
            <a:ext cx="16799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Backbone</a:t>
            </a:r>
            <a:endParaRPr lang="zh-CN" altLang="en-US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15F4AC8-ADB9-4305-E001-F16921FBD113}"/>
              </a:ext>
            </a:extLst>
          </p:cNvPr>
          <p:cNvSpPr/>
          <p:nvPr/>
        </p:nvSpPr>
        <p:spPr>
          <a:xfrm>
            <a:off x="8423761" y="4080224"/>
            <a:ext cx="1456660" cy="523221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725DBC3-00FD-1963-37E4-430F2159358C}"/>
              </a:ext>
            </a:extLst>
          </p:cNvPr>
          <p:cNvSpPr txBox="1"/>
          <p:nvPr/>
        </p:nvSpPr>
        <p:spPr>
          <a:xfrm>
            <a:off x="8312119" y="4080225"/>
            <a:ext cx="16799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Head</a:t>
            </a:r>
            <a:endParaRPr lang="zh-CN" altLang="en-US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4D860012-172F-8945-DA50-9C514E6CC488}"/>
              </a:ext>
            </a:extLst>
          </p:cNvPr>
          <p:cNvCxnSpPr>
            <a:cxnSpLocks/>
          </p:cNvCxnSpPr>
          <p:nvPr/>
        </p:nvCxnSpPr>
        <p:spPr>
          <a:xfrm>
            <a:off x="7771249" y="4341835"/>
            <a:ext cx="604668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B89F9755-401E-C6BC-28BD-8B3469D617E3}"/>
              </a:ext>
            </a:extLst>
          </p:cNvPr>
          <p:cNvCxnSpPr>
            <a:cxnSpLocks/>
          </p:cNvCxnSpPr>
          <p:nvPr/>
        </p:nvCxnSpPr>
        <p:spPr>
          <a:xfrm>
            <a:off x="5127286" y="3869354"/>
            <a:ext cx="604668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5DFBCF0B-DBAE-DF32-95A3-151258999DC6}"/>
              </a:ext>
            </a:extLst>
          </p:cNvPr>
          <p:cNvCxnSpPr>
            <a:cxnSpLocks/>
          </p:cNvCxnSpPr>
          <p:nvPr/>
        </p:nvCxnSpPr>
        <p:spPr>
          <a:xfrm>
            <a:off x="5127286" y="4813212"/>
            <a:ext cx="604668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图片 19">
            <a:extLst>
              <a:ext uri="{FF2B5EF4-FFF2-40B4-BE49-F238E27FC236}">
                <a16:creationId xmlns:a16="http://schemas.microsoft.com/office/drawing/2014/main" id="{7734D472-48E6-3587-4F6F-AE4AFAE510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781" y="3264885"/>
            <a:ext cx="1095072" cy="1080122"/>
          </a:xfrm>
          <a:prstGeom prst="rect">
            <a:avLst/>
          </a:prstGeom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F829FD1E-4DFF-CB7B-8C6A-C9BDE988C63D}"/>
              </a:ext>
            </a:extLst>
          </p:cNvPr>
          <p:cNvSpPr txBox="1"/>
          <p:nvPr/>
        </p:nvSpPr>
        <p:spPr>
          <a:xfrm>
            <a:off x="2286781" y="4603445"/>
            <a:ext cx="2691612" cy="578882"/>
          </a:xfrm>
          <a:prstGeom prst="roundRect">
            <a:avLst/>
          </a:prstGeom>
          <a:solidFill>
            <a:srgbClr val="C55A1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 Prompt</a:t>
            </a:r>
            <a:endParaRPr lang="zh-CN" altLang="en-US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7463460-3F04-34B4-BCE9-FF36CCB0101D}"/>
              </a:ext>
            </a:extLst>
          </p:cNvPr>
          <p:cNvSpPr txBox="1"/>
          <p:nvPr/>
        </p:nvSpPr>
        <p:spPr>
          <a:xfrm>
            <a:off x="3861284" y="3501342"/>
            <a:ext cx="1134175" cy="578882"/>
          </a:xfrm>
          <a:prstGeom prst="roundRect">
            <a:avLst/>
          </a:prstGeom>
          <a:solidFill>
            <a:srgbClr val="4472C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</a:t>
            </a:r>
            <a:endParaRPr lang="zh-CN" altLang="en-US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0605E3D-C4B3-AF6A-E441-27E056CADB7B}"/>
              </a:ext>
            </a:extLst>
          </p:cNvPr>
          <p:cNvSpPr txBox="1"/>
          <p:nvPr/>
        </p:nvSpPr>
        <p:spPr>
          <a:xfrm>
            <a:off x="3138494" y="3606117"/>
            <a:ext cx="9867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14560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C3CFCA7-6A20-E1EB-8D85-760C3BE258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520" y="568960"/>
            <a:ext cx="11084560" cy="5608003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  <a:buFont typeface="Wingdings" panose="05000000000000000000" pitchFamily="2" charset="2"/>
              <a:buChar char="p"/>
            </a:pP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视觉提示 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(Visual Prompt)</a:t>
            </a:r>
          </a:p>
          <a:p>
            <a:pPr lvl="1">
              <a:spcBef>
                <a:spcPts val="1200"/>
              </a:spcBef>
              <a:buFont typeface="Wingdings" panose="05000000000000000000" pitchFamily="2" charset="2"/>
              <a:buChar char="n"/>
            </a:pP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1DD20C29-9067-5D5E-03C0-10E8382AF32F}"/>
              </a:ext>
            </a:extLst>
          </p:cNvPr>
          <p:cNvGrpSpPr/>
          <p:nvPr/>
        </p:nvGrpSpPr>
        <p:grpSpPr>
          <a:xfrm>
            <a:off x="1341742" y="1394207"/>
            <a:ext cx="4754258" cy="1684273"/>
            <a:chOff x="242689" y="0"/>
            <a:chExt cx="3639343" cy="2183606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C098F962-1026-4979-7EC5-9441D2EFB006}"/>
                </a:ext>
              </a:extLst>
            </p:cNvPr>
            <p:cNvSpPr/>
            <p:nvPr/>
          </p:nvSpPr>
          <p:spPr>
            <a:xfrm>
              <a:off x="242689" y="0"/>
              <a:ext cx="3639343" cy="2183606"/>
            </a:xfrm>
            <a:prstGeom prst="rect">
              <a:avLst/>
            </a:prstGeom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21FB3CA8-99AA-9955-05B3-A0152002455A}"/>
                </a:ext>
              </a:extLst>
            </p:cNvPr>
            <p:cNvSpPr txBox="1"/>
            <p:nvPr/>
          </p:nvSpPr>
          <p:spPr>
            <a:xfrm>
              <a:off x="242689" y="0"/>
              <a:ext cx="3639343" cy="218360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43840" tIns="243840" rIns="243840" bIns="243840" numCol="1" spcCol="1270" anchor="ctr" anchorCtr="0">
              <a:noAutofit/>
            </a:bodyPr>
            <a:lstStyle/>
            <a:p>
              <a:pPr marL="0" lvl="0" indent="0" algn="ctr" defTabSz="2844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zh-CN" altLang="en-US" sz="5400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基于标注的</a:t>
              </a:r>
              <a:r>
                <a:rPr lang="en-US" altLang="zh-CN" sz="5400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Prompt</a:t>
              </a: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1ECD1A23-DBBD-4AE0-CEC4-B1E7E0888E4C}"/>
              </a:ext>
            </a:extLst>
          </p:cNvPr>
          <p:cNvGrpSpPr/>
          <p:nvPr/>
        </p:nvGrpSpPr>
        <p:grpSpPr>
          <a:xfrm>
            <a:off x="6640300" y="1394207"/>
            <a:ext cx="4754258" cy="1684273"/>
            <a:chOff x="242689" y="0"/>
            <a:chExt cx="3639343" cy="2183606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4982365F-1E25-CB1F-57E6-4E72B930EB55}"/>
                </a:ext>
              </a:extLst>
            </p:cNvPr>
            <p:cNvSpPr/>
            <p:nvPr/>
          </p:nvSpPr>
          <p:spPr>
            <a:xfrm>
              <a:off x="242689" y="0"/>
              <a:ext cx="3639343" cy="2183606"/>
            </a:xfrm>
            <a:prstGeom prst="rect">
              <a:avLst/>
            </a:prstGeom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A543B4CF-E51F-8232-E2C8-315E4C68C742}"/>
                </a:ext>
              </a:extLst>
            </p:cNvPr>
            <p:cNvSpPr txBox="1"/>
            <p:nvPr/>
          </p:nvSpPr>
          <p:spPr>
            <a:xfrm>
              <a:off x="242689" y="0"/>
              <a:ext cx="3639343" cy="218360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43840" tIns="243840" rIns="243840" bIns="243840" numCol="1" spcCol="1270" anchor="ctr" anchorCtr="0">
              <a:noAutofit/>
            </a:bodyPr>
            <a:lstStyle/>
            <a:p>
              <a:pPr marL="0" lvl="0" indent="0" algn="ctr" defTabSz="2844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zh-CN" altLang="en-US" sz="5400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基于学习的</a:t>
              </a:r>
              <a:r>
                <a:rPr lang="en-US" altLang="zh-CN" sz="5400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Prompt</a:t>
              </a:r>
            </a:p>
          </p:txBody>
        </p:sp>
      </p:grpSp>
      <p:pic>
        <p:nvPicPr>
          <p:cNvPr id="14" name="图片 13">
            <a:extLst>
              <a:ext uri="{FF2B5EF4-FFF2-40B4-BE49-F238E27FC236}">
                <a16:creationId xmlns:a16="http://schemas.microsoft.com/office/drawing/2014/main" id="{26929D88-1450-2382-5968-FA56FE15B2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160" y="3155026"/>
            <a:ext cx="4754258" cy="3201397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E45C15C0-5A5F-1F1D-A934-A9FEEA038C54}"/>
              </a:ext>
            </a:extLst>
          </p:cNvPr>
          <p:cNvSpPr txBox="1"/>
          <p:nvPr/>
        </p:nvSpPr>
        <p:spPr>
          <a:xfrm>
            <a:off x="223130" y="6294149"/>
            <a:ext cx="116666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6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Shtedritski</a:t>
            </a:r>
            <a:r>
              <a:rPr lang="en-US" altLang="zh-CN" sz="1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A, </a:t>
            </a:r>
            <a:r>
              <a:rPr lang="en-US" altLang="zh-CN" sz="16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Rupprecht</a:t>
            </a:r>
            <a:r>
              <a:rPr lang="en-US" altLang="zh-CN" sz="1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C, </a:t>
            </a:r>
            <a:r>
              <a:rPr lang="en-US" altLang="zh-CN" sz="16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Vedaldi</a:t>
            </a:r>
            <a:r>
              <a:rPr lang="en-US" altLang="zh-CN" sz="1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A. What does clip know about a red circle? visual prompt engineering for </a:t>
            </a:r>
            <a:r>
              <a:rPr lang="en-US" altLang="zh-CN" sz="16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vlms</a:t>
            </a:r>
            <a:r>
              <a:rPr lang="en-US" altLang="zh-CN" sz="1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[J]. </a:t>
            </a:r>
            <a:r>
              <a:rPr lang="en-US" altLang="zh-CN" sz="16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arXiv</a:t>
            </a:r>
            <a:r>
              <a:rPr lang="en-US" altLang="zh-CN" sz="1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preprint arXiv:2304.06712, 2023.</a:t>
            </a:r>
            <a:endParaRPr lang="zh-CN" altLang="en-US" sz="1600" dirty="0"/>
          </a:p>
        </p:txBody>
      </p:sp>
      <p:sp>
        <p:nvSpPr>
          <p:cNvPr id="16" name="流程图: 手动操作 15">
            <a:extLst>
              <a:ext uri="{FF2B5EF4-FFF2-40B4-BE49-F238E27FC236}">
                <a16:creationId xmlns:a16="http://schemas.microsoft.com/office/drawing/2014/main" id="{AEDA0326-68F1-FAA9-F073-DE56F37A36B2}"/>
              </a:ext>
            </a:extLst>
          </p:cNvPr>
          <p:cNvSpPr/>
          <p:nvPr/>
        </p:nvSpPr>
        <p:spPr>
          <a:xfrm rot="16200000">
            <a:off x="8016521" y="3913328"/>
            <a:ext cx="2181476" cy="1679944"/>
          </a:xfrm>
          <a:prstGeom prst="flowChartManualOperat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5F57C6D-1F97-D680-5F07-1F6EFE793386}"/>
              </a:ext>
            </a:extLst>
          </p:cNvPr>
          <p:cNvSpPr txBox="1"/>
          <p:nvPr/>
        </p:nvSpPr>
        <p:spPr>
          <a:xfrm>
            <a:off x="8267287" y="4491690"/>
            <a:ext cx="16799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Backbone</a:t>
            </a:r>
            <a:endParaRPr lang="zh-CN" altLang="en-US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58EC21D-E8FF-4104-BEDC-DB328BEB6F60}"/>
              </a:ext>
            </a:extLst>
          </p:cNvPr>
          <p:cNvSpPr/>
          <p:nvPr/>
        </p:nvSpPr>
        <p:spPr>
          <a:xfrm>
            <a:off x="10695440" y="4491689"/>
            <a:ext cx="1456660" cy="5232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01F27E11-11C1-A64C-6A1F-2F3445B748AF}"/>
              </a:ext>
            </a:extLst>
          </p:cNvPr>
          <p:cNvSpPr txBox="1"/>
          <p:nvPr/>
        </p:nvSpPr>
        <p:spPr>
          <a:xfrm>
            <a:off x="10583798" y="4491690"/>
            <a:ext cx="16799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Head</a:t>
            </a:r>
            <a:endParaRPr lang="zh-CN" altLang="en-US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B442E5E6-69C4-88EC-79E6-0AD5B9977B00}"/>
              </a:ext>
            </a:extLst>
          </p:cNvPr>
          <p:cNvCxnSpPr>
            <a:cxnSpLocks/>
          </p:cNvCxnSpPr>
          <p:nvPr/>
        </p:nvCxnSpPr>
        <p:spPr>
          <a:xfrm>
            <a:off x="10042928" y="4753300"/>
            <a:ext cx="604668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230B1937-2062-B9B4-A393-EF26CCB63FF3}"/>
              </a:ext>
            </a:extLst>
          </p:cNvPr>
          <p:cNvCxnSpPr>
            <a:cxnSpLocks/>
          </p:cNvCxnSpPr>
          <p:nvPr/>
        </p:nvCxnSpPr>
        <p:spPr>
          <a:xfrm>
            <a:off x="7398965" y="4280819"/>
            <a:ext cx="604668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B8FA3DD9-1087-8F79-882D-9ADF277F1F0F}"/>
              </a:ext>
            </a:extLst>
          </p:cNvPr>
          <p:cNvCxnSpPr>
            <a:cxnSpLocks/>
          </p:cNvCxnSpPr>
          <p:nvPr/>
        </p:nvCxnSpPr>
        <p:spPr>
          <a:xfrm>
            <a:off x="7398965" y="5438037"/>
            <a:ext cx="604668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图片 22">
            <a:extLst>
              <a:ext uri="{FF2B5EF4-FFF2-40B4-BE49-F238E27FC236}">
                <a16:creationId xmlns:a16="http://schemas.microsoft.com/office/drawing/2014/main" id="{1D363EE1-6EB8-3090-F44D-1A82CB3E28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8666" y="3817658"/>
            <a:ext cx="1095072" cy="1080122"/>
          </a:xfrm>
          <a:prstGeom prst="rect">
            <a:avLst/>
          </a:prstGeom>
        </p:spPr>
      </p:pic>
      <p:sp>
        <p:nvSpPr>
          <p:cNvPr id="24" name="文本框 23">
            <a:extLst>
              <a:ext uri="{FF2B5EF4-FFF2-40B4-BE49-F238E27FC236}">
                <a16:creationId xmlns:a16="http://schemas.microsoft.com/office/drawing/2014/main" id="{7B8D2BE4-2B2F-0374-826D-A5B46AC2F088}"/>
              </a:ext>
            </a:extLst>
          </p:cNvPr>
          <p:cNvSpPr txBox="1"/>
          <p:nvPr/>
        </p:nvSpPr>
        <p:spPr>
          <a:xfrm>
            <a:off x="6051020" y="5131869"/>
            <a:ext cx="1211017" cy="578882"/>
          </a:xfrm>
          <a:prstGeom prst="round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Circle</a:t>
            </a:r>
            <a:endParaRPr lang="zh-CN" altLang="en-US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BC2EB9E2-51A2-8D1D-6F59-A9346B542450}"/>
              </a:ext>
            </a:extLst>
          </p:cNvPr>
          <p:cNvSpPr/>
          <p:nvPr/>
        </p:nvSpPr>
        <p:spPr>
          <a:xfrm>
            <a:off x="1342364" y="1394207"/>
            <a:ext cx="4754258" cy="1684273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28AF9F7-E4F7-BC44-9B1F-B3F33E7FB6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4703" y="-48783"/>
            <a:ext cx="1867397" cy="1442989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AC42DDE0-1AD3-1FE0-7005-57E46DDE297F}"/>
              </a:ext>
            </a:extLst>
          </p:cNvPr>
          <p:cNvSpPr txBox="1"/>
          <p:nvPr/>
        </p:nvSpPr>
        <p:spPr>
          <a:xfrm>
            <a:off x="9693262" y="504392"/>
            <a:ext cx="1002178" cy="3664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SAM</a:t>
            </a:r>
            <a:endParaRPr lang="zh-CN" altLang="en-US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000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 animBg="1"/>
      <p:bldP spid="17" grpId="0"/>
      <p:bldP spid="18" grpId="0" animBg="1"/>
      <p:bldP spid="19" grpId="0"/>
      <p:bldP spid="24" grpId="0" animBg="1"/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C3CFCA7-6A20-E1EB-8D85-760C3BE258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520" y="568960"/>
            <a:ext cx="11084560" cy="5608003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  <a:buFont typeface="Wingdings" panose="05000000000000000000" pitchFamily="2" charset="2"/>
              <a:buChar char="p"/>
            </a:pP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视觉提示 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(Visual Prompt)</a:t>
            </a:r>
          </a:p>
          <a:p>
            <a:pPr lvl="1">
              <a:spcBef>
                <a:spcPts val="1200"/>
              </a:spcBef>
              <a:buFont typeface="Wingdings" panose="05000000000000000000" pitchFamily="2" charset="2"/>
              <a:buChar char="n"/>
            </a:pP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1DD20C29-9067-5D5E-03C0-10E8382AF32F}"/>
              </a:ext>
            </a:extLst>
          </p:cNvPr>
          <p:cNvGrpSpPr/>
          <p:nvPr/>
        </p:nvGrpSpPr>
        <p:grpSpPr>
          <a:xfrm>
            <a:off x="1341742" y="1394207"/>
            <a:ext cx="4754258" cy="1684273"/>
            <a:chOff x="242689" y="0"/>
            <a:chExt cx="3639343" cy="2183606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C098F962-1026-4979-7EC5-9441D2EFB006}"/>
                </a:ext>
              </a:extLst>
            </p:cNvPr>
            <p:cNvSpPr/>
            <p:nvPr/>
          </p:nvSpPr>
          <p:spPr>
            <a:xfrm>
              <a:off x="242689" y="0"/>
              <a:ext cx="3639343" cy="2183606"/>
            </a:xfrm>
            <a:prstGeom prst="rect">
              <a:avLst/>
            </a:prstGeom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21FB3CA8-99AA-9955-05B3-A0152002455A}"/>
                </a:ext>
              </a:extLst>
            </p:cNvPr>
            <p:cNvSpPr txBox="1"/>
            <p:nvPr/>
          </p:nvSpPr>
          <p:spPr>
            <a:xfrm>
              <a:off x="242689" y="0"/>
              <a:ext cx="3639343" cy="218360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43840" tIns="243840" rIns="243840" bIns="243840" numCol="1" spcCol="1270" anchor="ctr" anchorCtr="0">
              <a:noAutofit/>
            </a:bodyPr>
            <a:lstStyle/>
            <a:p>
              <a:pPr marL="0" lvl="0" indent="0" algn="ctr" defTabSz="2844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zh-CN" altLang="en-US" sz="5400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基于标注的</a:t>
              </a:r>
              <a:r>
                <a:rPr lang="en-US" altLang="zh-CN" sz="5400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Prompt</a:t>
              </a: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1ECD1A23-DBBD-4AE0-CEC4-B1E7E0888E4C}"/>
              </a:ext>
            </a:extLst>
          </p:cNvPr>
          <p:cNvGrpSpPr/>
          <p:nvPr/>
        </p:nvGrpSpPr>
        <p:grpSpPr>
          <a:xfrm>
            <a:off x="6640300" y="1394207"/>
            <a:ext cx="4754258" cy="1684273"/>
            <a:chOff x="242689" y="0"/>
            <a:chExt cx="3639343" cy="2183606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4982365F-1E25-CB1F-57E6-4E72B930EB55}"/>
                </a:ext>
              </a:extLst>
            </p:cNvPr>
            <p:cNvSpPr/>
            <p:nvPr/>
          </p:nvSpPr>
          <p:spPr>
            <a:xfrm>
              <a:off x="242689" y="0"/>
              <a:ext cx="3639343" cy="2183606"/>
            </a:xfrm>
            <a:prstGeom prst="rect">
              <a:avLst/>
            </a:prstGeom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A543B4CF-E51F-8232-E2C8-315E4C68C742}"/>
                </a:ext>
              </a:extLst>
            </p:cNvPr>
            <p:cNvSpPr txBox="1"/>
            <p:nvPr/>
          </p:nvSpPr>
          <p:spPr>
            <a:xfrm>
              <a:off x="242689" y="0"/>
              <a:ext cx="3639343" cy="218360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43840" tIns="243840" rIns="243840" bIns="243840" numCol="1" spcCol="1270" anchor="ctr" anchorCtr="0">
              <a:noAutofit/>
            </a:bodyPr>
            <a:lstStyle/>
            <a:p>
              <a:pPr marL="0" lvl="0" indent="0" algn="ctr" defTabSz="2844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zh-CN" altLang="en-US" sz="5400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基于学习的</a:t>
              </a:r>
              <a:r>
                <a:rPr lang="en-US" altLang="zh-CN" sz="5400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Prompt</a:t>
              </a:r>
            </a:p>
          </p:txBody>
        </p:sp>
      </p:grpSp>
      <p:sp>
        <p:nvSpPr>
          <p:cNvPr id="12" name="矩形 11">
            <a:extLst>
              <a:ext uri="{FF2B5EF4-FFF2-40B4-BE49-F238E27FC236}">
                <a16:creationId xmlns:a16="http://schemas.microsoft.com/office/drawing/2014/main" id="{2A5FE7A6-0552-9676-C294-CED3526DBF06}"/>
              </a:ext>
            </a:extLst>
          </p:cNvPr>
          <p:cNvSpPr/>
          <p:nvPr/>
        </p:nvSpPr>
        <p:spPr>
          <a:xfrm>
            <a:off x="1341742" y="1394207"/>
            <a:ext cx="4754258" cy="1684273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45C15C0-5A5F-1F1D-A934-A9FEEA038C54}"/>
              </a:ext>
            </a:extLst>
          </p:cNvPr>
          <p:cNvSpPr txBox="1"/>
          <p:nvPr/>
        </p:nvSpPr>
        <p:spPr>
          <a:xfrm>
            <a:off x="223130" y="6294149"/>
            <a:ext cx="116666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Bar A, </a:t>
            </a:r>
            <a:r>
              <a:rPr lang="en-US" altLang="zh-CN" sz="16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Gandelsman</a:t>
            </a:r>
            <a:r>
              <a:rPr lang="en-US" altLang="zh-CN" sz="1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Y, Darrell T, et al. Visual prompting via image inpainting[J]. Advances in Neural Information Processing Systems, 2022, 35: 25005-25017.</a:t>
            </a:r>
            <a:endParaRPr lang="zh-CN" altLang="en-US" sz="1600" dirty="0"/>
          </a:p>
        </p:txBody>
      </p:sp>
      <p:sp>
        <p:nvSpPr>
          <p:cNvPr id="16" name="流程图: 手动操作 15">
            <a:extLst>
              <a:ext uri="{FF2B5EF4-FFF2-40B4-BE49-F238E27FC236}">
                <a16:creationId xmlns:a16="http://schemas.microsoft.com/office/drawing/2014/main" id="{AEDA0326-68F1-FAA9-F073-DE56F37A36B2}"/>
              </a:ext>
            </a:extLst>
          </p:cNvPr>
          <p:cNvSpPr/>
          <p:nvPr/>
        </p:nvSpPr>
        <p:spPr>
          <a:xfrm rot="16200000">
            <a:off x="8301120" y="4024969"/>
            <a:ext cx="2181476" cy="1456661"/>
          </a:xfrm>
          <a:prstGeom prst="flowChartManualOperat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5F57C6D-1F97-D680-5F07-1F6EFE793386}"/>
              </a:ext>
            </a:extLst>
          </p:cNvPr>
          <p:cNvSpPr txBox="1"/>
          <p:nvPr/>
        </p:nvSpPr>
        <p:spPr>
          <a:xfrm>
            <a:off x="8663527" y="4491690"/>
            <a:ext cx="14566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Backbone</a:t>
            </a:r>
            <a:endParaRPr lang="zh-CN" alt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58EC21D-E8FF-4104-BEDC-DB328BEB6F60}"/>
              </a:ext>
            </a:extLst>
          </p:cNvPr>
          <p:cNvSpPr/>
          <p:nvPr/>
        </p:nvSpPr>
        <p:spPr>
          <a:xfrm>
            <a:off x="10614160" y="4491689"/>
            <a:ext cx="1456660" cy="5232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01F27E11-11C1-A64C-6A1F-2F3445B748AF}"/>
              </a:ext>
            </a:extLst>
          </p:cNvPr>
          <p:cNvSpPr txBox="1"/>
          <p:nvPr/>
        </p:nvSpPr>
        <p:spPr>
          <a:xfrm>
            <a:off x="10502518" y="4491690"/>
            <a:ext cx="16799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Head</a:t>
            </a:r>
            <a:endParaRPr lang="zh-CN" altLang="en-US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B442E5E6-69C4-88EC-79E6-0AD5B9977B00}"/>
              </a:ext>
            </a:extLst>
          </p:cNvPr>
          <p:cNvCxnSpPr>
            <a:cxnSpLocks/>
          </p:cNvCxnSpPr>
          <p:nvPr/>
        </p:nvCxnSpPr>
        <p:spPr>
          <a:xfrm>
            <a:off x="10225808" y="4753300"/>
            <a:ext cx="330432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230B1937-2062-B9B4-A393-EF26CCB63FF3}"/>
              </a:ext>
            </a:extLst>
          </p:cNvPr>
          <p:cNvCxnSpPr>
            <a:cxnSpLocks/>
          </p:cNvCxnSpPr>
          <p:nvPr/>
        </p:nvCxnSpPr>
        <p:spPr>
          <a:xfrm>
            <a:off x="8249920" y="4280819"/>
            <a:ext cx="342993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B8FA3DD9-1087-8F79-882D-9ADF277F1F0F}"/>
              </a:ext>
            </a:extLst>
          </p:cNvPr>
          <p:cNvCxnSpPr>
            <a:cxnSpLocks/>
          </p:cNvCxnSpPr>
          <p:nvPr/>
        </p:nvCxnSpPr>
        <p:spPr>
          <a:xfrm>
            <a:off x="8249920" y="5326277"/>
            <a:ext cx="342993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图片 22">
            <a:extLst>
              <a:ext uri="{FF2B5EF4-FFF2-40B4-BE49-F238E27FC236}">
                <a16:creationId xmlns:a16="http://schemas.microsoft.com/office/drawing/2014/main" id="{1D363EE1-6EB8-3090-F44D-1A82CB3E28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3546" y="3817658"/>
            <a:ext cx="1095072" cy="1080122"/>
          </a:xfrm>
          <a:prstGeom prst="rect">
            <a:avLst/>
          </a:prstGeom>
        </p:spPr>
      </p:pic>
      <p:sp>
        <p:nvSpPr>
          <p:cNvPr id="24" name="文本框 23">
            <a:extLst>
              <a:ext uri="{FF2B5EF4-FFF2-40B4-BE49-F238E27FC236}">
                <a16:creationId xmlns:a16="http://schemas.microsoft.com/office/drawing/2014/main" id="{7B8D2BE4-2B2F-0374-826D-A5B46AC2F088}"/>
              </a:ext>
            </a:extLst>
          </p:cNvPr>
          <p:cNvSpPr txBox="1"/>
          <p:nvPr/>
        </p:nvSpPr>
        <p:spPr>
          <a:xfrm>
            <a:off x="6950031" y="5131869"/>
            <a:ext cx="1256886" cy="408623"/>
          </a:xfrm>
          <a:prstGeom prst="round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AB720DF-3572-F738-9B3C-A828F1AE75B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6756" r="1199"/>
          <a:stretch/>
        </p:blipFill>
        <p:spPr>
          <a:xfrm>
            <a:off x="52785" y="3786068"/>
            <a:ext cx="6755243" cy="1715274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C95EAAA8-E91E-FFE0-FFA0-A267EFA2B0A4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7703" r="46838" b="45316"/>
          <a:stretch/>
        </p:blipFill>
        <p:spPr>
          <a:xfrm>
            <a:off x="7472516" y="79390"/>
            <a:ext cx="4548911" cy="1238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906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/>
      <p:bldP spid="18" grpId="0" animBg="1"/>
      <p:bldP spid="19" grpId="0"/>
      <p:bldP spid="2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C3CFCA7-6A20-E1EB-8D85-760C3BE258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520" y="568960"/>
            <a:ext cx="11084560" cy="5608003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  <a:buFont typeface="Wingdings" panose="05000000000000000000" pitchFamily="2" charset="2"/>
              <a:buChar char="p"/>
            </a:pP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视觉提示 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(Visual Prompt)</a:t>
            </a:r>
          </a:p>
          <a:p>
            <a:pPr lvl="1">
              <a:spcBef>
                <a:spcPts val="1200"/>
              </a:spcBef>
              <a:buFont typeface="Wingdings" panose="05000000000000000000" pitchFamily="2" charset="2"/>
              <a:buChar char="n"/>
            </a:pP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1DD20C29-9067-5D5E-03C0-10E8382AF32F}"/>
              </a:ext>
            </a:extLst>
          </p:cNvPr>
          <p:cNvGrpSpPr/>
          <p:nvPr/>
        </p:nvGrpSpPr>
        <p:grpSpPr>
          <a:xfrm>
            <a:off x="1341742" y="1394207"/>
            <a:ext cx="4754258" cy="1684273"/>
            <a:chOff x="242689" y="0"/>
            <a:chExt cx="3639343" cy="2183606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C098F962-1026-4979-7EC5-9441D2EFB006}"/>
                </a:ext>
              </a:extLst>
            </p:cNvPr>
            <p:cNvSpPr/>
            <p:nvPr/>
          </p:nvSpPr>
          <p:spPr>
            <a:xfrm>
              <a:off x="242689" y="0"/>
              <a:ext cx="3639343" cy="2183606"/>
            </a:xfrm>
            <a:prstGeom prst="rect">
              <a:avLst/>
            </a:prstGeom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21FB3CA8-99AA-9955-05B3-A0152002455A}"/>
                </a:ext>
              </a:extLst>
            </p:cNvPr>
            <p:cNvSpPr txBox="1"/>
            <p:nvPr/>
          </p:nvSpPr>
          <p:spPr>
            <a:xfrm>
              <a:off x="242689" y="0"/>
              <a:ext cx="3639343" cy="218360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43840" tIns="243840" rIns="243840" bIns="243840" numCol="1" spcCol="1270" anchor="ctr" anchorCtr="0">
              <a:noAutofit/>
            </a:bodyPr>
            <a:lstStyle/>
            <a:p>
              <a:pPr marL="0" lvl="0" indent="0" algn="ctr" defTabSz="2844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zh-CN" altLang="en-US" sz="5400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基于标注的</a:t>
              </a:r>
              <a:r>
                <a:rPr lang="en-US" altLang="zh-CN" sz="5400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Prompt</a:t>
              </a: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1ECD1A23-DBBD-4AE0-CEC4-B1E7E0888E4C}"/>
              </a:ext>
            </a:extLst>
          </p:cNvPr>
          <p:cNvGrpSpPr/>
          <p:nvPr/>
        </p:nvGrpSpPr>
        <p:grpSpPr>
          <a:xfrm>
            <a:off x="6640300" y="1394207"/>
            <a:ext cx="4754258" cy="1684273"/>
            <a:chOff x="242689" y="0"/>
            <a:chExt cx="3639343" cy="2183606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4982365F-1E25-CB1F-57E6-4E72B930EB55}"/>
                </a:ext>
              </a:extLst>
            </p:cNvPr>
            <p:cNvSpPr/>
            <p:nvPr/>
          </p:nvSpPr>
          <p:spPr>
            <a:xfrm>
              <a:off x="242689" y="0"/>
              <a:ext cx="3639343" cy="2183606"/>
            </a:xfrm>
            <a:prstGeom prst="rect">
              <a:avLst/>
            </a:prstGeom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A543B4CF-E51F-8232-E2C8-315E4C68C742}"/>
                </a:ext>
              </a:extLst>
            </p:cNvPr>
            <p:cNvSpPr txBox="1"/>
            <p:nvPr/>
          </p:nvSpPr>
          <p:spPr>
            <a:xfrm>
              <a:off x="242689" y="0"/>
              <a:ext cx="3639343" cy="218360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43840" tIns="243840" rIns="243840" bIns="243840" numCol="1" spcCol="1270" anchor="ctr" anchorCtr="0">
              <a:noAutofit/>
            </a:bodyPr>
            <a:lstStyle/>
            <a:p>
              <a:pPr marL="0" lvl="0" indent="0" algn="ctr" defTabSz="2844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zh-CN" altLang="en-US" sz="5400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基于学习的</a:t>
              </a:r>
              <a:r>
                <a:rPr lang="en-US" altLang="zh-CN" sz="5400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Prompt</a:t>
              </a:r>
            </a:p>
          </p:txBody>
        </p:sp>
      </p:grpSp>
      <p:sp>
        <p:nvSpPr>
          <p:cNvPr id="12" name="矩形 11">
            <a:extLst>
              <a:ext uri="{FF2B5EF4-FFF2-40B4-BE49-F238E27FC236}">
                <a16:creationId xmlns:a16="http://schemas.microsoft.com/office/drawing/2014/main" id="{2A5FE7A6-0552-9676-C294-CED3526DBF06}"/>
              </a:ext>
            </a:extLst>
          </p:cNvPr>
          <p:cNvSpPr/>
          <p:nvPr/>
        </p:nvSpPr>
        <p:spPr>
          <a:xfrm>
            <a:off x="6640300" y="1394207"/>
            <a:ext cx="4754258" cy="1684273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45C15C0-5A5F-1F1D-A934-A9FEEA038C54}"/>
              </a:ext>
            </a:extLst>
          </p:cNvPr>
          <p:cNvSpPr txBox="1"/>
          <p:nvPr/>
        </p:nvSpPr>
        <p:spPr>
          <a:xfrm>
            <a:off x="223130" y="6487189"/>
            <a:ext cx="116666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Jia M, Tang L, Chen B C, et al. Visual prompt tuning[C]//European Conference on Computer Vision. 2022: 709-727.</a:t>
            </a:r>
            <a:endParaRPr lang="zh-CN" altLang="en-US" sz="1600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13A3A52A-D240-E34B-D7FF-686AA8F53C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5698" y="3195666"/>
            <a:ext cx="5046345" cy="3251147"/>
          </a:xfrm>
          <a:prstGeom prst="rect">
            <a:avLst/>
          </a:prstGeom>
        </p:spPr>
      </p:pic>
      <p:sp>
        <p:nvSpPr>
          <p:cNvPr id="13" name="流程图: 手动操作 12">
            <a:extLst>
              <a:ext uri="{FF2B5EF4-FFF2-40B4-BE49-F238E27FC236}">
                <a16:creationId xmlns:a16="http://schemas.microsoft.com/office/drawing/2014/main" id="{E7A98FC0-DBD1-69E6-8349-DBA571497401}"/>
              </a:ext>
            </a:extLst>
          </p:cNvPr>
          <p:cNvSpPr/>
          <p:nvPr/>
        </p:nvSpPr>
        <p:spPr>
          <a:xfrm rot="16200000">
            <a:off x="8301120" y="4024969"/>
            <a:ext cx="2181476" cy="1456661"/>
          </a:xfrm>
          <a:prstGeom prst="flowChartManualOperat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440E210-8746-08BB-A9DD-420BDDE9A5EA}"/>
              </a:ext>
            </a:extLst>
          </p:cNvPr>
          <p:cNvSpPr txBox="1"/>
          <p:nvPr/>
        </p:nvSpPr>
        <p:spPr>
          <a:xfrm>
            <a:off x="8663527" y="4491690"/>
            <a:ext cx="14566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Backbone</a:t>
            </a:r>
            <a:endParaRPr lang="zh-CN" alt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78DFCBA-820F-0CBA-D059-9F808C83B9A4}"/>
              </a:ext>
            </a:extLst>
          </p:cNvPr>
          <p:cNvSpPr/>
          <p:nvPr/>
        </p:nvSpPr>
        <p:spPr>
          <a:xfrm>
            <a:off x="10614160" y="4491689"/>
            <a:ext cx="1456660" cy="5232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FB777686-F36D-223F-90F5-0039FF4FB701}"/>
              </a:ext>
            </a:extLst>
          </p:cNvPr>
          <p:cNvCxnSpPr>
            <a:cxnSpLocks/>
          </p:cNvCxnSpPr>
          <p:nvPr/>
        </p:nvCxnSpPr>
        <p:spPr>
          <a:xfrm>
            <a:off x="10225808" y="4753300"/>
            <a:ext cx="330432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59B75F52-374C-FC45-0D71-B22727CD756A}"/>
              </a:ext>
            </a:extLst>
          </p:cNvPr>
          <p:cNvCxnSpPr>
            <a:cxnSpLocks/>
          </p:cNvCxnSpPr>
          <p:nvPr/>
        </p:nvCxnSpPr>
        <p:spPr>
          <a:xfrm>
            <a:off x="8249920" y="4280819"/>
            <a:ext cx="342993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7F0BE81F-9514-093B-31E8-4607E027A252}"/>
              </a:ext>
            </a:extLst>
          </p:cNvPr>
          <p:cNvCxnSpPr>
            <a:cxnSpLocks/>
          </p:cNvCxnSpPr>
          <p:nvPr/>
        </p:nvCxnSpPr>
        <p:spPr>
          <a:xfrm>
            <a:off x="8249920" y="5488837"/>
            <a:ext cx="342993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图片 28">
            <a:extLst>
              <a:ext uri="{FF2B5EF4-FFF2-40B4-BE49-F238E27FC236}">
                <a16:creationId xmlns:a16="http://schemas.microsoft.com/office/drawing/2014/main" id="{B574BEF9-4AA1-0FEC-3B9F-8D013B5F2A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3546" y="3817658"/>
            <a:ext cx="1095072" cy="1080122"/>
          </a:xfrm>
          <a:prstGeom prst="rect">
            <a:avLst/>
          </a:prstGeom>
        </p:spPr>
      </p:pic>
      <p:sp>
        <p:nvSpPr>
          <p:cNvPr id="30" name="文本框 29">
            <a:extLst>
              <a:ext uri="{FF2B5EF4-FFF2-40B4-BE49-F238E27FC236}">
                <a16:creationId xmlns:a16="http://schemas.microsoft.com/office/drawing/2014/main" id="{B533341B-8D62-7052-20CC-6C8481F8A5BB}"/>
              </a:ext>
            </a:extLst>
          </p:cNvPr>
          <p:cNvSpPr txBox="1"/>
          <p:nvPr/>
        </p:nvSpPr>
        <p:spPr>
          <a:xfrm>
            <a:off x="6950031" y="5131869"/>
            <a:ext cx="1256886" cy="715089"/>
          </a:xfrm>
          <a:prstGeom prst="round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Learnable</a:t>
            </a:r>
          </a:p>
          <a:p>
            <a:pPr algn="ctr"/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Vector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9C7BCEE8-A473-B3B8-7C81-E5C9AF782A3C}"/>
              </a:ext>
            </a:extLst>
          </p:cNvPr>
          <p:cNvSpPr txBox="1"/>
          <p:nvPr/>
        </p:nvSpPr>
        <p:spPr>
          <a:xfrm>
            <a:off x="10502518" y="4491690"/>
            <a:ext cx="16799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Head</a:t>
            </a:r>
            <a:endParaRPr lang="zh-CN" altLang="en-US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1110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C3CFCA7-6A20-E1EB-8D85-760C3BE258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520" y="568960"/>
            <a:ext cx="11084560" cy="5608003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  <a:buFont typeface="Wingdings" panose="05000000000000000000" pitchFamily="2" charset="2"/>
              <a:buChar char="p"/>
            </a:pP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视觉提示 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(Visual Prompt)</a:t>
            </a:r>
          </a:p>
          <a:p>
            <a:pPr lvl="1">
              <a:spcBef>
                <a:spcPts val="1200"/>
              </a:spcBef>
              <a:buFont typeface="Wingdings" panose="05000000000000000000" pitchFamily="2" charset="2"/>
              <a:buChar char="n"/>
            </a:pP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1DD20C29-9067-5D5E-03C0-10E8382AF32F}"/>
              </a:ext>
            </a:extLst>
          </p:cNvPr>
          <p:cNvGrpSpPr/>
          <p:nvPr/>
        </p:nvGrpSpPr>
        <p:grpSpPr>
          <a:xfrm>
            <a:off x="1341742" y="1394207"/>
            <a:ext cx="4754258" cy="1684273"/>
            <a:chOff x="242689" y="0"/>
            <a:chExt cx="3639343" cy="2183606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C098F962-1026-4979-7EC5-9441D2EFB006}"/>
                </a:ext>
              </a:extLst>
            </p:cNvPr>
            <p:cNvSpPr/>
            <p:nvPr/>
          </p:nvSpPr>
          <p:spPr>
            <a:xfrm>
              <a:off x="242689" y="0"/>
              <a:ext cx="3639343" cy="2183606"/>
            </a:xfrm>
            <a:prstGeom prst="rect">
              <a:avLst/>
            </a:prstGeom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21FB3CA8-99AA-9955-05B3-A0152002455A}"/>
                </a:ext>
              </a:extLst>
            </p:cNvPr>
            <p:cNvSpPr txBox="1"/>
            <p:nvPr/>
          </p:nvSpPr>
          <p:spPr>
            <a:xfrm>
              <a:off x="242689" y="0"/>
              <a:ext cx="3639343" cy="218360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43840" tIns="243840" rIns="243840" bIns="243840" numCol="1" spcCol="1270" anchor="ctr" anchorCtr="0">
              <a:noAutofit/>
            </a:bodyPr>
            <a:lstStyle/>
            <a:p>
              <a:pPr marL="0" lvl="0" indent="0" algn="ctr" defTabSz="2844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zh-CN" altLang="en-US" sz="5400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基于标注的</a:t>
              </a:r>
              <a:r>
                <a:rPr lang="en-US" altLang="zh-CN" sz="5400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Prompt</a:t>
              </a: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1ECD1A23-DBBD-4AE0-CEC4-B1E7E0888E4C}"/>
              </a:ext>
            </a:extLst>
          </p:cNvPr>
          <p:cNvGrpSpPr/>
          <p:nvPr/>
        </p:nvGrpSpPr>
        <p:grpSpPr>
          <a:xfrm>
            <a:off x="6640300" y="1394207"/>
            <a:ext cx="4754258" cy="1684273"/>
            <a:chOff x="242689" y="0"/>
            <a:chExt cx="3639343" cy="2183606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4982365F-1E25-CB1F-57E6-4E72B930EB55}"/>
                </a:ext>
              </a:extLst>
            </p:cNvPr>
            <p:cNvSpPr/>
            <p:nvPr/>
          </p:nvSpPr>
          <p:spPr>
            <a:xfrm>
              <a:off x="242689" y="0"/>
              <a:ext cx="3639343" cy="2183606"/>
            </a:xfrm>
            <a:prstGeom prst="rect">
              <a:avLst/>
            </a:prstGeom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A543B4CF-E51F-8232-E2C8-315E4C68C742}"/>
                </a:ext>
              </a:extLst>
            </p:cNvPr>
            <p:cNvSpPr txBox="1"/>
            <p:nvPr/>
          </p:nvSpPr>
          <p:spPr>
            <a:xfrm>
              <a:off x="242689" y="0"/>
              <a:ext cx="3639343" cy="218360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43840" tIns="243840" rIns="243840" bIns="243840" numCol="1" spcCol="1270" anchor="ctr" anchorCtr="0">
              <a:noAutofit/>
            </a:bodyPr>
            <a:lstStyle/>
            <a:p>
              <a:pPr marL="0" lvl="0" indent="0" algn="ctr" defTabSz="2844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zh-CN" altLang="en-US" sz="5400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基于学习的</a:t>
              </a:r>
              <a:r>
                <a:rPr lang="en-US" altLang="zh-CN" sz="5400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Prompt</a:t>
              </a:r>
            </a:p>
          </p:txBody>
        </p:sp>
      </p:grpSp>
      <p:sp>
        <p:nvSpPr>
          <p:cNvPr id="12" name="矩形 11">
            <a:extLst>
              <a:ext uri="{FF2B5EF4-FFF2-40B4-BE49-F238E27FC236}">
                <a16:creationId xmlns:a16="http://schemas.microsoft.com/office/drawing/2014/main" id="{2A5FE7A6-0552-9676-C294-CED3526DBF06}"/>
              </a:ext>
            </a:extLst>
          </p:cNvPr>
          <p:cNvSpPr/>
          <p:nvPr/>
        </p:nvSpPr>
        <p:spPr>
          <a:xfrm>
            <a:off x="6640300" y="1394207"/>
            <a:ext cx="4754258" cy="1684273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45C15C0-5A5F-1F1D-A934-A9FEEA038C54}"/>
              </a:ext>
            </a:extLst>
          </p:cNvPr>
          <p:cNvSpPr txBox="1"/>
          <p:nvPr/>
        </p:nvSpPr>
        <p:spPr>
          <a:xfrm>
            <a:off x="223130" y="6487189"/>
            <a:ext cx="116666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Jia M, Tang L, Chen B C, et al. Visual prompt tuning[C]//European Conference on Computer Vision. 2022: 709-727.</a:t>
            </a:r>
            <a:endParaRPr lang="zh-CN" altLang="en-US" sz="16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9214BA7-7A4C-36FB-E1D0-99FD4CE6DB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211" y="3255516"/>
            <a:ext cx="8323749" cy="3187606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A3A8B6B3-2C29-BEA6-3605-C013CA68409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66955"/>
          <a:stretch/>
        </p:blipFill>
        <p:spPr>
          <a:xfrm>
            <a:off x="9204960" y="4418648"/>
            <a:ext cx="2829585" cy="275272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C9F126E7-8807-510F-FA40-A8B210F408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69399" y="4661338"/>
            <a:ext cx="2880519" cy="613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7761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30249874-4139-F78D-3118-305A04DD04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520" y="568960"/>
            <a:ext cx="11084560" cy="5608003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  <a:buFont typeface="Wingdings" panose="05000000000000000000" pitchFamily="2" charset="2"/>
              <a:buChar char="p"/>
            </a:pP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总结</a:t>
            </a:r>
            <a:endParaRPr lang="en-US" altLang="zh-CN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5" name="图示 4">
            <a:extLst>
              <a:ext uri="{FF2B5EF4-FFF2-40B4-BE49-F238E27FC236}">
                <a16:creationId xmlns:a16="http://schemas.microsoft.com/office/drawing/2014/main" id="{F3FFE17C-5450-2392-05F5-2EEBB4DC10C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00922987"/>
              </p:ext>
            </p:extLst>
          </p:nvPr>
        </p:nvGraphicFramePr>
        <p:xfrm>
          <a:off x="956962" y="1216133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3" name="图片 2">
            <a:extLst>
              <a:ext uri="{FF2B5EF4-FFF2-40B4-BE49-F238E27FC236}">
                <a16:creationId xmlns:a16="http://schemas.microsoft.com/office/drawing/2014/main" id="{7423C2BD-7081-3C5B-4478-E29BD8EBCA7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8545" y="4101028"/>
            <a:ext cx="2075935" cy="2075935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F7B4FF20-3E23-7B19-6E15-FD8B1FDCC112}"/>
              </a:ext>
            </a:extLst>
          </p:cNvPr>
          <p:cNvSpPr txBox="1"/>
          <p:nvPr/>
        </p:nvSpPr>
        <p:spPr>
          <a:xfrm>
            <a:off x="9770076" y="6104374"/>
            <a:ext cx="2722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THU</a:t>
            </a:r>
            <a:r>
              <a:rPr lang="zh-CN" altLang="en-US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智能魔术师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66A7673-1A5B-1C6A-998E-404E36432B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9573" y="1415123"/>
            <a:ext cx="2013877" cy="20138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481A2645-43F2-84AC-B672-F3A01426C19B}"/>
              </a:ext>
            </a:extLst>
          </p:cNvPr>
          <p:cNvSpPr txBox="1"/>
          <p:nvPr/>
        </p:nvSpPr>
        <p:spPr>
          <a:xfrm>
            <a:off x="10276706" y="3372961"/>
            <a:ext cx="2722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手写</a:t>
            </a:r>
            <a:r>
              <a:rPr lang="en-US" altLang="zh-CN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endParaRPr lang="zh-CN" altLang="en-US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215400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2013</TotalTime>
  <Words>506</Words>
  <Application>Microsoft Office PowerPoint</Application>
  <PresentationFormat>宽屏</PresentationFormat>
  <Paragraphs>101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1" baseType="lpstr">
      <vt:lpstr>等线</vt:lpstr>
      <vt:lpstr>等线 Light</vt:lpstr>
      <vt:lpstr>微软雅黑</vt:lpstr>
      <vt:lpstr>Arial</vt:lpstr>
      <vt:lpstr>Times New Roman</vt:lpstr>
      <vt:lpstr>Wingdings</vt:lpstr>
      <vt:lpstr>Office 主题​​</vt:lpstr>
      <vt:lpstr>下游任务迁移与视觉提示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视觉提示在迁移中的应用</dc:title>
  <dc:creator>卢嘉轩</dc:creator>
  <cp:lastModifiedBy>lu jiaxuan</cp:lastModifiedBy>
  <cp:revision>3</cp:revision>
  <dcterms:created xsi:type="dcterms:W3CDTF">2023-09-28T14:36:03Z</dcterms:created>
  <dcterms:modified xsi:type="dcterms:W3CDTF">2023-12-13T12:57:33Z</dcterms:modified>
</cp:coreProperties>
</file>