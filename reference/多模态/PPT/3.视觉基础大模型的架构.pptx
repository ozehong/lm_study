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6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7.xml" ContentType="application/inkml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83" r:id="rId3"/>
    <p:sldId id="284" r:id="rId4"/>
    <p:sldId id="285" r:id="rId5"/>
    <p:sldId id="286" r:id="rId6"/>
    <p:sldId id="287" r:id="rId7"/>
    <p:sldId id="290" r:id="rId8"/>
    <p:sldId id="291" r:id="rId9"/>
    <p:sldId id="293" r:id="rId10"/>
    <p:sldId id="294" r:id="rId11"/>
    <p:sldId id="295" r:id="rId12"/>
    <p:sldId id="297" r:id="rId13"/>
    <p:sldId id="298" r:id="rId14"/>
    <p:sldId id="299" r:id="rId15"/>
    <p:sldId id="30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8" autoAdjust="0"/>
    <p:restoredTop sz="77569" autoAdjust="0"/>
  </p:normalViewPr>
  <p:slideViewPr>
    <p:cSldViewPr snapToGrid="0">
      <p:cViewPr varScale="1">
        <p:scale>
          <a:sx n="66" d="100"/>
          <a:sy n="66" d="100"/>
        </p:scale>
        <p:origin x="141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 jiaxuan" userId="9247156b4823de1e" providerId="LiveId" clId="{C2437B7E-5AE2-4D8F-BBD8-B1E16559C8EC}"/>
    <pc:docChg chg="undo custSel addSld delSld modSld sldOrd">
      <pc:chgData name="lu jiaxuan" userId="9247156b4823de1e" providerId="LiveId" clId="{C2437B7E-5AE2-4D8F-BBD8-B1E16559C8EC}" dt="2023-11-03T11:10:09.726" v="5361" actId="47"/>
      <pc:docMkLst>
        <pc:docMk/>
      </pc:docMkLst>
      <pc:sldChg chg="del">
        <pc:chgData name="lu jiaxuan" userId="9247156b4823de1e" providerId="LiveId" clId="{C2437B7E-5AE2-4D8F-BBD8-B1E16559C8EC}" dt="2023-11-03T11:10:09.726" v="5361" actId="47"/>
        <pc:sldMkLst>
          <pc:docMk/>
          <pc:sldMk cId="692853014" sldId="268"/>
        </pc:sldMkLst>
      </pc:sldChg>
      <pc:sldChg chg="del">
        <pc:chgData name="lu jiaxuan" userId="9247156b4823de1e" providerId="LiveId" clId="{C2437B7E-5AE2-4D8F-BBD8-B1E16559C8EC}" dt="2023-11-03T11:10:09.726" v="5361" actId="47"/>
        <pc:sldMkLst>
          <pc:docMk/>
          <pc:sldMk cId="2064312132" sldId="269"/>
        </pc:sldMkLst>
      </pc:sldChg>
      <pc:sldChg chg="del">
        <pc:chgData name="lu jiaxuan" userId="9247156b4823de1e" providerId="LiveId" clId="{C2437B7E-5AE2-4D8F-BBD8-B1E16559C8EC}" dt="2023-11-03T11:10:09.726" v="5361" actId="47"/>
        <pc:sldMkLst>
          <pc:docMk/>
          <pc:sldMk cId="950094049" sldId="270"/>
        </pc:sldMkLst>
      </pc:sldChg>
      <pc:sldChg chg="del">
        <pc:chgData name="lu jiaxuan" userId="9247156b4823de1e" providerId="LiveId" clId="{C2437B7E-5AE2-4D8F-BBD8-B1E16559C8EC}" dt="2023-11-03T11:10:09.726" v="5361" actId="47"/>
        <pc:sldMkLst>
          <pc:docMk/>
          <pc:sldMk cId="2568645930" sldId="271"/>
        </pc:sldMkLst>
      </pc:sldChg>
      <pc:sldChg chg="del">
        <pc:chgData name="lu jiaxuan" userId="9247156b4823de1e" providerId="LiveId" clId="{C2437B7E-5AE2-4D8F-BBD8-B1E16559C8EC}" dt="2023-11-03T11:10:09.726" v="5361" actId="47"/>
        <pc:sldMkLst>
          <pc:docMk/>
          <pc:sldMk cId="109564614" sldId="272"/>
        </pc:sldMkLst>
      </pc:sldChg>
      <pc:sldChg chg="del">
        <pc:chgData name="lu jiaxuan" userId="9247156b4823de1e" providerId="LiveId" clId="{C2437B7E-5AE2-4D8F-BBD8-B1E16559C8EC}" dt="2023-11-03T11:10:09.726" v="5361" actId="47"/>
        <pc:sldMkLst>
          <pc:docMk/>
          <pc:sldMk cId="953596469" sldId="273"/>
        </pc:sldMkLst>
      </pc:sldChg>
      <pc:sldChg chg="del">
        <pc:chgData name="lu jiaxuan" userId="9247156b4823de1e" providerId="LiveId" clId="{C2437B7E-5AE2-4D8F-BBD8-B1E16559C8EC}" dt="2023-11-03T11:10:09.726" v="5361" actId="47"/>
        <pc:sldMkLst>
          <pc:docMk/>
          <pc:sldMk cId="27839594" sldId="274"/>
        </pc:sldMkLst>
      </pc:sldChg>
      <pc:sldChg chg="del">
        <pc:chgData name="lu jiaxuan" userId="9247156b4823de1e" providerId="LiveId" clId="{C2437B7E-5AE2-4D8F-BBD8-B1E16559C8EC}" dt="2023-11-03T11:10:09.726" v="5361" actId="47"/>
        <pc:sldMkLst>
          <pc:docMk/>
          <pc:sldMk cId="1770757115" sldId="275"/>
        </pc:sldMkLst>
      </pc:sldChg>
      <pc:sldChg chg="del">
        <pc:chgData name="lu jiaxuan" userId="9247156b4823de1e" providerId="LiveId" clId="{C2437B7E-5AE2-4D8F-BBD8-B1E16559C8EC}" dt="2023-11-03T11:10:09.726" v="5361" actId="47"/>
        <pc:sldMkLst>
          <pc:docMk/>
          <pc:sldMk cId="1518733625" sldId="278"/>
        </pc:sldMkLst>
      </pc:sldChg>
      <pc:sldChg chg="del">
        <pc:chgData name="lu jiaxuan" userId="9247156b4823de1e" providerId="LiveId" clId="{C2437B7E-5AE2-4D8F-BBD8-B1E16559C8EC}" dt="2023-11-03T11:10:09.726" v="5361" actId="47"/>
        <pc:sldMkLst>
          <pc:docMk/>
          <pc:sldMk cId="1687089531" sldId="279"/>
        </pc:sldMkLst>
      </pc:sldChg>
      <pc:sldChg chg="del">
        <pc:chgData name="lu jiaxuan" userId="9247156b4823de1e" providerId="LiveId" clId="{C2437B7E-5AE2-4D8F-BBD8-B1E16559C8EC}" dt="2023-11-03T11:10:09.726" v="5361" actId="47"/>
        <pc:sldMkLst>
          <pc:docMk/>
          <pc:sldMk cId="2712612632" sldId="280"/>
        </pc:sldMkLst>
      </pc:sldChg>
      <pc:sldChg chg="del">
        <pc:chgData name="lu jiaxuan" userId="9247156b4823de1e" providerId="LiveId" clId="{C2437B7E-5AE2-4D8F-BBD8-B1E16559C8EC}" dt="2023-11-03T11:10:09.726" v="5361" actId="47"/>
        <pc:sldMkLst>
          <pc:docMk/>
          <pc:sldMk cId="3736089869" sldId="281"/>
        </pc:sldMkLst>
      </pc:sldChg>
      <pc:sldChg chg="modAnim">
        <pc:chgData name="lu jiaxuan" userId="9247156b4823de1e" providerId="LiveId" clId="{C2437B7E-5AE2-4D8F-BBD8-B1E16559C8EC}" dt="2023-11-02T07:25:39.136" v="799"/>
        <pc:sldMkLst>
          <pc:docMk/>
          <pc:sldMk cId="700930452" sldId="283"/>
        </pc:sldMkLst>
      </pc:sldChg>
      <pc:sldChg chg="modNotesTx">
        <pc:chgData name="lu jiaxuan" userId="9247156b4823de1e" providerId="LiveId" clId="{C2437B7E-5AE2-4D8F-BBD8-B1E16559C8EC}" dt="2023-11-02T04:34:47.871" v="782" actId="20577"/>
        <pc:sldMkLst>
          <pc:docMk/>
          <pc:sldMk cId="2823670448" sldId="286"/>
        </pc:sldMkLst>
      </pc:sldChg>
      <pc:sldChg chg="addSp delSp modSp mod modAnim modNotesTx">
        <pc:chgData name="lu jiaxuan" userId="9247156b4823de1e" providerId="LiveId" clId="{C2437B7E-5AE2-4D8F-BBD8-B1E16559C8EC}" dt="2023-11-02T03:58:29.916" v="747" actId="20577"/>
        <pc:sldMkLst>
          <pc:docMk/>
          <pc:sldMk cId="2433745601" sldId="287"/>
        </pc:sldMkLst>
        <pc:spChg chg="add mod">
          <ac:chgData name="lu jiaxuan" userId="9247156b4823de1e" providerId="LiveId" clId="{C2437B7E-5AE2-4D8F-BBD8-B1E16559C8EC}" dt="2023-11-02T03:49:55.977" v="520" actId="1076"/>
          <ac:spMkLst>
            <pc:docMk/>
            <pc:sldMk cId="2433745601" sldId="287"/>
            <ac:spMk id="8" creationId="{21029CCB-4FB0-1416-8121-57ED92E36B5D}"/>
          </ac:spMkLst>
        </pc:spChg>
        <pc:spChg chg="add mod">
          <ac:chgData name="lu jiaxuan" userId="9247156b4823de1e" providerId="LiveId" clId="{C2437B7E-5AE2-4D8F-BBD8-B1E16559C8EC}" dt="2023-11-02T03:49:55.977" v="520" actId="1076"/>
          <ac:spMkLst>
            <pc:docMk/>
            <pc:sldMk cId="2433745601" sldId="287"/>
            <ac:spMk id="13" creationId="{D5463021-70B8-B8D0-8598-3CD63B82500C}"/>
          </ac:spMkLst>
        </pc:spChg>
        <pc:picChg chg="add del mod">
          <ac:chgData name="lu jiaxuan" userId="9247156b4823de1e" providerId="LiveId" clId="{C2437B7E-5AE2-4D8F-BBD8-B1E16559C8EC}" dt="2023-11-02T03:49:22.381" v="514" actId="478"/>
          <ac:picMkLst>
            <pc:docMk/>
            <pc:sldMk cId="2433745601" sldId="287"/>
            <ac:picMk id="16" creationId="{0B6C8EE6-D81F-C2FB-8100-AD8D1B3777CE}"/>
          </ac:picMkLst>
        </pc:picChg>
        <pc:picChg chg="add mod">
          <ac:chgData name="lu jiaxuan" userId="9247156b4823de1e" providerId="LiveId" clId="{C2437B7E-5AE2-4D8F-BBD8-B1E16559C8EC}" dt="2023-11-02T03:50:16.260" v="521" actId="14100"/>
          <ac:picMkLst>
            <pc:docMk/>
            <pc:sldMk cId="2433745601" sldId="287"/>
            <ac:picMk id="18" creationId="{0E0AF9DC-4E9A-4DF4-E8D2-4895476F4B0F}"/>
          </ac:picMkLst>
        </pc:picChg>
        <pc:cxnChg chg="add mod">
          <ac:chgData name="lu jiaxuan" userId="9247156b4823de1e" providerId="LiveId" clId="{C2437B7E-5AE2-4D8F-BBD8-B1E16559C8EC}" dt="2023-11-02T03:49:55.977" v="520" actId="1076"/>
          <ac:cxnSpMkLst>
            <pc:docMk/>
            <pc:sldMk cId="2433745601" sldId="287"/>
            <ac:cxnSpMk id="11" creationId="{4BECE7D0-2C9F-6733-3EDF-8FBD2A9E0D60}"/>
          </ac:cxnSpMkLst>
        </pc:cxnChg>
      </pc:sldChg>
      <pc:sldChg chg="addSp delSp modSp add mod modAnim modNotesTx">
        <pc:chgData name="lu jiaxuan" userId="9247156b4823de1e" providerId="LiveId" clId="{C2437B7E-5AE2-4D8F-BBD8-B1E16559C8EC}" dt="2023-11-03T08:54:50.571" v="4718"/>
        <pc:sldMkLst>
          <pc:docMk/>
          <pc:sldMk cId="3618943228" sldId="288"/>
        </pc:sldMkLst>
        <pc:spChg chg="del">
          <ac:chgData name="lu jiaxuan" userId="9247156b4823de1e" providerId="LiveId" clId="{C2437B7E-5AE2-4D8F-BBD8-B1E16559C8EC}" dt="2023-11-02T03:58:57.705" v="780" actId="478"/>
          <ac:spMkLst>
            <pc:docMk/>
            <pc:sldMk cId="3618943228" sldId="288"/>
            <ac:spMk id="4" creationId="{49698F61-6517-4520-3A1E-6E1FBE908189}"/>
          </ac:spMkLst>
        </pc:spChg>
        <pc:spChg chg="del">
          <ac:chgData name="lu jiaxuan" userId="9247156b4823de1e" providerId="LiveId" clId="{C2437B7E-5AE2-4D8F-BBD8-B1E16559C8EC}" dt="2023-11-02T03:58:57.705" v="780" actId="478"/>
          <ac:spMkLst>
            <pc:docMk/>
            <pc:sldMk cId="3618943228" sldId="288"/>
            <ac:spMk id="5" creationId="{3D5C2751-0011-C7FD-50C1-A99849425B44}"/>
          </ac:spMkLst>
        </pc:spChg>
        <pc:spChg chg="del">
          <ac:chgData name="lu jiaxuan" userId="9247156b4823de1e" providerId="LiveId" clId="{C2437B7E-5AE2-4D8F-BBD8-B1E16559C8EC}" dt="2023-11-02T03:58:54.963" v="778" actId="478"/>
          <ac:spMkLst>
            <pc:docMk/>
            <pc:sldMk cId="3618943228" sldId="288"/>
            <ac:spMk id="8" creationId="{21029CCB-4FB0-1416-8121-57ED92E36B5D}"/>
          </ac:spMkLst>
        </pc:spChg>
        <pc:spChg chg="del">
          <ac:chgData name="lu jiaxuan" userId="9247156b4823de1e" providerId="LiveId" clId="{C2437B7E-5AE2-4D8F-BBD8-B1E16559C8EC}" dt="2023-11-02T03:58:57.705" v="780" actId="478"/>
          <ac:spMkLst>
            <pc:docMk/>
            <pc:sldMk cId="3618943228" sldId="288"/>
            <ac:spMk id="9" creationId="{573299B3-7851-B07D-788D-FC36CF256A5C}"/>
          </ac:spMkLst>
        </pc:spChg>
        <pc:spChg chg="add del mod">
          <ac:chgData name="lu jiaxuan" userId="9247156b4823de1e" providerId="LiveId" clId="{C2437B7E-5AE2-4D8F-BBD8-B1E16559C8EC}" dt="2023-11-02T03:58:59.505" v="781" actId="478"/>
          <ac:spMkLst>
            <pc:docMk/>
            <pc:sldMk cId="3618943228" sldId="288"/>
            <ac:spMk id="12" creationId="{370813E9-EFE3-FC0E-7531-375B2095BFBE}"/>
          </ac:spMkLst>
        </pc:spChg>
        <pc:spChg chg="del">
          <ac:chgData name="lu jiaxuan" userId="9247156b4823de1e" providerId="LiveId" clId="{C2437B7E-5AE2-4D8F-BBD8-B1E16559C8EC}" dt="2023-11-02T03:58:54.963" v="778" actId="478"/>
          <ac:spMkLst>
            <pc:docMk/>
            <pc:sldMk cId="3618943228" sldId="288"/>
            <ac:spMk id="13" creationId="{D5463021-70B8-B8D0-8598-3CD63B82500C}"/>
          </ac:spMkLst>
        </pc:spChg>
        <pc:grpChg chg="del">
          <ac:chgData name="lu jiaxuan" userId="9247156b4823de1e" providerId="LiveId" clId="{C2437B7E-5AE2-4D8F-BBD8-B1E16559C8EC}" dt="2023-11-02T03:58:57.705" v="780" actId="478"/>
          <ac:grpSpMkLst>
            <pc:docMk/>
            <pc:sldMk cId="3618943228" sldId="288"/>
            <ac:grpSpMk id="7" creationId="{7C7B1D25-480D-AB7C-58F5-22F28F470473}"/>
          </ac:grpSpMkLst>
        </pc:grpChg>
        <pc:picChg chg="del">
          <ac:chgData name="lu jiaxuan" userId="9247156b4823de1e" providerId="LiveId" clId="{C2437B7E-5AE2-4D8F-BBD8-B1E16559C8EC}" dt="2023-11-02T03:58:56.023" v="779" actId="478"/>
          <ac:picMkLst>
            <pc:docMk/>
            <pc:sldMk cId="3618943228" sldId="288"/>
            <ac:picMk id="2" creationId="{652C39C0-C8BB-2CEC-BD3F-7055FB233992}"/>
          </ac:picMkLst>
        </pc:picChg>
        <pc:picChg chg="del">
          <ac:chgData name="lu jiaxuan" userId="9247156b4823de1e" providerId="LiveId" clId="{C2437B7E-5AE2-4D8F-BBD8-B1E16559C8EC}" dt="2023-11-02T03:58:54.963" v="778" actId="478"/>
          <ac:picMkLst>
            <pc:docMk/>
            <pc:sldMk cId="3618943228" sldId="288"/>
            <ac:picMk id="18" creationId="{0E0AF9DC-4E9A-4DF4-E8D2-4895476F4B0F}"/>
          </ac:picMkLst>
        </pc:picChg>
        <pc:picChg chg="del">
          <ac:chgData name="lu jiaxuan" userId="9247156b4823de1e" providerId="LiveId" clId="{C2437B7E-5AE2-4D8F-BBD8-B1E16559C8EC}" dt="2023-11-02T03:58:54.963" v="778" actId="478"/>
          <ac:picMkLst>
            <pc:docMk/>
            <pc:sldMk cId="3618943228" sldId="288"/>
            <ac:picMk id="1026" creationId="{2A7A0914-394C-342F-88AD-648B48A695E2}"/>
          </ac:picMkLst>
        </pc:picChg>
        <pc:cxnChg chg="del">
          <ac:chgData name="lu jiaxuan" userId="9247156b4823de1e" providerId="LiveId" clId="{C2437B7E-5AE2-4D8F-BBD8-B1E16559C8EC}" dt="2023-11-02T03:58:54.963" v="778" actId="478"/>
          <ac:cxnSpMkLst>
            <pc:docMk/>
            <pc:sldMk cId="3618943228" sldId="288"/>
            <ac:cxnSpMk id="11" creationId="{4BECE7D0-2C9F-6733-3EDF-8FBD2A9E0D60}"/>
          </ac:cxnSpMkLst>
        </pc:cxnChg>
      </pc:sldChg>
      <pc:sldChg chg="add modNotesTx">
        <pc:chgData name="lu jiaxuan" userId="9247156b4823de1e" providerId="LiveId" clId="{C2437B7E-5AE2-4D8F-BBD8-B1E16559C8EC}" dt="2023-11-02T04:46:34.447" v="798" actId="20577"/>
        <pc:sldMkLst>
          <pc:docMk/>
          <pc:sldMk cId="631274981" sldId="289"/>
        </pc:sldMkLst>
      </pc:sldChg>
      <pc:sldChg chg="addSp delSp modSp add mod delAnim modAnim modNotesTx">
        <pc:chgData name="lu jiaxuan" userId="9247156b4823de1e" providerId="LiveId" clId="{C2437B7E-5AE2-4D8F-BBD8-B1E16559C8EC}" dt="2023-11-02T10:56:04.984" v="2723" actId="20577"/>
        <pc:sldMkLst>
          <pc:docMk/>
          <pc:sldMk cId="1718999865" sldId="290"/>
        </pc:sldMkLst>
        <pc:spChg chg="mod">
          <ac:chgData name="lu jiaxuan" userId="9247156b4823de1e" providerId="LiveId" clId="{C2437B7E-5AE2-4D8F-BBD8-B1E16559C8EC}" dt="2023-11-02T07:56:25.931" v="1071" actId="404"/>
          <ac:spMkLst>
            <pc:docMk/>
            <pc:sldMk cId="1718999865" sldId="290"/>
            <ac:spMk id="3" creationId="{F778079F-EC24-7255-9BA2-611F4D828DFA}"/>
          </ac:spMkLst>
        </pc:spChg>
        <pc:spChg chg="mod">
          <ac:chgData name="lu jiaxuan" userId="9247156b4823de1e" providerId="LiveId" clId="{C2437B7E-5AE2-4D8F-BBD8-B1E16559C8EC}" dt="2023-11-02T08:06:45.876" v="1117" actId="404"/>
          <ac:spMkLst>
            <pc:docMk/>
            <pc:sldMk cId="1718999865" sldId="290"/>
            <ac:spMk id="4" creationId="{49698F61-6517-4520-3A1E-6E1FBE908189}"/>
          </ac:spMkLst>
        </pc:spChg>
        <pc:spChg chg="mod">
          <ac:chgData name="lu jiaxuan" userId="9247156b4823de1e" providerId="LiveId" clId="{C2437B7E-5AE2-4D8F-BBD8-B1E16559C8EC}" dt="2023-11-02T07:56:25.931" v="1071" actId="404"/>
          <ac:spMkLst>
            <pc:docMk/>
            <pc:sldMk cId="1718999865" sldId="290"/>
            <ac:spMk id="5" creationId="{2030B7AB-86BB-AFFE-DD68-CA39D1C69237}"/>
          </ac:spMkLst>
        </pc:spChg>
        <pc:spChg chg="mod">
          <ac:chgData name="lu jiaxuan" userId="9247156b4823de1e" providerId="LiveId" clId="{C2437B7E-5AE2-4D8F-BBD8-B1E16559C8EC}" dt="2023-11-02T08:03:38.360" v="1104" actId="20577"/>
          <ac:spMkLst>
            <pc:docMk/>
            <pc:sldMk cId="1718999865" sldId="290"/>
            <ac:spMk id="7" creationId="{A372F6C4-58D5-D933-FF9A-C195592F0CC5}"/>
          </ac:spMkLst>
        </pc:spChg>
        <pc:spChg chg="mod">
          <ac:chgData name="lu jiaxuan" userId="9247156b4823de1e" providerId="LiveId" clId="{C2437B7E-5AE2-4D8F-BBD8-B1E16559C8EC}" dt="2023-11-02T07:56:25.931" v="1071" actId="404"/>
          <ac:spMkLst>
            <pc:docMk/>
            <pc:sldMk cId="1718999865" sldId="290"/>
            <ac:spMk id="9" creationId="{4C65EB7E-B846-C92B-6292-072D96ED5013}"/>
          </ac:spMkLst>
        </pc:spChg>
        <pc:spChg chg="mod">
          <ac:chgData name="lu jiaxuan" userId="9247156b4823de1e" providerId="LiveId" clId="{C2437B7E-5AE2-4D8F-BBD8-B1E16559C8EC}" dt="2023-11-02T07:56:25.931" v="1071" actId="404"/>
          <ac:spMkLst>
            <pc:docMk/>
            <pc:sldMk cId="1718999865" sldId="290"/>
            <ac:spMk id="10" creationId="{310620EF-C563-92B1-8C3C-01D98E64711D}"/>
          </ac:spMkLst>
        </pc:spChg>
        <pc:spChg chg="add mod">
          <ac:chgData name="lu jiaxuan" userId="9247156b4823de1e" providerId="LiveId" clId="{C2437B7E-5AE2-4D8F-BBD8-B1E16559C8EC}" dt="2023-11-02T08:06:51.198" v="1121" actId="1035"/>
          <ac:spMkLst>
            <pc:docMk/>
            <pc:sldMk cId="1718999865" sldId="290"/>
            <ac:spMk id="11" creationId="{E37E6B05-A287-94E6-DE31-02F28EE21EAC}"/>
          </ac:spMkLst>
        </pc:spChg>
        <pc:spChg chg="add del mod">
          <ac:chgData name="lu jiaxuan" userId="9247156b4823de1e" providerId="LiveId" clId="{C2437B7E-5AE2-4D8F-BBD8-B1E16559C8EC}" dt="2023-11-02T09:20:05.511" v="2270" actId="478"/>
          <ac:spMkLst>
            <pc:docMk/>
            <pc:sldMk cId="1718999865" sldId="290"/>
            <ac:spMk id="14" creationId="{EE0C916C-5A38-8769-42FE-84EF9A055000}"/>
          </ac:spMkLst>
        </pc:spChg>
        <pc:spChg chg="add mod">
          <ac:chgData name="lu jiaxuan" userId="9247156b4823de1e" providerId="LiveId" clId="{C2437B7E-5AE2-4D8F-BBD8-B1E16559C8EC}" dt="2023-11-02T10:19:42.513" v="2335" actId="1038"/>
          <ac:spMkLst>
            <pc:docMk/>
            <pc:sldMk cId="1718999865" sldId="290"/>
            <ac:spMk id="17" creationId="{F553D71A-6D04-C115-01DD-A7FEE5E3531A}"/>
          </ac:spMkLst>
        </pc:spChg>
        <pc:spChg chg="add del">
          <ac:chgData name="lu jiaxuan" userId="9247156b4823de1e" providerId="LiveId" clId="{C2437B7E-5AE2-4D8F-BBD8-B1E16559C8EC}" dt="2023-11-02T10:33:13.190" v="2352" actId="22"/>
          <ac:spMkLst>
            <pc:docMk/>
            <pc:sldMk cId="1718999865" sldId="290"/>
            <ac:spMk id="21" creationId="{63E3C193-8C10-04D0-FB15-98445C73690B}"/>
          </ac:spMkLst>
        </pc:spChg>
        <pc:grpChg chg="add mod">
          <ac:chgData name="lu jiaxuan" userId="9247156b4823de1e" providerId="LiveId" clId="{C2437B7E-5AE2-4D8F-BBD8-B1E16559C8EC}" dt="2023-11-02T08:06:51.198" v="1121" actId="1035"/>
          <ac:grpSpMkLst>
            <pc:docMk/>
            <pc:sldMk cId="1718999865" sldId="290"/>
            <ac:grpSpMk id="2" creationId="{75467741-D85B-CB07-286C-F524DB507DD3}"/>
          </ac:grpSpMkLst>
        </pc:grpChg>
        <pc:grpChg chg="add mod">
          <ac:chgData name="lu jiaxuan" userId="9247156b4823de1e" providerId="LiveId" clId="{C2437B7E-5AE2-4D8F-BBD8-B1E16559C8EC}" dt="2023-11-02T08:06:51.198" v="1121" actId="1035"/>
          <ac:grpSpMkLst>
            <pc:docMk/>
            <pc:sldMk cId="1718999865" sldId="290"/>
            <ac:grpSpMk id="8" creationId="{B9E92BFC-9989-3E4F-5EE2-7B60522051EB}"/>
          </ac:grpSpMkLst>
        </pc:grpChg>
        <pc:picChg chg="del">
          <ac:chgData name="lu jiaxuan" userId="9247156b4823de1e" providerId="LiveId" clId="{C2437B7E-5AE2-4D8F-BBD8-B1E16559C8EC}" dt="2023-11-02T07:25:46.007" v="801" actId="478"/>
          <ac:picMkLst>
            <pc:docMk/>
            <pc:sldMk cId="1718999865" sldId="290"/>
            <ac:picMk id="6" creationId="{92EF34F8-3D42-09A5-5EE7-94D99F50A46C}"/>
          </ac:picMkLst>
        </pc:picChg>
        <pc:picChg chg="add mod">
          <ac:chgData name="lu jiaxuan" userId="9247156b4823de1e" providerId="LiveId" clId="{C2437B7E-5AE2-4D8F-BBD8-B1E16559C8EC}" dt="2023-11-02T08:15:58.185" v="1291" actId="1076"/>
          <ac:picMkLst>
            <pc:docMk/>
            <pc:sldMk cId="1718999865" sldId="290"/>
            <ac:picMk id="13" creationId="{A3F13175-4C66-993B-6DDE-5665958322FC}"/>
          </ac:picMkLst>
        </pc:picChg>
        <pc:picChg chg="add mod">
          <ac:chgData name="lu jiaxuan" userId="9247156b4823de1e" providerId="LiveId" clId="{C2437B7E-5AE2-4D8F-BBD8-B1E16559C8EC}" dt="2023-11-02T10:32:32.808" v="2350" actId="1076"/>
          <ac:picMkLst>
            <pc:docMk/>
            <pc:sldMk cId="1718999865" sldId="290"/>
            <ac:picMk id="16" creationId="{6FD15982-5F27-C8DF-323F-1D1FEE7D82A3}"/>
          </ac:picMkLst>
        </pc:picChg>
        <pc:picChg chg="add mod">
          <ac:chgData name="lu jiaxuan" userId="9247156b4823de1e" providerId="LiveId" clId="{C2437B7E-5AE2-4D8F-BBD8-B1E16559C8EC}" dt="2023-11-02T10:34:07.472" v="2396" actId="1038"/>
          <ac:picMkLst>
            <pc:docMk/>
            <pc:sldMk cId="1718999865" sldId="290"/>
            <ac:picMk id="19" creationId="{CFFBCE0A-C5AB-0C8F-8839-315E3815CCD6}"/>
          </ac:picMkLst>
        </pc:picChg>
        <pc:picChg chg="add mod">
          <ac:chgData name="lu jiaxuan" userId="9247156b4823de1e" providerId="LiveId" clId="{C2437B7E-5AE2-4D8F-BBD8-B1E16559C8EC}" dt="2023-11-02T10:34:07.472" v="2396" actId="1038"/>
          <ac:picMkLst>
            <pc:docMk/>
            <pc:sldMk cId="1718999865" sldId="290"/>
            <ac:picMk id="23" creationId="{22C0E47A-D3DA-69F1-E0DF-7E7820B15F2F}"/>
          </ac:picMkLst>
        </pc:picChg>
        <pc:cxnChg chg="add mod">
          <ac:chgData name="lu jiaxuan" userId="9247156b4823de1e" providerId="LiveId" clId="{C2437B7E-5AE2-4D8F-BBD8-B1E16559C8EC}" dt="2023-11-02T10:34:10.232" v="2397" actId="1037"/>
          <ac:cxnSpMkLst>
            <pc:docMk/>
            <pc:sldMk cId="1718999865" sldId="290"/>
            <ac:cxnSpMk id="24" creationId="{6764E565-C434-7F24-7CD3-4DEFA57D3787}"/>
          </ac:cxnSpMkLst>
        </pc:cxnChg>
      </pc:sldChg>
      <pc:sldChg chg="addSp delSp modSp add mod delAnim modNotesTx">
        <pc:chgData name="lu jiaxuan" userId="9247156b4823de1e" providerId="LiveId" clId="{C2437B7E-5AE2-4D8F-BBD8-B1E16559C8EC}" dt="2023-11-02T08:56:10.123" v="2048" actId="20577"/>
        <pc:sldMkLst>
          <pc:docMk/>
          <pc:sldMk cId="1963222020" sldId="291"/>
        </pc:sldMkLst>
        <pc:spChg chg="mod">
          <ac:chgData name="lu jiaxuan" userId="9247156b4823de1e" providerId="LiveId" clId="{C2437B7E-5AE2-4D8F-BBD8-B1E16559C8EC}" dt="2023-11-02T08:48:59.910" v="1873" actId="12"/>
          <ac:spMkLst>
            <pc:docMk/>
            <pc:sldMk cId="1963222020" sldId="291"/>
            <ac:spMk id="4" creationId="{49698F61-6517-4520-3A1E-6E1FBE908189}"/>
          </ac:spMkLst>
        </pc:spChg>
        <pc:spChg chg="del">
          <ac:chgData name="lu jiaxuan" userId="9247156b4823de1e" providerId="LiveId" clId="{C2437B7E-5AE2-4D8F-BBD8-B1E16559C8EC}" dt="2023-11-02T08:47:01.006" v="1837" actId="478"/>
          <ac:spMkLst>
            <pc:docMk/>
            <pc:sldMk cId="1963222020" sldId="291"/>
            <ac:spMk id="11" creationId="{E37E6B05-A287-94E6-DE31-02F28EE21EAC}"/>
          </ac:spMkLst>
        </pc:spChg>
        <pc:spChg chg="add mod">
          <ac:chgData name="lu jiaxuan" userId="9247156b4823de1e" providerId="LiveId" clId="{C2437B7E-5AE2-4D8F-BBD8-B1E16559C8EC}" dt="2023-11-02T08:53:00.797" v="1929" actId="1038"/>
          <ac:spMkLst>
            <pc:docMk/>
            <pc:sldMk cId="1963222020" sldId="291"/>
            <ac:spMk id="15" creationId="{56B689F7-7A6E-87B3-F2BC-66586300B0BC}"/>
          </ac:spMkLst>
        </pc:spChg>
        <pc:grpChg chg="del">
          <ac:chgData name="lu jiaxuan" userId="9247156b4823de1e" providerId="LiveId" clId="{C2437B7E-5AE2-4D8F-BBD8-B1E16559C8EC}" dt="2023-11-02T08:47:01.006" v="1837" actId="478"/>
          <ac:grpSpMkLst>
            <pc:docMk/>
            <pc:sldMk cId="1963222020" sldId="291"/>
            <ac:grpSpMk id="2" creationId="{75467741-D85B-CB07-286C-F524DB507DD3}"/>
          </ac:grpSpMkLst>
        </pc:grpChg>
        <pc:grpChg chg="del">
          <ac:chgData name="lu jiaxuan" userId="9247156b4823de1e" providerId="LiveId" clId="{C2437B7E-5AE2-4D8F-BBD8-B1E16559C8EC}" dt="2023-11-02T08:47:01.006" v="1837" actId="478"/>
          <ac:grpSpMkLst>
            <pc:docMk/>
            <pc:sldMk cId="1963222020" sldId="291"/>
            <ac:grpSpMk id="8" creationId="{B9E92BFC-9989-3E4F-5EE2-7B60522051EB}"/>
          </ac:grpSpMkLst>
        </pc:grpChg>
        <pc:picChg chg="add mod">
          <ac:chgData name="lu jiaxuan" userId="9247156b4823de1e" providerId="LiveId" clId="{C2437B7E-5AE2-4D8F-BBD8-B1E16559C8EC}" dt="2023-11-02T08:52:47.075" v="1917" actId="1076"/>
          <ac:picMkLst>
            <pc:docMk/>
            <pc:sldMk cId="1963222020" sldId="291"/>
            <ac:picMk id="12" creationId="{A3DFF748-6689-CBBF-7379-2A61FC3F65E8}"/>
          </ac:picMkLst>
        </pc:picChg>
        <pc:picChg chg="del">
          <ac:chgData name="lu jiaxuan" userId="9247156b4823de1e" providerId="LiveId" clId="{C2437B7E-5AE2-4D8F-BBD8-B1E16559C8EC}" dt="2023-11-02T08:46:55.677" v="1835" actId="478"/>
          <ac:picMkLst>
            <pc:docMk/>
            <pc:sldMk cId="1963222020" sldId="291"/>
            <ac:picMk id="13" creationId="{A3F13175-4C66-993B-6DDE-5665958322FC}"/>
          </ac:picMkLst>
        </pc:picChg>
      </pc:sldChg>
      <pc:sldChg chg="addSp delSp modSp add mod ord delAnim modAnim modNotesTx">
        <pc:chgData name="lu jiaxuan" userId="9247156b4823de1e" providerId="LiveId" clId="{C2437B7E-5AE2-4D8F-BBD8-B1E16559C8EC}" dt="2023-11-03T09:25:30.858" v="4721" actId="478"/>
        <pc:sldMkLst>
          <pc:docMk/>
          <pc:sldMk cId="3526808920" sldId="292"/>
        </pc:sldMkLst>
        <pc:spChg chg="mod">
          <ac:chgData name="lu jiaxuan" userId="9247156b4823de1e" providerId="LiveId" clId="{C2437B7E-5AE2-4D8F-BBD8-B1E16559C8EC}" dt="2023-11-02T10:49:27.539" v="2652" actId="20577"/>
          <ac:spMkLst>
            <pc:docMk/>
            <pc:sldMk cId="3526808920" sldId="292"/>
            <ac:spMk id="4" creationId="{49698F61-6517-4520-3A1E-6E1FBE908189}"/>
          </ac:spMkLst>
        </pc:spChg>
        <pc:spChg chg="del">
          <ac:chgData name="lu jiaxuan" userId="9247156b4823de1e" providerId="LiveId" clId="{C2437B7E-5AE2-4D8F-BBD8-B1E16559C8EC}" dt="2023-11-03T08:55:02.817" v="4719" actId="478"/>
          <ac:spMkLst>
            <pc:docMk/>
            <pc:sldMk cId="3526808920" sldId="292"/>
            <ac:spMk id="11" creationId="{E37E6B05-A287-94E6-DE31-02F28EE21EAC}"/>
          </ac:spMkLst>
        </pc:spChg>
        <pc:spChg chg="del">
          <ac:chgData name="lu jiaxuan" userId="9247156b4823de1e" providerId="LiveId" clId="{C2437B7E-5AE2-4D8F-BBD8-B1E16559C8EC}" dt="2023-11-02T10:49:22.111" v="2648" actId="478"/>
          <ac:spMkLst>
            <pc:docMk/>
            <pc:sldMk cId="3526808920" sldId="292"/>
            <ac:spMk id="17" creationId="{F553D71A-6D04-C115-01DD-A7FEE5E3531A}"/>
          </ac:spMkLst>
        </pc:spChg>
        <pc:grpChg chg="del">
          <ac:chgData name="lu jiaxuan" userId="9247156b4823de1e" providerId="LiveId" clId="{C2437B7E-5AE2-4D8F-BBD8-B1E16559C8EC}" dt="2023-11-03T08:55:02.817" v="4719" actId="478"/>
          <ac:grpSpMkLst>
            <pc:docMk/>
            <pc:sldMk cId="3526808920" sldId="292"/>
            <ac:grpSpMk id="2" creationId="{75467741-D85B-CB07-286C-F524DB507DD3}"/>
          </ac:grpSpMkLst>
        </pc:grpChg>
        <pc:grpChg chg="del">
          <ac:chgData name="lu jiaxuan" userId="9247156b4823de1e" providerId="LiveId" clId="{C2437B7E-5AE2-4D8F-BBD8-B1E16559C8EC}" dt="2023-11-03T08:55:02.817" v="4719" actId="478"/>
          <ac:grpSpMkLst>
            <pc:docMk/>
            <pc:sldMk cId="3526808920" sldId="292"/>
            <ac:grpSpMk id="8" creationId="{B9E92BFC-9989-3E4F-5EE2-7B60522051EB}"/>
          </ac:grpSpMkLst>
        </pc:grpChg>
        <pc:picChg chg="add del mod">
          <ac:chgData name="lu jiaxuan" userId="9247156b4823de1e" providerId="LiveId" clId="{C2437B7E-5AE2-4D8F-BBD8-B1E16559C8EC}" dt="2023-11-03T09:25:30.858" v="4721" actId="478"/>
          <ac:picMkLst>
            <pc:docMk/>
            <pc:sldMk cId="3526808920" sldId="292"/>
            <ac:picMk id="12" creationId="{4B22C9DC-9BD5-A62D-9194-E97BA1F41F08}"/>
          </ac:picMkLst>
        </pc:picChg>
        <pc:picChg chg="del">
          <ac:chgData name="lu jiaxuan" userId="9247156b4823de1e" providerId="LiveId" clId="{C2437B7E-5AE2-4D8F-BBD8-B1E16559C8EC}" dt="2023-11-02T10:49:23.308" v="2649" actId="478"/>
          <ac:picMkLst>
            <pc:docMk/>
            <pc:sldMk cId="3526808920" sldId="292"/>
            <ac:picMk id="13" creationId="{A3F13175-4C66-993B-6DDE-5665958322FC}"/>
          </ac:picMkLst>
        </pc:picChg>
        <pc:picChg chg="del">
          <ac:chgData name="lu jiaxuan" userId="9247156b4823de1e" providerId="LiveId" clId="{C2437B7E-5AE2-4D8F-BBD8-B1E16559C8EC}" dt="2023-11-02T10:49:22.111" v="2648" actId="478"/>
          <ac:picMkLst>
            <pc:docMk/>
            <pc:sldMk cId="3526808920" sldId="292"/>
            <ac:picMk id="16" creationId="{6FD15982-5F27-C8DF-323F-1D1FEE7D82A3}"/>
          </ac:picMkLst>
        </pc:picChg>
        <pc:picChg chg="del">
          <ac:chgData name="lu jiaxuan" userId="9247156b4823de1e" providerId="LiveId" clId="{C2437B7E-5AE2-4D8F-BBD8-B1E16559C8EC}" dt="2023-11-02T10:49:22.111" v="2648" actId="478"/>
          <ac:picMkLst>
            <pc:docMk/>
            <pc:sldMk cId="3526808920" sldId="292"/>
            <ac:picMk id="19" creationId="{CFFBCE0A-C5AB-0C8F-8839-315E3815CCD6}"/>
          </ac:picMkLst>
        </pc:picChg>
        <pc:picChg chg="del">
          <ac:chgData name="lu jiaxuan" userId="9247156b4823de1e" providerId="LiveId" clId="{C2437B7E-5AE2-4D8F-BBD8-B1E16559C8EC}" dt="2023-11-02T10:49:22.111" v="2648" actId="478"/>
          <ac:picMkLst>
            <pc:docMk/>
            <pc:sldMk cId="3526808920" sldId="292"/>
            <ac:picMk id="23" creationId="{22C0E47A-D3DA-69F1-E0DF-7E7820B15F2F}"/>
          </ac:picMkLst>
        </pc:picChg>
        <pc:cxnChg chg="del">
          <ac:chgData name="lu jiaxuan" userId="9247156b4823de1e" providerId="LiveId" clId="{C2437B7E-5AE2-4D8F-BBD8-B1E16559C8EC}" dt="2023-11-02T10:49:22.111" v="2648" actId="478"/>
          <ac:cxnSpMkLst>
            <pc:docMk/>
            <pc:sldMk cId="3526808920" sldId="292"/>
            <ac:cxnSpMk id="24" creationId="{6764E565-C434-7F24-7CD3-4DEFA57D3787}"/>
          </ac:cxnSpMkLst>
        </pc:cxnChg>
      </pc:sldChg>
      <pc:sldChg chg="addSp delSp modSp add mod modNotesTx">
        <pc:chgData name="lu jiaxuan" userId="9247156b4823de1e" providerId="LiveId" clId="{C2437B7E-5AE2-4D8F-BBD8-B1E16559C8EC}" dt="2023-11-02T11:25:35.256" v="3263" actId="20577"/>
        <pc:sldMkLst>
          <pc:docMk/>
          <pc:sldMk cId="1866724902" sldId="293"/>
        </pc:sldMkLst>
        <pc:spChg chg="mod">
          <ac:chgData name="lu jiaxuan" userId="9247156b4823de1e" providerId="LiveId" clId="{C2437B7E-5AE2-4D8F-BBD8-B1E16559C8EC}" dt="2023-11-02T11:13:16.453" v="2750"/>
          <ac:spMkLst>
            <pc:docMk/>
            <pc:sldMk cId="1866724902" sldId="293"/>
            <ac:spMk id="4" creationId="{49698F61-6517-4520-3A1E-6E1FBE908189}"/>
          </ac:spMkLst>
        </pc:spChg>
        <pc:spChg chg="del">
          <ac:chgData name="lu jiaxuan" userId="9247156b4823de1e" providerId="LiveId" clId="{C2437B7E-5AE2-4D8F-BBD8-B1E16559C8EC}" dt="2023-11-02T11:13:12.708" v="2746" actId="478"/>
          <ac:spMkLst>
            <pc:docMk/>
            <pc:sldMk cId="1866724902" sldId="293"/>
            <ac:spMk id="15" creationId="{56B689F7-7A6E-87B3-F2BC-66586300B0BC}"/>
          </ac:spMkLst>
        </pc:spChg>
        <pc:picChg chg="add mod">
          <ac:chgData name="lu jiaxuan" userId="9247156b4823de1e" providerId="LiveId" clId="{C2437B7E-5AE2-4D8F-BBD8-B1E16559C8EC}" dt="2023-11-02T11:14:11.109" v="2764" actId="1037"/>
          <ac:picMkLst>
            <pc:docMk/>
            <pc:sldMk cId="1866724902" sldId="293"/>
            <ac:picMk id="3" creationId="{6D7AE4C4-BB56-E408-6D64-6672D286B438}"/>
          </ac:picMkLst>
        </pc:picChg>
        <pc:picChg chg="add mod">
          <ac:chgData name="lu jiaxuan" userId="9247156b4823de1e" providerId="LiveId" clId="{C2437B7E-5AE2-4D8F-BBD8-B1E16559C8EC}" dt="2023-11-02T11:14:24.404" v="2769" actId="1038"/>
          <ac:picMkLst>
            <pc:docMk/>
            <pc:sldMk cId="1866724902" sldId="293"/>
            <ac:picMk id="6" creationId="{A9845D28-5357-894E-408C-F79756966358}"/>
          </ac:picMkLst>
        </pc:picChg>
        <pc:picChg chg="del">
          <ac:chgData name="lu jiaxuan" userId="9247156b4823de1e" providerId="LiveId" clId="{C2437B7E-5AE2-4D8F-BBD8-B1E16559C8EC}" dt="2023-11-02T11:12:55.942" v="2731" actId="478"/>
          <ac:picMkLst>
            <pc:docMk/>
            <pc:sldMk cId="1866724902" sldId="293"/>
            <ac:picMk id="12" creationId="{A3DFF748-6689-CBBF-7379-2A61FC3F65E8}"/>
          </ac:picMkLst>
        </pc:picChg>
      </pc:sldChg>
      <pc:sldChg chg="addSp modSp mod modNotesTx">
        <pc:chgData name="lu jiaxuan" userId="9247156b4823de1e" providerId="LiveId" clId="{C2437B7E-5AE2-4D8F-BBD8-B1E16559C8EC}" dt="2023-11-03T03:32:30.350" v="4357" actId="20577"/>
        <pc:sldMkLst>
          <pc:docMk/>
          <pc:sldMk cId="625601863" sldId="294"/>
        </pc:sldMkLst>
        <pc:spChg chg="mod">
          <ac:chgData name="lu jiaxuan" userId="9247156b4823de1e" providerId="LiveId" clId="{C2437B7E-5AE2-4D8F-BBD8-B1E16559C8EC}" dt="2023-11-03T02:34:11.647" v="3373" actId="12"/>
          <ac:spMkLst>
            <pc:docMk/>
            <pc:sldMk cId="625601863" sldId="294"/>
            <ac:spMk id="4" creationId="{49698F61-6517-4520-3A1E-6E1FBE908189}"/>
          </ac:spMkLst>
        </pc:spChg>
        <pc:picChg chg="add mod">
          <ac:chgData name="lu jiaxuan" userId="9247156b4823de1e" providerId="LiveId" clId="{C2437B7E-5AE2-4D8F-BBD8-B1E16559C8EC}" dt="2023-11-03T03:30:15.873" v="4276" actId="1076"/>
          <ac:picMkLst>
            <pc:docMk/>
            <pc:sldMk cId="625601863" sldId="294"/>
            <ac:picMk id="14" creationId="{C4B1C18F-BEF1-B11C-3268-F2F334691419}"/>
          </ac:picMkLst>
        </pc:picChg>
      </pc:sldChg>
      <pc:sldChg chg="addSp delSp modSp add mod ord delAnim modAnim modNotesTx">
        <pc:chgData name="lu jiaxuan" userId="9247156b4823de1e" providerId="LiveId" clId="{C2437B7E-5AE2-4D8F-BBD8-B1E16559C8EC}" dt="2023-11-03T03:52:18.386" v="4413"/>
        <pc:sldMkLst>
          <pc:docMk/>
          <pc:sldMk cId="368893837" sldId="295"/>
        </pc:sldMkLst>
        <pc:spChg chg="mod">
          <ac:chgData name="lu jiaxuan" userId="9247156b4823de1e" providerId="LiveId" clId="{C2437B7E-5AE2-4D8F-BBD8-B1E16559C8EC}" dt="2023-11-03T02:34:46.363" v="3391"/>
          <ac:spMkLst>
            <pc:docMk/>
            <pc:sldMk cId="368893837" sldId="295"/>
            <ac:spMk id="4" creationId="{49698F61-6517-4520-3A1E-6E1FBE908189}"/>
          </ac:spMkLst>
        </pc:spChg>
        <pc:spChg chg="del">
          <ac:chgData name="lu jiaxuan" userId="9247156b4823de1e" providerId="LiveId" clId="{C2437B7E-5AE2-4D8F-BBD8-B1E16559C8EC}" dt="2023-11-03T02:32:57.412" v="3357" actId="478"/>
          <ac:spMkLst>
            <pc:docMk/>
            <pc:sldMk cId="368893837" sldId="295"/>
            <ac:spMk id="11" creationId="{E37E6B05-A287-94E6-DE31-02F28EE21EAC}"/>
          </ac:spMkLst>
        </pc:spChg>
        <pc:spChg chg="del">
          <ac:chgData name="lu jiaxuan" userId="9247156b4823de1e" providerId="LiveId" clId="{C2437B7E-5AE2-4D8F-BBD8-B1E16559C8EC}" dt="2023-11-03T02:33:03.311" v="3362" actId="478"/>
          <ac:spMkLst>
            <pc:docMk/>
            <pc:sldMk cId="368893837" sldId="295"/>
            <ac:spMk id="12" creationId="{22AB0223-7DB6-CCF3-115C-F5C8A99A3234}"/>
          </ac:spMkLst>
        </pc:spChg>
        <pc:grpChg chg="del">
          <ac:chgData name="lu jiaxuan" userId="9247156b4823de1e" providerId="LiveId" clId="{C2437B7E-5AE2-4D8F-BBD8-B1E16559C8EC}" dt="2023-11-03T02:32:57.412" v="3357" actId="478"/>
          <ac:grpSpMkLst>
            <pc:docMk/>
            <pc:sldMk cId="368893837" sldId="295"/>
            <ac:grpSpMk id="2" creationId="{75467741-D85B-CB07-286C-F524DB507DD3}"/>
          </ac:grpSpMkLst>
        </pc:grpChg>
        <pc:grpChg chg="del">
          <ac:chgData name="lu jiaxuan" userId="9247156b4823de1e" providerId="LiveId" clId="{C2437B7E-5AE2-4D8F-BBD8-B1E16559C8EC}" dt="2023-11-03T02:32:57.412" v="3357" actId="478"/>
          <ac:grpSpMkLst>
            <pc:docMk/>
            <pc:sldMk cId="368893837" sldId="295"/>
            <ac:grpSpMk id="8" creationId="{B9E92BFC-9989-3E4F-5EE2-7B60522051EB}"/>
          </ac:grpSpMkLst>
        </pc:grpChg>
        <pc:picChg chg="del">
          <ac:chgData name="lu jiaxuan" userId="9247156b4823de1e" providerId="LiveId" clId="{C2437B7E-5AE2-4D8F-BBD8-B1E16559C8EC}" dt="2023-11-03T02:32:57.976" v="3358" actId="478"/>
          <ac:picMkLst>
            <pc:docMk/>
            <pc:sldMk cId="368893837" sldId="295"/>
            <ac:picMk id="6" creationId="{CCA24EC4-B497-DE54-8EDF-7BB08E797D3F}"/>
          </ac:picMkLst>
        </pc:picChg>
        <pc:picChg chg="add mod">
          <ac:chgData name="lu jiaxuan" userId="9247156b4823de1e" providerId="LiveId" clId="{C2437B7E-5AE2-4D8F-BBD8-B1E16559C8EC}" dt="2023-11-03T02:34:21.507" v="3377" actId="1076"/>
          <ac:picMkLst>
            <pc:docMk/>
            <pc:sldMk cId="368893837" sldId="295"/>
            <ac:picMk id="14" creationId="{8C545A37-EEF9-7DDC-7DF9-1392FAF422ED}"/>
          </ac:picMkLst>
        </pc:picChg>
        <pc:picChg chg="del">
          <ac:chgData name="lu jiaxuan" userId="9247156b4823de1e" providerId="LiveId" clId="{C2437B7E-5AE2-4D8F-BBD8-B1E16559C8EC}" dt="2023-11-03T02:33:02.156" v="3361" actId="478"/>
          <ac:picMkLst>
            <pc:docMk/>
            <pc:sldMk cId="368893837" sldId="295"/>
            <ac:picMk id="1026" creationId="{834ADAAB-E739-9E3F-257D-E4E619AF2D3E}"/>
          </ac:picMkLst>
        </pc:picChg>
      </pc:sldChg>
      <pc:sldChg chg="delSp modSp add mod delAnim modAnim modNotesTx">
        <pc:chgData name="lu jiaxuan" userId="9247156b4823de1e" providerId="LiveId" clId="{C2437B7E-5AE2-4D8F-BBD8-B1E16559C8EC}" dt="2023-11-03T03:32:03.349" v="4354" actId="20577"/>
        <pc:sldMkLst>
          <pc:docMk/>
          <pc:sldMk cId="2231296010" sldId="296"/>
        </pc:sldMkLst>
        <pc:spChg chg="mod">
          <ac:chgData name="lu jiaxuan" userId="9247156b4823de1e" providerId="LiveId" clId="{C2437B7E-5AE2-4D8F-BBD8-B1E16559C8EC}" dt="2023-11-03T03:32:03.349" v="4354" actId="20577"/>
          <ac:spMkLst>
            <pc:docMk/>
            <pc:sldMk cId="2231296010" sldId="296"/>
            <ac:spMk id="4" creationId="{49698F61-6517-4520-3A1E-6E1FBE908189}"/>
          </ac:spMkLst>
        </pc:spChg>
        <pc:spChg chg="del">
          <ac:chgData name="lu jiaxuan" userId="9247156b4823de1e" providerId="LiveId" clId="{C2437B7E-5AE2-4D8F-BBD8-B1E16559C8EC}" dt="2023-11-03T03:32:00.223" v="4351" actId="478"/>
          <ac:spMkLst>
            <pc:docMk/>
            <pc:sldMk cId="2231296010" sldId="296"/>
            <ac:spMk id="11" creationId="{E37E6B05-A287-94E6-DE31-02F28EE21EAC}"/>
          </ac:spMkLst>
        </pc:spChg>
        <pc:spChg chg="del mod">
          <ac:chgData name="lu jiaxuan" userId="9247156b4823de1e" providerId="LiveId" clId="{C2437B7E-5AE2-4D8F-BBD8-B1E16559C8EC}" dt="2023-11-03T03:31:59.283" v="4350" actId="478"/>
          <ac:spMkLst>
            <pc:docMk/>
            <pc:sldMk cId="2231296010" sldId="296"/>
            <ac:spMk id="12" creationId="{22AB0223-7DB6-CCF3-115C-F5C8A99A3234}"/>
          </ac:spMkLst>
        </pc:spChg>
        <pc:grpChg chg="del">
          <ac:chgData name="lu jiaxuan" userId="9247156b4823de1e" providerId="LiveId" clId="{C2437B7E-5AE2-4D8F-BBD8-B1E16559C8EC}" dt="2023-11-03T03:32:00.223" v="4351" actId="478"/>
          <ac:grpSpMkLst>
            <pc:docMk/>
            <pc:sldMk cId="2231296010" sldId="296"/>
            <ac:grpSpMk id="2" creationId="{75467741-D85B-CB07-286C-F524DB507DD3}"/>
          </ac:grpSpMkLst>
        </pc:grpChg>
        <pc:grpChg chg="del">
          <ac:chgData name="lu jiaxuan" userId="9247156b4823de1e" providerId="LiveId" clId="{C2437B7E-5AE2-4D8F-BBD8-B1E16559C8EC}" dt="2023-11-03T03:32:00.223" v="4351" actId="478"/>
          <ac:grpSpMkLst>
            <pc:docMk/>
            <pc:sldMk cId="2231296010" sldId="296"/>
            <ac:grpSpMk id="8" creationId="{B9E92BFC-9989-3E4F-5EE2-7B60522051EB}"/>
          </ac:grpSpMkLst>
        </pc:grpChg>
        <pc:picChg chg="del">
          <ac:chgData name="lu jiaxuan" userId="9247156b4823de1e" providerId="LiveId" clId="{C2437B7E-5AE2-4D8F-BBD8-B1E16559C8EC}" dt="2023-11-03T03:31:56.997" v="4348" actId="478"/>
          <ac:picMkLst>
            <pc:docMk/>
            <pc:sldMk cId="2231296010" sldId="296"/>
            <ac:picMk id="6" creationId="{CCA24EC4-B497-DE54-8EDF-7BB08E797D3F}"/>
          </ac:picMkLst>
        </pc:picChg>
        <pc:picChg chg="del">
          <ac:chgData name="lu jiaxuan" userId="9247156b4823de1e" providerId="LiveId" clId="{C2437B7E-5AE2-4D8F-BBD8-B1E16559C8EC}" dt="2023-11-03T03:31:56.098" v="4347" actId="478"/>
          <ac:picMkLst>
            <pc:docMk/>
            <pc:sldMk cId="2231296010" sldId="296"/>
            <ac:picMk id="14" creationId="{C4B1C18F-BEF1-B11C-3268-F2F334691419}"/>
          </ac:picMkLst>
        </pc:picChg>
        <pc:picChg chg="del">
          <ac:chgData name="lu jiaxuan" userId="9247156b4823de1e" providerId="LiveId" clId="{C2437B7E-5AE2-4D8F-BBD8-B1E16559C8EC}" dt="2023-11-03T03:31:55.586" v="4346" actId="478"/>
          <ac:picMkLst>
            <pc:docMk/>
            <pc:sldMk cId="2231296010" sldId="296"/>
            <ac:picMk id="1026" creationId="{834ADAAB-E739-9E3F-257D-E4E619AF2D3E}"/>
          </ac:picMkLst>
        </pc:picChg>
      </pc:sldChg>
      <pc:sldChg chg="addSp delSp modSp add mod modAnim modNotesTx">
        <pc:chgData name="lu jiaxuan" userId="9247156b4823de1e" providerId="LiveId" clId="{C2437B7E-5AE2-4D8F-BBD8-B1E16559C8EC}" dt="2023-11-03T05:22:02.454" v="4712" actId="20577"/>
        <pc:sldMkLst>
          <pc:docMk/>
          <pc:sldMk cId="3631709906" sldId="297"/>
        </pc:sldMkLst>
        <pc:spChg chg="mod">
          <ac:chgData name="lu jiaxuan" userId="9247156b4823de1e" providerId="LiveId" clId="{C2437B7E-5AE2-4D8F-BBD8-B1E16559C8EC}" dt="2023-11-03T04:19:37.168" v="4421"/>
          <ac:spMkLst>
            <pc:docMk/>
            <pc:sldMk cId="3631709906" sldId="297"/>
            <ac:spMk id="4" creationId="{49698F61-6517-4520-3A1E-6E1FBE908189}"/>
          </ac:spMkLst>
        </pc:spChg>
        <pc:spChg chg="add mod">
          <ac:chgData name="lu jiaxuan" userId="9247156b4823de1e" providerId="LiveId" clId="{C2437B7E-5AE2-4D8F-BBD8-B1E16559C8EC}" dt="2023-11-03T05:18:20.009" v="4530" actId="1037"/>
          <ac:spMkLst>
            <pc:docMk/>
            <pc:sldMk cId="3631709906" sldId="297"/>
            <ac:spMk id="10" creationId="{ADB4EB2E-F5D2-9582-1FCB-52A94759EF94}"/>
          </ac:spMkLst>
        </pc:spChg>
        <pc:spChg chg="add mod">
          <ac:chgData name="lu jiaxuan" userId="9247156b4823de1e" providerId="LiveId" clId="{C2437B7E-5AE2-4D8F-BBD8-B1E16559C8EC}" dt="2023-11-03T05:18:35.062" v="4535" actId="20577"/>
          <ac:spMkLst>
            <pc:docMk/>
            <pc:sldMk cId="3631709906" sldId="297"/>
            <ac:spMk id="11" creationId="{AC1BCF91-54D6-2667-E5EE-B40F8B3710E5}"/>
          </ac:spMkLst>
        </pc:spChg>
        <pc:spChg chg="add mod">
          <ac:chgData name="lu jiaxuan" userId="9247156b4823de1e" providerId="LiveId" clId="{C2437B7E-5AE2-4D8F-BBD8-B1E16559C8EC}" dt="2023-11-03T05:18:49.604" v="4538" actId="14100"/>
          <ac:spMkLst>
            <pc:docMk/>
            <pc:sldMk cId="3631709906" sldId="297"/>
            <ac:spMk id="12" creationId="{7FD8E31A-0472-5DEA-5750-8B7FA72AF648}"/>
          </ac:spMkLst>
        </pc:spChg>
        <pc:picChg chg="add mod">
          <ac:chgData name="lu jiaxuan" userId="9247156b4823de1e" providerId="LiveId" clId="{C2437B7E-5AE2-4D8F-BBD8-B1E16559C8EC}" dt="2023-11-03T05:13:06.510" v="4444" actId="1076"/>
          <ac:picMkLst>
            <pc:docMk/>
            <pc:sldMk cId="3631709906" sldId="297"/>
            <ac:picMk id="3" creationId="{16627A40-BB07-8D1D-6EB2-DB93AA0B2C89}"/>
          </ac:picMkLst>
        </pc:picChg>
        <pc:picChg chg="add mod">
          <ac:chgData name="lu jiaxuan" userId="9247156b4823de1e" providerId="LiveId" clId="{C2437B7E-5AE2-4D8F-BBD8-B1E16559C8EC}" dt="2023-11-03T05:13:54.491" v="4472" actId="1076"/>
          <ac:picMkLst>
            <pc:docMk/>
            <pc:sldMk cId="3631709906" sldId="297"/>
            <ac:picMk id="6" creationId="{E4F01F8E-3EAC-52AD-AA22-32ED99F92B86}"/>
          </ac:picMkLst>
        </pc:picChg>
        <pc:picChg chg="add mod">
          <ac:chgData name="lu jiaxuan" userId="9247156b4823de1e" providerId="LiveId" clId="{C2437B7E-5AE2-4D8F-BBD8-B1E16559C8EC}" dt="2023-11-03T05:14:06.865" v="4479" actId="1036"/>
          <ac:picMkLst>
            <pc:docMk/>
            <pc:sldMk cId="3631709906" sldId="297"/>
            <ac:picMk id="9" creationId="{BBB51844-5162-34A4-8ECD-5C354F289E67}"/>
          </ac:picMkLst>
        </pc:picChg>
        <pc:picChg chg="del">
          <ac:chgData name="lu jiaxuan" userId="9247156b4823de1e" providerId="LiveId" clId="{C2437B7E-5AE2-4D8F-BBD8-B1E16559C8EC}" dt="2023-11-03T04:19:34.432" v="4417" actId="478"/>
          <ac:picMkLst>
            <pc:docMk/>
            <pc:sldMk cId="3631709906" sldId="297"/>
            <ac:picMk id="14" creationId="{8C545A37-EEF9-7DDC-7DF9-1392FAF422ED}"/>
          </ac:picMkLst>
        </pc:picChg>
      </pc:sldChg>
      <pc:sldChg chg="addSp delSp modSp add mod modNotesTx">
        <pc:chgData name="lu jiaxuan" userId="9247156b4823de1e" providerId="LiveId" clId="{C2437B7E-5AE2-4D8F-BBD8-B1E16559C8EC}" dt="2023-11-03T11:09:24.973" v="5360" actId="20577"/>
        <pc:sldMkLst>
          <pc:docMk/>
          <pc:sldMk cId="1320956478" sldId="298"/>
        </pc:sldMkLst>
        <pc:spChg chg="mod">
          <ac:chgData name="lu jiaxuan" userId="9247156b4823de1e" providerId="LiveId" clId="{C2437B7E-5AE2-4D8F-BBD8-B1E16559C8EC}" dt="2023-11-03T10:41:52.996" v="4779"/>
          <ac:spMkLst>
            <pc:docMk/>
            <pc:sldMk cId="1320956478" sldId="298"/>
            <ac:spMk id="4" creationId="{49698F61-6517-4520-3A1E-6E1FBE908189}"/>
          </ac:spMkLst>
        </pc:spChg>
        <pc:spChg chg="mod">
          <ac:chgData name="lu jiaxuan" userId="9247156b4823de1e" providerId="LiveId" clId="{C2437B7E-5AE2-4D8F-BBD8-B1E16559C8EC}" dt="2023-11-03T09:27:48.692" v="4739" actId="20577"/>
          <ac:spMkLst>
            <pc:docMk/>
            <pc:sldMk cId="1320956478" sldId="298"/>
            <ac:spMk id="7" creationId="{A372F6C4-58D5-D933-FF9A-C195592F0CC5}"/>
          </ac:spMkLst>
        </pc:spChg>
        <pc:picChg chg="add mod">
          <ac:chgData name="lu jiaxuan" userId="9247156b4823de1e" providerId="LiveId" clId="{C2437B7E-5AE2-4D8F-BBD8-B1E16559C8EC}" dt="2023-11-03T10:41:55.364" v="4782" actId="1035"/>
          <ac:picMkLst>
            <pc:docMk/>
            <pc:sldMk cId="1320956478" sldId="298"/>
            <ac:picMk id="3" creationId="{0D845F91-13B7-F17D-D703-8D3D4DC3C5C9}"/>
          </ac:picMkLst>
        </pc:picChg>
        <pc:picChg chg="del">
          <ac:chgData name="lu jiaxuan" userId="9247156b4823de1e" providerId="LiveId" clId="{C2437B7E-5AE2-4D8F-BBD8-B1E16559C8EC}" dt="2023-11-03T09:26:38.987" v="4724" actId="478"/>
          <ac:picMkLst>
            <pc:docMk/>
            <pc:sldMk cId="1320956478" sldId="298"/>
            <ac:picMk id="14" creationId="{8C545A37-EEF9-7DDC-7DF9-1392FAF422ED}"/>
          </ac:picMkLst>
        </pc:picChg>
      </pc:sldChg>
    </pc:docChg>
  </pc:docChgLst>
  <pc:docChgLst>
    <pc:chgData name="lu jiaxuan" userId="9247156b4823de1e" providerId="LiveId" clId="{B980ABBF-10A8-4464-9302-9A28BF8B3AE8}"/>
    <pc:docChg chg="undo custSel addSld delSld modSld">
      <pc:chgData name="lu jiaxuan" userId="9247156b4823de1e" providerId="LiveId" clId="{B980ABBF-10A8-4464-9302-9A28BF8B3AE8}" dt="2023-11-04T14:30:43.326" v="6407"/>
      <pc:docMkLst>
        <pc:docMk/>
      </pc:docMkLst>
      <pc:sldChg chg="del">
        <pc:chgData name="lu jiaxuan" userId="9247156b4823de1e" providerId="LiveId" clId="{B980ABBF-10A8-4464-9302-9A28BF8B3AE8}" dt="2023-11-04T02:06:47.205" v="5610" actId="47"/>
        <pc:sldMkLst>
          <pc:docMk/>
          <pc:sldMk cId="2199422583" sldId="282"/>
        </pc:sldMkLst>
      </pc:sldChg>
      <pc:sldChg chg="addSp delSp mod">
        <pc:chgData name="lu jiaxuan" userId="9247156b4823de1e" providerId="LiveId" clId="{B980ABBF-10A8-4464-9302-9A28BF8B3AE8}" dt="2023-11-04T07:25:33.443" v="6403"/>
        <pc:sldMkLst>
          <pc:docMk/>
          <pc:sldMk cId="700930452" sldId="283"/>
        </pc:sldMkLst>
        <pc:inkChg chg="add del">
          <ac:chgData name="lu jiaxuan" userId="9247156b4823de1e" providerId="LiveId" clId="{B980ABBF-10A8-4464-9302-9A28BF8B3AE8}" dt="2023-11-04T07:07:37.962" v="6402" actId="478"/>
          <ac:inkMkLst>
            <pc:docMk/>
            <pc:sldMk cId="700930452" sldId="283"/>
            <ac:inkMk id="2" creationId="{B9FB947A-F1C0-00AA-A021-5A9A4889E7BA}"/>
          </ac:inkMkLst>
        </pc:inkChg>
        <pc:inkChg chg="add">
          <ac:chgData name="lu jiaxuan" userId="9247156b4823de1e" providerId="LiveId" clId="{B980ABBF-10A8-4464-9302-9A28BF8B3AE8}" dt="2023-11-04T07:25:33.443" v="6403"/>
          <ac:inkMkLst>
            <pc:docMk/>
            <pc:sldMk cId="700930452" sldId="283"/>
            <ac:inkMk id="3" creationId="{B87988BD-DD04-92C4-E92A-F8ED5147D0BA}"/>
          </ac:inkMkLst>
        </pc:inkChg>
      </pc:sldChg>
      <pc:sldChg chg="addSp">
        <pc:chgData name="lu jiaxuan" userId="9247156b4823de1e" providerId="LiveId" clId="{B980ABBF-10A8-4464-9302-9A28BF8B3AE8}" dt="2023-11-04T07:25:33.443" v="6403"/>
        <pc:sldMkLst>
          <pc:docMk/>
          <pc:sldMk cId="486151897" sldId="284"/>
        </pc:sldMkLst>
        <pc:inkChg chg="add">
          <ac:chgData name="lu jiaxuan" userId="9247156b4823de1e" providerId="LiveId" clId="{B980ABBF-10A8-4464-9302-9A28BF8B3AE8}" dt="2023-11-04T07:25:33.443" v="6403"/>
          <ac:inkMkLst>
            <pc:docMk/>
            <pc:sldMk cId="486151897" sldId="284"/>
            <ac:inkMk id="2" creationId="{DFF486C5-06F8-EC2A-58CC-94C8A021264F}"/>
          </ac:inkMkLst>
        </pc:inkChg>
      </pc:sldChg>
      <pc:sldChg chg="addSp delSp modSp add mod delAnim modAnim modNotesTx">
        <pc:chgData name="lu jiaxuan" userId="9247156b4823de1e" providerId="LiveId" clId="{B980ABBF-10A8-4464-9302-9A28BF8B3AE8}" dt="2023-11-04T07:25:33.443" v="6403"/>
        <pc:sldMkLst>
          <pc:docMk/>
          <pc:sldMk cId="3082365076" sldId="285"/>
        </pc:sldMkLst>
        <pc:spChg chg="mod">
          <ac:chgData name="lu jiaxuan" userId="9247156b4823de1e" providerId="LiveId" clId="{B980ABBF-10A8-4464-9302-9A28BF8B3AE8}" dt="2023-10-30T13:22:24.629" v="582"/>
          <ac:spMkLst>
            <pc:docMk/>
            <pc:sldMk cId="3082365076" sldId="285"/>
            <ac:spMk id="4" creationId="{49698F61-6517-4520-3A1E-6E1FBE908189}"/>
          </ac:spMkLst>
        </pc:spChg>
        <pc:spChg chg="add mod">
          <ac:chgData name="lu jiaxuan" userId="9247156b4823de1e" providerId="LiveId" clId="{B980ABBF-10A8-4464-9302-9A28BF8B3AE8}" dt="2023-10-30T13:21:16.269" v="564" actId="1035"/>
          <ac:spMkLst>
            <pc:docMk/>
            <pc:sldMk cId="3082365076" sldId="285"/>
            <ac:spMk id="5" creationId="{3D5C2751-0011-C7FD-50C1-A99849425B44}"/>
          </ac:spMkLst>
        </pc:spChg>
        <pc:spChg chg="add mod">
          <ac:chgData name="lu jiaxuan" userId="9247156b4823de1e" providerId="LiveId" clId="{B980ABBF-10A8-4464-9302-9A28BF8B3AE8}" dt="2023-10-30T13:17:31.463" v="509" actId="1036"/>
          <ac:spMkLst>
            <pc:docMk/>
            <pc:sldMk cId="3082365076" sldId="285"/>
            <ac:spMk id="9" creationId="{573299B3-7851-B07D-788D-FC36CF256A5C}"/>
          </ac:spMkLst>
        </pc:spChg>
        <pc:spChg chg="add mod">
          <ac:chgData name="lu jiaxuan" userId="9247156b4823de1e" providerId="LiveId" clId="{B980ABBF-10A8-4464-9302-9A28BF8B3AE8}" dt="2023-10-30T13:23:09.866" v="601" actId="20577"/>
          <ac:spMkLst>
            <pc:docMk/>
            <pc:sldMk cId="3082365076" sldId="285"/>
            <ac:spMk id="11" creationId="{25B12DAC-1E1A-D000-BF95-93F1FF2503AB}"/>
          </ac:spMkLst>
        </pc:spChg>
        <pc:spChg chg="add mod">
          <ac:chgData name="lu jiaxuan" userId="9247156b4823de1e" providerId="LiveId" clId="{B980ABBF-10A8-4464-9302-9A28BF8B3AE8}" dt="2023-10-30T13:23:42.105" v="610" actId="14100"/>
          <ac:spMkLst>
            <pc:docMk/>
            <pc:sldMk cId="3082365076" sldId="285"/>
            <ac:spMk id="12" creationId="{021D6CC0-0CDB-FD6B-F609-213851C2F01F}"/>
          </ac:spMkLst>
        </pc:spChg>
        <pc:picChg chg="add mod">
          <ac:chgData name="lu jiaxuan" userId="9247156b4823de1e" providerId="LiveId" clId="{B980ABBF-10A8-4464-9302-9A28BF8B3AE8}" dt="2023-10-30T13:21:16.269" v="564" actId="1035"/>
          <ac:picMkLst>
            <pc:docMk/>
            <pc:sldMk cId="3082365076" sldId="285"/>
            <ac:picMk id="2" creationId="{652C39C0-C8BB-2CEC-BD3F-7055FB233992}"/>
          </ac:picMkLst>
        </pc:picChg>
        <pc:picChg chg="del">
          <ac:chgData name="lu jiaxuan" userId="9247156b4823de1e" providerId="LiveId" clId="{B980ABBF-10A8-4464-9302-9A28BF8B3AE8}" dt="2023-10-30T12:32:06.325" v="3" actId="478"/>
          <ac:picMkLst>
            <pc:docMk/>
            <pc:sldMk cId="3082365076" sldId="285"/>
            <ac:picMk id="3" creationId="{88B3DFDE-29BE-D0F6-7512-058ADCFDAB4C}"/>
          </ac:picMkLst>
        </pc:picChg>
        <pc:picChg chg="add mod">
          <ac:chgData name="lu jiaxuan" userId="9247156b4823de1e" providerId="LiveId" clId="{B980ABBF-10A8-4464-9302-9A28BF8B3AE8}" dt="2023-10-30T13:22:56.949" v="586" actId="1076"/>
          <ac:picMkLst>
            <pc:docMk/>
            <pc:sldMk cId="3082365076" sldId="285"/>
            <ac:picMk id="10" creationId="{2257E2AF-B951-B928-E9F3-84136083A9B7}"/>
          </ac:picMkLst>
        </pc:picChg>
        <pc:picChg chg="del">
          <ac:chgData name="lu jiaxuan" userId="9247156b4823de1e" providerId="LiveId" clId="{B980ABBF-10A8-4464-9302-9A28BF8B3AE8}" dt="2023-10-30T12:32:06.325" v="3" actId="478"/>
          <ac:picMkLst>
            <pc:docMk/>
            <pc:sldMk cId="3082365076" sldId="285"/>
            <ac:picMk id="36" creationId="{17390526-CBAA-9316-2030-7903A680E188}"/>
          </ac:picMkLst>
        </pc:picChg>
        <pc:picChg chg="del">
          <ac:chgData name="lu jiaxuan" userId="9247156b4823de1e" providerId="LiveId" clId="{B980ABBF-10A8-4464-9302-9A28BF8B3AE8}" dt="2023-10-30T12:32:03.771" v="2" actId="478"/>
          <ac:picMkLst>
            <pc:docMk/>
            <pc:sldMk cId="3082365076" sldId="285"/>
            <ac:picMk id="1026" creationId="{CF764CBA-9C77-7D2E-BE91-02145FB7FCDE}"/>
          </ac:picMkLst>
        </pc:picChg>
        <pc:picChg chg="del">
          <ac:chgData name="lu jiaxuan" userId="9247156b4823de1e" providerId="LiveId" clId="{B980ABBF-10A8-4464-9302-9A28BF8B3AE8}" dt="2023-10-30T12:32:07.986" v="4" actId="478"/>
          <ac:picMkLst>
            <pc:docMk/>
            <pc:sldMk cId="3082365076" sldId="285"/>
            <ac:picMk id="2050" creationId="{187BED3D-4852-A632-F890-57FBF225C500}"/>
          </ac:picMkLst>
        </pc:picChg>
        <pc:inkChg chg="add">
          <ac:chgData name="lu jiaxuan" userId="9247156b4823de1e" providerId="LiveId" clId="{B980ABBF-10A8-4464-9302-9A28BF8B3AE8}" dt="2023-11-04T07:25:33.443" v="6403"/>
          <ac:inkMkLst>
            <pc:docMk/>
            <pc:sldMk cId="3082365076" sldId="285"/>
            <ac:inkMk id="3" creationId="{100E9094-C9D3-373F-57E2-AF4B3A39ABA5}"/>
          </ac:inkMkLst>
        </pc:inkChg>
        <pc:cxnChg chg="add del mod">
          <ac:chgData name="lu jiaxuan" userId="9247156b4823de1e" providerId="LiveId" clId="{B980ABBF-10A8-4464-9302-9A28BF8B3AE8}" dt="2023-10-30T12:37:48.125" v="95" actId="478"/>
          <ac:cxnSpMkLst>
            <pc:docMk/>
            <pc:sldMk cId="3082365076" sldId="285"/>
            <ac:cxnSpMk id="7" creationId="{4B4D93D2-31DE-E2EB-DDA6-220F5C2B025A}"/>
          </ac:cxnSpMkLst>
        </pc:cxnChg>
      </pc:sldChg>
      <pc:sldChg chg="addSp delSp modSp add mod modAnim modNotesTx">
        <pc:chgData name="lu jiaxuan" userId="9247156b4823de1e" providerId="LiveId" clId="{B980ABBF-10A8-4464-9302-9A28BF8B3AE8}" dt="2023-11-01T15:10:20.828" v="1301" actId="20577"/>
        <pc:sldMkLst>
          <pc:docMk/>
          <pc:sldMk cId="2823670448" sldId="286"/>
        </pc:sldMkLst>
        <pc:spChg chg="add mod">
          <ac:chgData name="lu jiaxuan" userId="9247156b4823de1e" providerId="LiveId" clId="{B980ABBF-10A8-4464-9302-9A28BF8B3AE8}" dt="2023-10-30T14:48:44.801" v="917" actId="14100"/>
          <ac:spMkLst>
            <pc:docMk/>
            <pc:sldMk cId="2823670448" sldId="286"/>
            <ac:spMk id="3" creationId="{49F39722-6289-D82D-1A6B-59DB39C936A4}"/>
          </ac:spMkLst>
        </pc:spChg>
        <pc:spChg chg="mod">
          <ac:chgData name="lu jiaxuan" userId="9247156b4823de1e" providerId="LiveId" clId="{B980ABBF-10A8-4464-9302-9A28BF8B3AE8}" dt="2023-11-01T15:09:50.816" v="1296" actId="20577"/>
          <ac:spMkLst>
            <pc:docMk/>
            <pc:sldMk cId="2823670448" sldId="286"/>
            <ac:spMk id="4" creationId="{49698F61-6517-4520-3A1E-6E1FBE908189}"/>
          </ac:spMkLst>
        </pc:spChg>
        <pc:spChg chg="add mod">
          <ac:chgData name="lu jiaxuan" userId="9247156b4823de1e" providerId="LiveId" clId="{B980ABBF-10A8-4464-9302-9A28BF8B3AE8}" dt="2023-10-30T14:49:02.386" v="926" actId="1076"/>
          <ac:spMkLst>
            <pc:docMk/>
            <pc:sldMk cId="2823670448" sldId="286"/>
            <ac:spMk id="6" creationId="{585182ED-650C-96FD-821D-5D66FA7F5DE5}"/>
          </ac:spMkLst>
        </pc:spChg>
        <pc:spChg chg="add mod">
          <ac:chgData name="lu jiaxuan" userId="9247156b4823de1e" providerId="LiveId" clId="{B980ABBF-10A8-4464-9302-9A28BF8B3AE8}" dt="2023-11-01T14:49:49.740" v="1285" actId="14100"/>
          <ac:spMkLst>
            <pc:docMk/>
            <pc:sldMk cId="2823670448" sldId="286"/>
            <ac:spMk id="11" creationId="{20A88DB9-DA75-E1EF-5AAE-0F057E663ED7}"/>
          </ac:spMkLst>
        </pc:spChg>
        <pc:spChg chg="del">
          <ac:chgData name="lu jiaxuan" userId="9247156b4823de1e" providerId="LiveId" clId="{B980ABBF-10A8-4464-9302-9A28BF8B3AE8}" dt="2023-10-30T14:39:34.316" v="885" actId="478"/>
          <ac:spMkLst>
            <pc:docMk/>
            <pc:sldMk cId="2823670448" sldId="286"/>
            <ac:spMk id="11" creationId="{25B12DAC-1E1A-D000-BF95-93F1FF2503AB}"/>
          </ac:spMkLst>
        </pc:spChg>
        <pc:spChg chg="del">
          <ac:chgData name="lu jiaxuan" userId="9247156b4823de1e" providerId="LiveId" clId="{B980ABBF-10A8-4464-9302-9A28BF8B3AE8}" dt="2023-10-30T14:38:56.011" v="848" actId="478"/>
          <ac:spMkLst>
            <pc:docMk/>
            <pc:sldMk cId="2823670448" sldId="286"/>
            <ac:spMk id="12" creationId="{021D6CC0-0CDB-FD6B-F609-213851C2F01F}"/>
          </ac:spMkLst>
        </pc:spChg>
        <pc:spChg chg="add mod">
          <ac:chgData name="lu jiaxuan" userId="9247156b4823de1e" providerId="LiveId" clId="{B980ABBF-10A8-4464-9302-9A28BF8B3AE8}" dt="2023-11-01T14:50:08.956" v="1292" actId="14100"/>
          <ac:spMkLst>
            <pc:docMk/>
            <pc:sldMk cId="2823670448" sldId="286"/>
            <ac:spMk id="12" creationId="{27460DDC-497F-939D-782D-760DCA3123AB}"/>
          </ac:spMkLst>
        </pc:spChg>
        <pc:grpChg chg="add">
          <ac:chgData name="lu jiaxuan" userId="9247156b4823de1e" providerId="LiveId" clId="{B980ABBF-10A8-4464-9302-9A28BF8B3AE8}" dt="2023-10-30T14:49:06.183" v="927" actId="164"/>
          <ac:grpSpMkLst>
            <pc:docMk/>
            <pc:sldMk cId="2823670448" sldId="286"/>
            <ac:grpSpMk id="7" creationId="{7C7B1D25-480D-AB7C-58F5-22F28F470473}"/>
          </ac:grpSpMkLst>
        </pc:grpChg>
        <pc:grpChg chg="add mod">
          <ac:chgData name="lu jiaxuan" userId="9247156b4823de1e" providerId="LiveId" clId="{B980ABBF-10A8-4464-9302-9A28BF8B3AE8}" dt="2023-11-01T15:10:01.321" v="1299" actId="1076"/>
          <ac:grpSpMkLst>
            <pc:docMk/>
            <pc:sldMk cId="2823670448" sldId="286"/>
            <ac:grpSpMk id="13" creationId="{D2D9170E-67FF-801A-9F2C-21350FEF05A4}"/>
          </ac:grpSpMkLst>
        </pc:grpChg>
        <pc:picChg chg="mod">
          <ac:chgData name="lu jiaxuan" userId="9247156b4823de1e" providerId="LiveId" clId="{B980ABBF-10A8-4464-9302-9A28BF8B3AE8}" dt="2023-10-30T14:48:49.927" v="920" actId="1076"/>
          <ac:picMkLst>
            <pc:docMk/>
            <pc:sldMk cId="2823670448" sldId="286"/>
            <ac:picMk id="2" creationId="{652C39C0-C8BB-2CEC-BD3F-7055FB233992}"/>
          </ac:picMkLst>
        </pc:picChg>
        <pc:picChg chg="del">
          <ac:chgData name="lu jiaxuan" userId="9247156b4823de1e" providerId="LiveId" clId="{B980ABBF-10A8-4464-9302-9A28BF8B3AE8}" dt="2023-10-30T14:38:53.651" v="847" actId="478"/>
          <ac:picMkLst>
            <pc:docMk/>
            <pc:sldMk cId="2823670448" sldId="286"/>
            <ac:picMk id="10" creationId="{2257E2AF-B951-B928-E9F3-84136083A9B7}"/>
          </ac:picMkLst>
        </pc:picChg>
        <pc:picChg chg="add mod">
          <ac:chgData name="lu jiaxuan" userId="9247156b4823de1e" providerId="LiveId" clId="{B980ABBF-10A8-4464-9302-9A28BF8B3AE8}" dt="2023-11-01T14:49:55.152" v="1289" actId="1038"/>
          <ac:picMkLst>
            <pc:docMk/>
            <pc:sldMk cId="2823670448" sldId="286"/>
            <ac:picMk id="10" creationId="{B4EBD973-8EA5-9E3C-9534-CE70612BB625}"/>
          </ac:picMkLst>
        </pc:picChg>
      </pc:sldChg>
      <pc:sldChg chg="addSp delSp modSp add mod delAnim modAnim modNotesTx">
        <pc:chgData name="lu jiaxuan" userId="9247156b4823de1e" providerId="LiveId" clId="{B980ABBF-10A8-4464-9302-9A28BF8B3AE8}" dt="2023-11-04T07:25:33.443" v="6403"/>
        <pc:sldMkLst>
          <pc:docMk/>
          <pc:sldMk cId="2433745601" sldId="287"/>
        </pc:sldMkLst>
        <pc:spChg chg="mod">
          <ac:chgData name="lu jiaxuan" userId="9247156b4823de1e" providerId="LiveId" clId="{B980ABBF-10A8-4464-9302-9A28BF8B3AE8}" dt="2023-11-01T15:10:31.725" v="1307" actId="20577"/>
          <ac:spMkLst>
            <pc:docMk/>
            <pc:sldMk cId="2433745601" sldId="287"/>
            <ac:spMk id="4" creationId="{49698F61-6517-4520-3A1E-6E1FBE908189}"/>
          </ac:spMkLst>
        </pc:spChg>
        <pc:grpChg chg="del">
          <ac:chgData name="lu jiaxuan" userId="9247156b4823de1e" providerId="LiveId" clId="{B980ABBF-10A8-4464-9302-9A28BF8B3AE8}" dt="2023-11-01T15:10:24.308" v="1302" actId="478"/>
          <ac:grpSpMkLst>
            <pc:docMk/>
            <pc:sldMk cId="2433745601" sldId="287"/>
            <ac:grpSpMk id="13" creationId="{D2D9170E-67FF-801A-9F2C-21350FEF05A4}"/>
          </ac:grpSpMkLst>
        </pc:grpChg>
        <pc:picChg chg="add mod">
          <ac:chgData name="lu jiaxuan" userId="9247156b4823de1e" providerId="LiveId" clId="{B980ABBF-10A8-4464-9302-9A28BF8B3AE8}" dt="2023-11-01T15:17:19.917" v="1343" actId="1037"/>
          <ac:picMkLst>
            <pc:docMk/>
            <pc:sldMk cId="2433745601" sldId="287"/>
            <ac:picMk id="1026" creationId="{2A7A0914-394C-342F-88AD-648B48A695E2}"/>
          </ac:picMkLst>
        </pc:picChg>
        <pc:inkChg chg="add">
          <ac:chgData name="lu jiaxuan" userId="9247156b4823de1e" providerId="LiveId" clId="{B980ABBF-10A8-4464-9302-9A28BF8B3AE8}" dt="2023-11-04T07:25:33.443" v="6403"/>
          <ac:inkMkLst>
            <pc:docMk/>
            <pc:sldMk cId="2433745601" sldId="287"/>
            <ac:inkMk id="10" creationId="{BB8A5349-5B2F-F597-F998-AABF3ADEDCE7}"/>
          </ac:inkMkLst>
        </pc:inkChg>
      </pc:sldChg>
      <pc:sldChg chg="addSp modNotesTx">
        <pc:chgData name="lu jiaxuan" userId="9247156b4823de1e" providerId="LiveId" clId="{B980ABBF-10A8-4464-9302-9A28BF8B3AE8}" dt="2023-11-04T09:07:50.032" v="6404"/>
        <pc:sldMkLst>
          <pc:docMk/>
          <pc:sldMk cId="1718999865" sldId="290"/>
        </pc:sldMkLst>
        <pc:inkChg chg="add">
          <ac:chgData name="lu jiaxuan" userId="9247156b4823de1e" providerId="LiveId" clId="{B980ABBF-10A8-4464-9302-9A28BF8B3AE8}" dt="2023-11-04T09:07:50.032" v="6404"/>
          <ac:inkMkLst>
            <pc:docMk/>
            <pc:sldMk cId="1718999865" sldId="290"/>
            <ac:inkMk id="6" creationId="{81FD0F8E-03AA-F674-83E0-3B6DA70EB98F}"/>
          </ac:inkMkLst>
        </pc:inkChg>
      </pc:sldChg>
      <pc:sldChg chg="modNotesTx">
        <pc:chgData name="lu jiaxuan" userId="9247156b4823de1e" providerId="LiveId" clId="{B980ABBF-10A8-4464-9302-9A28BF8B3AE8}" dt="2023-11-02T14:24:27.846" v="1424" actId="20577"/>
        <pc:sldMkLst>
          <pc:docMk/>
          <pc:sldMk cId="1866724902" sldId="293"/>
        </pc:sldMkLst>
      </pc:sldChg>
      <pc:sldChg chg="addSp delSp modSp add mod delAnim modAnim modNotesTx">
        <pc:chgData name="lu jiaxuan" userId="9247156b4823de1e" providerId="LiveId" clId="{B980ABBF-10A8-4464-9302-9A28BF8B3AE8}" dt="2023-11-04T11:06:16.925" v="6405"/>
        <pc:sldMkLst>
          <pc:docMk/>
          <pc:sldMk cId="625601863" sldId="294"/>
        </pc:sldMkLst>
        <pc:spChg chg="mod">
          <ac:chgData name="lu jiaxuan" userId="9247156b4823de1e" providerId="LiveId" clId="{B980ABBF-10A8-4464-9302-9A28BF8B3AE8}" dt="2023-11-02T13:08:20.320" v="1356" actId="20577"/>
          <ac:spMkLst>
            <pc:docMk/>
            <pc:sldMk cId="625601863" sldId="294"/>
            <ac:spMk id="4" creationId="{49698F61-6517-4520-3A1E-6E1FBE908189}"/>
          </ac:spMkLst>
        </pc:spChg>
        <pc:spChg chg="mod">
          <ac:chgData name="lu jiaxuan" userId="9247156b4823de1e" providerId="LiveId" clId="{B980ABBF-10A8-4464-9302-9A28BF8B3AE8}" dt="2023-11-02T14:21:56.810" v="1417" actId="20577"/>
          <ac:spMkLst>
            <pc:docMk/>
            <pc:sldMk cId="625601863" sldId="294"/>
            <ac:spMk id="7" creationId="{A372F6C4-58D5-D933-FF9A-C195592F0CC5}"/>
          </ac:spMkLst>
        </pc:spChg>
        <pc:spChg chg="mod">
          <ac:chgData name="lu jiaxuan" userId="9247156b4823de1e" providerId="LiveId" clId="{B980ABBF-10A8-4464-9302-9A28BF8B3AE8}" dt="2023-11-02T14:29:03.240" v="1445" actId="1035"/>
          <ac:spMkLst>
            <pc:docMk/>
            <pc:sldMk cId="625601863" sldId="294"/>
            <ac:spMk id="11" creationId="{E37E6B05-A287-94E6-DE31-02F28EE21EAC}"/>
          </ac:spMkLst>
        </pc:spChg>
        <pc:spChg chg="add mod">
          <ac:chgData name="lu jiaxuan" userId="9247156b4823de1e" providerId="LiveId" clId="{B980ABBF-10A8-4464-9302-9A28BF8B3AE8}" dt="2023-11-02T13:39:59.497" v="1402" actId="1038"/>
          <ac:spMkLst>
            <pc:docMk/>
            <pc:sldMk cId="625601863" sldId="294"/>
            <ac:spMk id="12" creationId="{22AB0223-7DB6-CCF3-115C-F5C8A99A3234}"/>
          </ac:spMkLst>
        </pc:spChg>
        <pc:spChg chg="del">
          <ac:chgData name="lu jiaxuan" userId="9247156b4823de1e" providerId="LiveId" clId="{B980ABBF-10A8-4464-9302-9A28BF8B3AE8}" dt="2023-11-02T13:08:24.364" v="1357" actId="478"/>
          <ac:spMkLst>
            <pc:docMk/>
            <pc:sldMk cId="625601863" sldId="294"/>
            <ac:spMk id="17" creationId="{F553D71A-6D04-C115-01DD-A7FEE5E3531A}"/>
          </ac:spMkLst>
        </pc:spChg>
        <pc:picChg chg="add mod">
          <ac:chgData name="lu jiaxuan" userId="9247156b4823de1e" providerId="LiveId" clId="{B980ABBF-10A8-4464-9302-9A28BF8B3AE8}" dt="2023-11-02T13:39:59.497" v="1402" actId="1038"/>
          <ac:picMkLst>
            <pc:docMk/>
            <pc:sldMk cId="625601863" sldId="294"/>
            <ac:picMk id="6" creationId="{CCA24EC4-B497-DE54-8EDF-7BB08E797D3F}"/>
          </ac:picMkLst>
        </pc:picChg>
        <pc:picChg chg="del">
          <ac:chgData name="lu jiaxuan" userId="9247156b4823de1e" providerId="LiveId" clId="{B980ABBF-10A8-4464-9302-9A28BF8B3AE8}" dt="2023-11-02T13:08:24.364" v="1357" actId="478"/>
          <ac:picMkLst>
            <pc:docMk/>
            <pc:sldMk cId="625601863" sldId="294"/>
            <ac:picMk id="13" creationId="{A3F13175-4C66-993B-6DDE-5665958322FC}"/>
          </ac:picMkLst>
        </pc:picChg>
        <pc:picChg chg="del">
          <ac:chgData name="lu jiaxuan" userId="9247156b4823de1e" providerId="LiveId" clId="{B980ABBF-10A8-4464-9302-9A28BF8B3AE8}" dt="2023-11-02T13:08:24.364" v="1357" actId="478"/>
          <ac:picMkLst>
            <pc:docMk/>
            <pc:sldMk cId="625601863" sldId="294"/>
            <ac:picMk id="16" creationId="{6FD15982-5F27-C8DF-323F-1D1FEE7D82A3}"/>
          </ac:picMkLst>
        </pc:picChg>
        <pc:picChg chg="del">
          <ac:chgData name="lu jiaxuan" userId="9247156b4823de1e" providerId="LiveId" clId="{B980ABBF-10A8-4464-9302-9A28BF8B3AE8}" dt="2023-11-02T13:08:24.364" v="1357" actId="478"/>
          <ac:picMkLst>
            <pc:docMk/>
            <pc:sldMk cId="625601863" sldId="294"/>
            <ac:picMk id="19" creationId="{CFFBCE0A-C5AB-0C8F-8839-315E3815CCD6}"/>
          </ac:picMkLst>
        </pc:picChg>
        <pc:picChg chg="del">
          <ac:chgData name="lu jiaxuan" userId="9247156b4823de1e" providerId="LiveId" clId="{B980ABBF-10A8-4464-9302-9A28BF8B3AE8}" dt="2023-11-02T13:08:24.364" v="1357" actId="478"/>
          <ac:picMkLst>
            <pc:docMk/>
            <pc:sldMk cId="625601863" sldId="294"/>
            <ac:picMk id="23" creationId="{22C0E47A-D3DA-69F1-E0DF-7E7820B15F2F}"/>
          </ac:picMkLst>
        </pc:picChg>
        <pc:picChg chg="add mod">
          <ac:chgData name="lu jiaxuan" userId="9247156b4823de1e" providerId="LiveId" clId="{B980ABBF-10A8-4464-9302-9A28BF8B3AE8}" dt="2023-11-02T14:14:07.768" v="1406" actId="1076"/>
          <ac:picMkLst>
            <pc:docMk/>
            <pc:sldMk cId="625601863" sldId="294"/>
            <ac:picMk id="1026" creationId="{834ADAAB-E739-9E3F-257D-E4E619AF2D3E}"/>
          </ac:picMkLst>
        </pc:picChg>
        <pc:inkChg chg="add">
          <ac:chgData name="lu jiaxuan" userId="9247156b4823de1e" providerId="LiveId" clId="{B980ABBF-10A8-4464-9302-9A28BF8B3AE8}" dt="2023-11-04T11:06:16.925" v="6405"/>
          <ac:inkMkLst>
            <pc:docMk/>
            <pc:sldMk cId="625601863" sldId="294"/>
            <ac:inkMk id="13" creationId="{46407B01-1630-8FCF-3170-597C53B8DED4}"/>
          </ac:inkMkLst>
        </pc:inkChg>
        <pc:cxnChg chg="del">
          <ac:chgData name="lu jiaxuan" userId="9247156b4823de1e" providerId="LiveId" clId="{B980ABBF-10A8-4464-9302-9A28BF8B3AE8}" dt="2023-11-02T13:08:24.364" v="1357" actId="478"/>
          <ac:cxnSpMkLst>
            <pc:docMk/>
            <pc:sldMk cId="625601863" sldId="294"/>
            <ac:cxnSpMk id="24" creationId="{6764E565-C434-7F24-7CD3-4DEFA57D3787}"/>
          </ac:cxnSpMkLst>
        </pc:cxnChg>
      </pc:sldChg>
      <pc:sldChg chg="addSp modSp mod modAnim modNotesTx">
        <pc:chgData name="lu jiaxuan" userId="9247156b4823de1e" providerId="LiveId" clId="{B980ABBF-10A8-4464-9302-9A28BF8B3AE8}" dt="2023-11-04T14:25:17.089" v="6406"/>
        <pc:sldMkLst>
          <pc:docMk/>
          <pc:sldMk cId="1320956478" sldId="298"/>
        </pc:sldMkLst>
        <pc:spChg chg="add mod">
          <ac:chgData name="lu jiaxuan" userId="9247156b4823de1e" providerId="LiveId" clId="{B980ABBF-10A8-4464-9302-9A28BF8B3AE8}" dt="2023-11-04T01:41:10.498" v="4742" actId="1035"/>
          <ac:spMkLst>
            <pc:docMk/>
            <pc:sldMk cId="1320956478" sldId="298"/>
            <ac:spMk id="2" creationId="{AF6C0BB6-C939-B896-911D-C0ABCD692378}"/>
          </ac:spMkLst>
        </pc:spChg>
        <pc:picChg chg="mod">
          <ac:chgData name="lu jiaxuan" userId="9247156b4823de1e" providerId="LiveId" clId="{B980ABBF-10A8-4464-9302-9A28BF8B3AE8}" dt="2023-11-04T01:41:10.498" v="4742" actId="1035"/>
          <ac:picMkLst>
            <pc:docMk/>
            <pc:sldMk cId="1320956478" sldId="298"/>
            <ac:picMk id="3" creationId="{0D845F91-13B7-F17D-D703-8D3D4DC3C5C9}"/>
          </ac:picMkLst>
        </pc:picChg>
        <pc:inkChg chg="add">
          <ac:chgData name="lu jiaxuan" userId="9247156b4823de1e" providerId="LiveId" clId="{B980ABBF-10A8-4464-9302-9A28BF8B3AE8}" dt="2023-11-04T14:25:17.089" v="6406"/>
          <ac:inkMkLst>
            <pc:docMk/>
            <pc:sldMk cId="1320956478" sldId="298"/>
            <ac:inkMk id="11" creationId="{635B1FDB-3751-5A71-FFDE-B5EC1927CD8A}"/>
          </ac:inkMkLst>
        </pc:inkChg>
        <pc:cxnChg chg="add mod">
          <ac:chgData name="lu jiaxuan" userId="9247156b4823de1e" providerId="LiveId" clId="{B980ABBF-10A8-4464-9302-9A28BF8B3AE8}" dt="2023-11-04T01:41:23.336" v="4745" actId="208"/>
          <ac:cxnSpMkLst>
            <pc:docMk/>
            <pc:sldMk cId="1320956478" sldId="298"/>
            <ac:cxnSpMk id="6" creationId="{B0FB3CEC-FA4F-493B-BDEE-14BF56DEFB8C}"/>
          </ac:cxnSpMkLst>
        </pc:cxnChg>
      </pc:sldChg>
      <pc:sldChg chg="addSp delSp modSp add mod modAnim modNotesTx">
        <pc:chgData name="lu jiaxuan" userId="9247156b4823de1e" providerId="LiveId" clId="{B980ABBF-10A8-4464-9302-9A28BF8B3AE8}" dt="2023-11-04T14:30:43.326" v="6407"/>
        <pc:sldMkLst>
          <pc:docMk/>
          <pc:sldMk cId="1658116734" sldId="299"/>
        </pc:sldMkLst>
        <pc:spChg chg="mod">
          <ac:chgData name="lu jiaxuan" userId="9247156b4823de1e" providerId="LiveId" clId="{B980ABBF-10A8-4464-9302-9A28BF8B3AE8}" dt="2023-11-03T15:06:04.857" v="4124"/>
          <ac:spMkLst>
            <pc:docMk/>
            <pc:sldMk cId="1658116734" sldId="299"/>
            <ac:spMk id="4" creationId="{49698F61-6517-4520-3A1E-6E1FBE908189}"/>
          </ac:spMkLst>
        </pc:spChg>
        <pc:spChg chg="add mod">
          <ac:chgData name="lu jiaxuan" userId="9247156b4823de1e" providerId="LiveId" clId="{B980ABBF-10A8-4464-9302-9A28BF8B3AE8}" dt="2023-11-04T01:52:28.289" v="4929" actId="1037"/>
          <ac:spMkLst>
            <pc:docMk/>
            <pc:sldMk cId="1658116734" sldId="299"/>
            <ac:spMk id="6" creationId="{4AE15D00-372D-3A57-E2F8-D2832ACDC883}"/>
          </ac:spMkLst>
        </pc:spChg>
        <pc:spChg chg="add mod">
          <ac:chgData name="lu jiaxuan" userId="9247156b4823de1e" providerId="LiveId" clId="{B980ABBF-10A8-4464-9302-9A28BF8B3AE8}" dt="2023-11-04T01:50:53.890" v="4810" actId="1036"/>
          <ac:spMkLst>
            <pc:docMk/>
            <pc:sldMk cId="1658116734" sldId="299"/>
            <ac:spMk id="10" creationId="{96E81A5A-5859-9C6E-1883-E50B00C1C99F}"/>
          </ac:spMkLst>
        </pc:spChg>
        <pc:spChg chg="add mod">
          <ac:chgData name="lu jiaxuan" userId="9247156b4823de1e" providerId="LiveId" clId="{B980ABBF-10A8-4464-9302-9A28BF8B3AE8}" dt="2023-11-04T01:51:07.015" v="4835" actId="1035"/>
          <ac:spMkLst>
            <pc:docMk/>
            <pc:sldMk cId="1658116734" sldId="299"/>
            <ac:spMk id="13" creationId="{AC037258-A90E-87AB-16C5-D76E14AC9793}"/>
          </ac:spMkLst>
        </pc:spChg>
        <pc:picChg chg="del">
          <ac:chgData name="lu jiaxuan" userId="9247156b4823de1e" providerId="LiveId" clId="{B980ABBF-10A8-4464-9302-9A28BF8B3AE8}" dt="2023-11-03T15:06:00.303" v="4116" actId="478"/>
          <ac:picMkLst>
            <pc:docMk/>
            <pc:sldMk cId="1658116734" sldId="299"/>
            <ac:picMk id="3" creationId="{0D845F91-13B7-F17D-D703-8D3D4DC3C5C9}"/>
          </ac:picMkLst>
        </pc:picChg>
        <pc:picChg chg="add mod">
          <ac:chgData name="lu jiaxuan" userId="9247156b4823de1e" providerId="LiveId" clId="{B980ABBF-10A8-4464-9302-9A28BF8B3AE8}" dt="2023-11-04T01:48:59.780" v="4773" actId="1037"/>
          <ac:picMkLst>
            <pc:docMk/>
            <pc:sldMk cId="1658116734" sldId="299"/>
            <ac:picMk id="5" creationId="{70B3031D-1CE0-175C-AF05-0F636598BE74}"/>
          </ac:picMkLst>
        </pc:picChg>
        <pc:picChg chg="add mod">
          <ac:chgData name="lu jiaxuan" userId="9247156b4823de1e" providerId="LiveId" clId="{B980ABBF-10A8-4464-9302-9A28BF8B3AE8}" dt="2023-11-04T01:50:53.890" v="4810" actId="1036"/>
          <ac:picMkLst>
            <pc:docMk/>
            <pc:sldMk cId="1658116734" sldId="299"/>
            <ac:picMk id="9" creationId="{851F5069-6647-3FB3-7D5E-2D964B40887D}"/>
          </ac:picMkLst>
        </pc:picChg>
        <pc:picChg chg="add mod">
          <ac:chgData name="lu jiaxuan" userId="9247156b4823de1e" providerId="LiveId" clId="{B980ABBF-10A8-4464-9302-9A28BF8B3AE8}" dt="2023-11-04T01:51:07.015" v="4835" actId="1035"/>
          <ac:picMkLst>
            <pc:docMk/>
            <pc:sldMk cId="1658116734" sldId="299"/>
            <ac:picMk id="12" creationId="{18B1EBC4-753B-C89C-5D71-5BC8BB5D743C}"/>
          </ac:picMkLst>
        </pc:picChg>
        <pc:inkChg chg="add">
          <ac:chgData name="lu jiaxuan" userId="9247156b4823de1e" providerId="LiveId" clId="{B980ABBF-10A8-4464-9302-9A28BF8B3AE8}" dt="2023-11-04T14:30:43.326" v="6407"/>
          <ac:inkMkLst>
            <pc:docMk/>
            <pc:sldMk cId="1658116734" sldId="299"/>
            <ac:inkMk id="14" creationId="{87FBC714-DC05-952D-C624-F7346186BEB3}"/>
          </ac:inkMkLst>
        </pc:inkChg>
      </pc:sldChg>
      <pc:sldChg chg="addSp delSp modSp add mod delAnim modAnim modNotesTx">
        <pc:chgData name="lu jiaxuan" userId="9247156b4823de1e" providerId="LiveId" clId="{B980ABBF-10A8-4464-9302-9A28BF8B3AE8}" dt="2023-11-04T02:48:37.351" v="6400" actId="20577"/>
        <pc:sldMkLst>
          <pc:docMk/>
          <pc:sldMk cId="905525827" sldId="300"/>
        </pc:sldMkLst>
        <pc:spChg chg="mod">
          <ac:chgData name="lu jiaxuan" userId="9247156b4823de1e" providerId="LiveId" clId="{B980ABBF-10A8-4464-9302-9A28BF8B3AE8}" dt="2023-11-04T02:06:59.626" v="5618" actId="20577"/>
          <ac:spMkLst>
            <pc:docMk/>
            <pc:sldMk cId="905525827" sldId="300"/>
            <ac:spMk id="4" creationId="{49698F61-6517-4520-3A1E-6E1FBE908189}"/>
          </ac:spMkLst>
        </pc:spChg>
        <pc:spChg chg="del">
          <ac:chgData name="lu jiaxuan" userId="9247156b4823de1e" providerId="LiveId" clId="{B980ABBF-10A8-4464-9302-9A28BF8B3AE8}" dt="2023-11-04T02:07:02.971" v="5619" actId="478"/>
          <ac:spMkLst>
            <pc:docMk/>
            <pc:sldMk cId="905525827" sldId="300"/>
            <ac:spMk id="6" creationId="{4AE15D00-372D-3A57-E2F8-D2832ACDC883}"/>
          </ac:spMkLst>
        </pc:spChg>
        <pc:spChg chg="del">
          <ac:chgData name="lu jiaxuan" userId="9247156b4823de1e" providerId="LiveId" clId="{B980ABBF-10A8-4464-9302-9A28BF8B3AE8}" dt="2023-11-04T02:07:02.971" v="5619" actId="478"/>
          <ac:spMkLst>
            <pc:docMk/>
            <pc:sldMk cId="905525827" sldId="300"/>
            <ac:spMk id="7" creationId="{A372F6C4-58D5-D933-FF9A-C195592F0CC5}"/>
          </ac:spMkLst>
        </pc:spChg>
        <pc:spChg chg="add mod">
          <ac:chgData name="lu jiaxuan" userId="9247156b4823de1e" providerId="LiveId" clId="{B980ABBF-10A8-4464-9302-9A28BF8B3AE8}" dt="2023-11-04T02:46:01.183" v="6393" actId="1038"/>
          <ac:spMkLst>
            <pc:docMk/>
            <pc:sldMk cId="905525827" sldId="300"/>
            <ac:spMk id="8" creationId="{DAE34D6F-6C1D-9722-D660-2F93B2C3B98F}"/>
          </ac:spMkLst>
        </pc:spChg>
        <pc:spChg chg="del">
          <ac:chgData name="lu jiaxuan" userId="9247156b4823de1e" providerId="LiveId" clId="{B980ABBF-10A8-4464-9302-9A28BF8B3AE8}" dt="2023-11-04T02:07:02.971" v="5619" actId="478"/>
          <ac:spMkLst>
            <pc:docMk/>
            <pc:sldMk cId="905525827" sldId="300"/>
            <ac:spMk id="10" creationId="{96E81A5A-5859-9C6E-1883-E50B00C1C99F}"/>
          </ac:spMkLst>
        </pc:spChg>
        <pc:spChg chg="add mod">
          <ac:chgData name="lu jiaxuan" userId="9247156b4823de1e" providerId="LiveId" clId="{B980ABBF-10A8-4464-9302-9A28BF8B3AE8}" dt="2023-11-04T02:46:07.860" v="6399"/>
          <ac:spMkLst>
            <pc:docMk/>
            <pc:sldMk cId="905525827" sldId="300"/>
            <ac:spMk id="11" creationId="{7BC81D82-BEC6-2383-F230-EB44343CD53F}"/>
          </ac:spMkLst>
        </pc:spChg>
        <pc:spChg chg="del">
          <ac:chgData name="lu jiaxuan" userId="9247156b4823de1e" providerId="LiveId" clId="{B980ABBF-10A8-4464-9302-9A28BF8B3AE8}" dt="2023-11-04T02:07:02.971" v="5619" actId="478"/>
          <ac:spMkLst>
            <pc:docMk/>
            <pc:sldMk cId="905525827" sldId="300"/>
            <ac:spMk id="13" creationId="{AC037258-A90E-87AB-16C5-D76E14AC9793}"/>
          </ac:spMkLst>
        </pc:spChg>
        <pc:spChg chg="add mod">
          <ac:chgData name="lu jiaxuan" userId="9247156b4823de1e" providerId="LiveId" clId="{B980ABBF-10A8-4464-9302-9A28BF8B3AE8}" dt="2023-11-04T02:46:01.183" v="6393" actId="1038"/>
          <ac:spMkLst>
            <pc:docMk/>
            <pc:sldMk cId="905525827" sldId="300"/>
            <ac:spMk id="14" creationId="{96230C18-A27C-96B7-B327-F9C3B63D5BB3}"/>
          </ac:spMkLst>
        </pc:spChg>
        <pc:graphicFrameChg chg="add del mod">
          <ac:chgData name="lu jiaxuan" userId="9247156b4823de1e" providerId="LiveId" clId="{B980ABBF-10A8-4464-9302-9A28BF8B3AE8}" dt="2023-11-04T02:26:15.046" v="5646" actId="478"/>
          <ac:graphicFrameMkLst>
            <pc:docMk/>
            <pc:sldMk cId="905525827" sldId="300"/>
            <ac:graphicFrameMk id="2" creationId="{A8B339C2-46F3-0F53-5D0B-56FE0B4A56E6}"/>
          </ac:graphicFrameMkLst>
        </pc:graphicFrameChg>
        <pc:graphicFrameChg chg="add mod">
          <ac:chgData name="lu jiaxuan" userId="9247156b4823de1e" providerId="LiveId" clId="{B980ABBF-10A8-4464-9302-9A28BF8B3AE8}" dt="2023-11-04T02:28:35.717" v="5714" actId="1037"/>
          <ac:graphicFrameMkLst>
            <pc:docMk/>
            <pc:sldMk cId="905525827" sldId="300"/>
            <ac:graphicFrameMk id="3" creationId="{2FAB257A-0F77-62D6-083F-3237209843F9}"/>
          </ac:graphicFrameMkLst>
        </pc:graphicFrameChg>
        <pc:picChg chg="del">
          <ac:chgData name="lu jiaxuan" userId="9247156b4823de1e" providerId="LiveId" clId="{B980ABBF-10A8-4464-9302-9A28BF8B3AE8}" dt="2023-11-04T02:06:51.133" v="5612" actId="478"/>
          <ac:picMkLst>
            <pc:docMk/>
            <pc:sldMk cId="905525827" sldId="300"/>
            <ac:picMk id="5" creationId="{70B3031D-1CE0-175C-AF05-0F636598BE74}"/>
          </ac:picMkLst>
        </pc:picChg>
        <pc:picChg chg="del">
          <ac:chgData name="lu jiaxuan" userId="9247156b4823de1e" providerId="LiveId" clId="{B980ABBF-10A8-4464-9302-9A28BF8B3AE8}" dt="2023-11-04T02:07:02.971" v="5619" actId="478"/>
          <ac:picMkLst>
            <pc:docMk/>
            <pc:sldMk cId="905525827" sldId="300"/>
            <ac:picMk id="9" creationId="{851F5069-6647-3FB3-7D5E-2D964B40887D}"/>
          </ac:picMkLst>
        </pc:picChg>
        <pc:picChg chg="del">
          <ac:chgData name="lu jiaxuan" userId="9247156b4823de1e" providerId="LiveId" clId="{B980ABBF-10A8-4464-9302-9A28BF8B3AE8}" dt="2023-11-04T02:07:02.971" v="5619" actId="478"/>
          <ac:picMkLst>
            <pc:docMk/>
            <pc:sldMk cId="905525827" sldId="300"/>
            <ac:picMk id="12" creationId="{18B1EBC4-753B-C89C-5D71-5BC8BB5D743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BA3B67-1AF9-4F0E-B820-4C127EC7662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39BB5FE-CD1D-48F2-ABB5-1081142099F9}">
      <dgm:prSet phldrT="[文本]"/>
      <dgm:spPr/>
      <dgm:t>
        <a:bodyPr/>
        <a:lstStyle/>
        <a:p>
          <a:r>
            <a:rPr lang="en-US" altLang="zh-CN" dirty="0" err="1"/>
            <a:t>ViT</a:t>
          </a:r>
          <a:endParaRPr lang="zh-CN" altLang="en-US" dirty="0"/>
        </a:p>
      </dgm:t>
    </dgm:pt>
    <dgm:pt modelId="{90479F9E-275B-4B24-88B6-D11CFB8E1AA8}" type="parTrans" cxnId="{07C60BA6-905D-4EAC-9EBD-EC048B29310D}">
      <dgm:prSet/>
      <dgm:spPr/>
      <dgm:t>
        <a:bodyPr/>
        <a:lstStyle/>
        <a:p>
          <a:endParaRPr lang="zh-CN" altLang="en-US"/>
        </a:p>
      </dgm:t>
    </dgm:pt>
    <dgm:pt modelId="{91EA19B0-80A5-4E39-AEF9-106812819BEA}" type="sibTrans" cxnId="{07C60BA6-905D-4EAC-9EBD-EC048B29310D}">
      <dgm:prSet/>
      <dgm:spPr/>
      <dgm:t>
        <a:bodyPr/>
        <a:lstStyle/>
        <a:p>
          <a:endParaRPr lang="zh-CN" altLang="en-US"/>
        </a:p>
      </dgm:t>
    </dgm:pt>
    <dgm:pt modelId="{0DD33656-D1C8-4F9C-81F2-3949026F6A24}">
      <dgm:prSet phldrT="[文本]"/>
      <dgm:spPr/>
      <dgm:t>
        <a:bodyPr/>
        <a:lstStyle/>
        <a:p>
          <a:r>
            <a:rPr lang="en-US" altLang="zh-CN" dirty="0" err="1"/>
            <a:t>MoCo</a:t>
          </a:r>
          <a:r>
            <a:rPr lang="en-US" altLang="zh-CN" dirty="0"/>
            <a:t> v3</a:t>
          </a:r>
          <a:endParaRPr lang="zh-CN" altLang="en-US" dirty="0"/>
        </a:p>
      </dgm:t>
    </dgm:pt>
    <dgm:pt modelId="{4A3C96CB-BFCA-4AC4-8418-61A35755C081}" type="parTrans" cxnId="{EE798947-312F-4BDA-9850-5BB6ED16728B}">
      <dgm:prSet/>
      <dgm:spPr/>
      <dgm:t>
        <a:bodyPr/>
        <a:lstStyle/>
        <a:p>
          <a:endParaRPr lang="zh-CN" altLang="en-US"/>
        </a:p>
      </dgm:t>
    </dgm:pt>
    <dgm:pt modelId="{A3E953A2-DCBC-4A76-A52E-48A03D56B464}" type="sibTrans" cxnId="{EE798947-312F-4BDA-9850-5BB6ED16728B}">
      <dgm:prSet/>
      <dgm:spPr/>
      <dgm:t>
        <a:bodyPr/>
        <a:lstStyle/>
        <a:p>
          <a:endParaRPr lang="zh-CN" altLang="en-US"/>
        </a:p>
      </dgm:t>
    </dgm:pt>
    <dgm:pt modelId="{C317649E-4494-47AD-BBCC-3D77110C13DB}">
      <dgm:prSet phldrT="[文本]"/>
      <dgm:spPr/>
      <dgm:t>
        <a:bodyPr/>
        <a:lstStyle/>
        <a:p>
          <a:r>
            <a:rPr lang="en-US" altLang="zh-CN" dirty="0"/>
            <a:t>DINO</a:t>
          </a:r>
          <a:endParaRPr lang="zh-CN" altLang="en-US" dirty="0"/>
        </a:p>
      </dgm:t>
    </dgm:pt>
    <dgm:pt modelId="{E528024C-AAC7-42BE-BE7E-BC7FFB9FB007}" type="parTrans" cxnId="{0E564006-7C5B-48A0-87B4-7056D6C99B01}">
      <dgm:prSet/>
      <dgm:spPr/>
      <dgm:t>
        <a:bodyPr/>
        <a:lstStyle/>
        <a:p>
          <a:endParaRPr lang="zh-CN" altLang="en-US"/>
        </a:p>
      </dgm:t>
    </dgm:pt>
    <dgm:pt modelId="{AC355B25-7333-4FB6-AB68-B276315CE080}" type="sibTrans" cxnId="{0E564006-7C5B-48A0-87B4-7056D6C99B01}">
      <dgm:prSet/>
      <dgm:spPr/>
      <dgm:t>
        <a:bodyPr/>
        <a:lstStyle/>
        <a:p>
          <a:endParaRPr lang="zh-CN" altLang="en-US"/>
        </a:p>
      </dgm:t>
    </dgm:pt>
    <dgm:pt modelId="{4C1C13C8-A3B4-4A26-97F4-07C96828532E}">
      <dgm:prSet phldrT="[文本]"/>
      <dgm:spPr/>
      <dgm:t>
        <a:bodyPr/>
        <a:lstStyle/>
        <a:p>
          <a:r>
            <a:rPr lang="en-US" altLang="zh-CN" dirty="0"/>
            <a:t>MAE</a:t>
          </a:r>
          <a:endParaRPr lang="zh-CN" altLang="en-US" dirty="0"/>
        </a:p>
      </dgm:t>
    </dgm:pt>
    <dgm:pt modelId="{819E33F5-92EE-4206-A8C3-713B9949EC36}" type="parTrans" cxnId="{5429C7BF-CA97-42D2-B957-CB12B9A434BC}">
      <dgm:prSet/>
      <dgm:spPr/>
      <dgm:t>
        <a:bodyPr/>
        <a:lstStyle/>
        <a:p>
          <a:endParaRPr lang="zh-CN" altLang="en-US"/>
        </a:p>
      </dgm:t>
    </dgm:pt>
    <dgm:pt modelId="{7D64D7C3-793F-49BD-A365-34CF9483C6F1}" type="sibTrans" cxnId="{5429C7BF-CA97-42D2-B957-CB12B9A434BC}">
      <dgm:prSet/>
      <dgm:spPr/>
      <dgm:t>
        <a:bodyPr/>
        <a:lstStyle/>
        <a:p>
          <a:endParaRPr lang="zh-CN" altLang="en-US"/>
        </a:p>
      </dgm:t>
    </dgm:pt>
    <dgm:pt modelId="{8BA21601-8558-4701-A7DB-5DEF1EF38F97}">
      <dgm:prSet phldrT="[文本]"/>
      <dgm:spPr/>
      <dgm:t>
        <a:bodyPr/>
        <a:lstStyle/>
        <a:p>
          <a:r>
            <a:rPr lang="en-US" altLang="zh-CN" dirty="0"/>
            <a:t>SAM</a:t>
          </a:r>
          <a:endParaRPr lang="zh-CN" altLang="en-US" dirty="0"/>
        </a:p>
      </dgm:t>
    </dgm:pt>
    <dgm:pt modelId="{FA0F6930-6CD6-4A2B-AC12-DCFC2B4696A3}" type="parTrans" cxnId="{718D04F0-3776-4548-BF62-67424918F9AC}">
      <dgm:prSet/>
      <dgm:spPr/>
      <dgm:t>
        <a:bodyPr/>
        <a:lstStyle/>
        <a:p>
          <a:endParaRPr lang="zh-CN" altLang="en-US"/>
        </a:p>
      </dgm:t>
    </dgm:pt>
    <dgm:pt modelId="{F0300CB8-40D9-47A9-8DB7-128A00F0BB4D}" type="sibTrans" cxnId="{718D04F0-3776-4548-BF62-67424918F9AC}">
      <dgm:prSet/>
      <dgm:spPr/>
      <dgm:t>
        <a:bodyPr/>
        <a:lstStyle/>
        <a:p>
          <a:endParaRPr lang="zh-CN" altLang="en-US"/>
        </a:p>
      </dgm:t>
    </dgm:pt>
    <dgm:pt modelId="{EFE76554-DD59-483C-AA2A-1B763A77F61D}" type="pres">
      <dgm:prSet presAssocID="{C5BA3B67-1AF9-4F0E-B820-4C127EC7662A}" presName="diagram" presStyleCnt="0">
        <dgm:presLayoutVars>
          <dgm:dir/>
          <dgm:resizeHandles val="exact"/>
        </dgm:presLayoutVars>
      </dgm:prSet>
      <dgm:spPr/>
    </dgm:pt>
    <dgm:pt modelId="{6E3E343C-E297-4099-A02D-14D9DE344F36}" type="pres">
      <dgm:prSet presAssocID="{F39BB5FE-CD1D-48F2-ABB5-1081142099F9}" presName="node" presStyleLbl="node1" presStyleIdx="0" presStyleCnt="5" custScaleX="120656">
        <dgm:presLayoutVars>
          <dgm:bulletEnabled val="1"/>
        </dgm:presLayoutVars>
      </dgm:prSet>
      <dgm:spPr/>
    </dgm:pt>
    <dgm:pt modelId="{34D2199A-ED29-4B18-81BE-DACF4A0FDE0A}" type="pres">
      <dgm:prSet presAssocID="{91EA19B0-80A5-4E39-AEF9-106812819BEA}" presName="sibTrans" presStyleCnt="0"/>
      <dgm:spPr/>
    </dgm:pt>
    <dgm:pt modelId="{FE38AA2F-06CB-405B-A26C-B778C5A84230}" type="pres">
      <dgm:prSet presAssocID="{0DD33656-D1C8-4F9C-81F2-3949026F6A24}" presName="node" presStyleLbl="node1" presStyleIdx="1" presStyleCnt="5" custScaleX="120656">
        <dgm:presLayoutVars>
          <dgm:bulletEnabled val="1"/>
        </dgm:presLayoutVars>
      </dgm:prSet>
      <dgm:spPr/>
    </dgm:pt>
    <dgm:pt modelId="{7C3A7945-26F9-45C1-B836-D866DE04086D}" type="pres">
      <dgm:prSet presAssocID="{A3E953A2-DCBC-4A76-A52E-48A03D56B464}" presName="sibTrans" presStyleCnt="0"/>
      <dgm:spPr/>
    </dgm:pt>
    <dgm:pt modelId="{CF7DD32D-FCD4-4B95-BE97-3A094D111DFB}" type="pres">
      <dgm:prSet presAssocID="{C317649E-4494-47AD-BBCC-3D77110C13DB}" presName="node" presStyleLbl="node1" presStyleIdx="2" presStyleCnt="5" custScaleX="120656">
        <dgm:presLayoutVars>
          <dgm:bulletEnabled val="1"/>
        </dgm:presLayoutVars>
      </dgm:prSet>
      <dgm:spPr/>
    </dgm:pt>
    <dgm:pt modelId="{ED7A9B9C-47E3-42E6-9B09-40F4B5D98AFA}" type="pres">
      <dgm:prSet presAssocID="{AC355B25-7333-4FB6-AB68-B276315CE080}" presName="sibTrans" presStyleCnt="0"/>
      <dgm:spPr/>
    </dgm:pt>
    <dgm:pt modelId="{8D4531CE-5EA1-417D-81EF-F1B3CDEC2CB8}" type="pres">
      <dgm:prSet presAssocID="{4C1C13C8-A3B4-4A26-97F4-07C96828532E}" presName="node" presStyleLbl="node1" presStyleIdx="3" presStyleCnt="5" custScaleX="120656">
        <dgm:presLayoutVars>
          <dgm:bulletEnabled val="1"/>
        </dgm:presLayoutVars>
      </dgm:prSet>
      <dgm:spPr/>
    </dgm:pt>
    <dgm:pt modelId="{AE7A38C2-7414-460A-B2A9-2B26EFE0A385}" type="pres">
      <dgm:prSet presAssocID="{7D64D7C3-793F-49BD-A365-34CF9483C6F1}" presName="sibTrans" presStyleCnt="0"/>
      <dgm:spPr/>
    </dgm:pt>
    <dgm:pt modelId="{DCF836D2-0CD2-4208-876F-BE7CE8702253}" type="pres">
      <dgm:prSet presAssocID="{8BA21601-8558-4701-A7DB-5DEF1EF38F97}" presName="node" presStyleLbl="node1" presStyleIdx="4" presStyleCnt="5" custScaleX="120656">
        <dgm:presLayoutVars>
          <dgm:bulletEnabled val="1"/>
        </dgm:presLayoutVars>
      </dgm:prSet>
      <dgm:spPr/>
    </dgm:pt>
  </dgm:ptLst>
  <dgm:cxnLst>
    <dgm:cxn modelId="{0E564006-7C5B-48A0-87B4-7056D6C99B01}" srcId="{C5BA3B67-1AF9-4F0E-B820-4C127EC7662A}" destId="{C317649E-4494-47AD-BBCC-3D77110C13DB}" srcOrd="2" destOrd="0" parTransId="{E528024C-AAC7-42BE-BE7E-BC7FFB9FB007}" sibTransId="{AC355B25-7333-4FB6-AB68-B276315CE080}"/>
    <dgm:cxn modelId="{7C5F640B-0907-42D8-89FC-E730034BDEB7}" type="presOf" srcId="{8BA21601-8558-4701-A7DB-5DEF1EF38F97}" destId="{DCF836D2-0CD2-4208-876F-BE7CE8702253}" srcOrd="0" destOrd="0" presId="urn:microsoft.com/office/officeart/2005/8/layout/default"/>
    <dgm:cxn modelId="{8EF9E71A-5755-4673-BC7E-A240AA0B3EA6}" type="presOf" srcId="{4C1C13C8-A3B4-4A26-97F4-07C96828532E}" destId="{8D4531CE-5EA1-417D-81EF-F1B3CDEC2CB8}" srcOrd="0" destOrd="0" presId="urn:microsoft.com/office/officeart/2005/8/layout/default"/>
    <dgm:cxn modelId="{EEA13B2D-A08E-494C-B44C-352A57E3C804}" type="presOf" srcId="{0DD33656-D1C8-4F9C-81F2-3949026F6A24}" destId="{FE38AA2F-06CB-405B-A26C-B778C5A84230}" srcOrd="0" destOrd="0" presId="urn:microsoft.com/office/officeart/2005/8/layout/default"/>
    <dgm:cxn modelId="{8658D83E-2251-4AAA-8FEB-573F38CE2DBA}" type="presOf" srcId="{C317649E-4494-47AD-BBCC-3D77110C13DB}" destId="{CF7DD32D-FCD4-4B95-BE97-3A094D111DFB}" srcOrd="0" destOrd="0" presId="urn:microsoft.com/office/officeart/2005/8/layout/default"/>
    <dgm:cxn modelId="{668B5441-1A22-4924-89DF-A07B01CAE3E5}" type="presOf" srcId="{F39BB5FE-CD1D-48F2-ABB5-1081142099F9}" destId="{6E3E343C-E297-4099-A02D-14D9DE344F36}" srcOrd="0" destOrd="0" presId="urn:microsoft.com/office/officeart/2005/8/layout/default"/>
    <dgm:cxn modelId="{EE798947-312F-4BDA-9850-5BB6ED16728B}" srcId="{C5BA3B67-1AF9-4F0E-B820-4C127EC7662A}" destId="{0DD33656-D1C8-4F9C-81F2-3949026F6A24}" srcOrd="1" destOrd="0" parTransId="{4A3C96CB-BFCA-4AC4-8418-61A35755C081}" sibTransId="{A3E953A2-DCBC-4A76-A52E-48A03D56B464}"/>
    <dgm:cxn modelId="{07C60BA6-905D-4EAC-9EBD-EC048B29310D}" srcId="{C5BA3B67-1AF9-4F0E-B820-4C127EC7662A}" destId="{F39BB5FE-CD1D-48F2-ABB5-1081142099F9}" srcOrd="0" destOrd="0" parTransId="{90479F9E-275B-4B24-88B6-D11CFB8E1AA8}" sibTransId="{91EA19B0-80A5-4E39-AEF9-106812819BEA}"/>
    <dgm:cxn modelId="{5429C7BF-CA97-42D2-B957-CB12B9A434BC}" srcId="{C5BA3B67-1AF9-4F0E-B820-4C127EC7662A}" destId="{4C1C13C8-A3B4-4A26-97F4-07C96828532E}" srcOrd="3" destOrd="0" parTransId="{819E33F5-92EE-4206-A8C3-713B9949EC36}" sibTransId="{7D64D7C3-793F-49BD-A365-34CF9483C6F1}"/>
    <dgm:cxn modelId="{47E8F3D3-6DA5-46A5-8BB2-1C4CCCE8E749}" type="presOf" srcId="{C5BA3B67-1AF9-4F0E-B820-4C127EC7662A}" destId="{EFE76554-DD59-483C-AA2A-1B763A77F61D}" srcOrd="0" destOrd="0" presId="urn:microsoft.com/office/officeart/2005/8/layout/default"/>
    <dgm:cxn modelId="{718D04F0-3776-4548-BF62-67424918F9AC}" srcId="{C5BA3B67-1AF9-4F0E-B820-4C127EC7662A}" destId="{8BA21601-8558-4701-A7DB-5DEF1EF38F97}" srcOrd="4" destOrd="0" parTransId="{FA0F6930-6CD6-4A2B-AC12-DCFC2B4696A3}" sibTransId="{F0300CB8-40D9-47A9-8DB7-128A00F0BB4D}"/>
    <dgm:cxn modelId="{6B8B3789-C0CF-449F-920A-759124F29CA2}" type="presParOf" srcId="{EFE76554-DD59-483C-AA2A-1B763A77F61D}" destId="{6E3E343C-E297-4099-A02D-14D9DE344F36}" srcOrd="0" destOrd="0" presId="urn:microsoft.com/office/officeart/2005/8/layout/default"/>
    <dgm:cxn modelId="{CD58115B-782C-47D9-9BB6-58835CCAD7CA}" type="presParOf" srcId="{EFE76554-DD59-483C-AA2A-1B763A77F61D}" destId="{34D2199A-ED29-4B18-81BE-DACF4A0FDE0A}" srcOrd="1" destOrd="0" presId="urn:microsoft.com/office/officeart/2005/8/layout/default"/>
    <dgm:cxn modelId="{ADEF77AE-C649-4069-BCA8-26CFF097313D}" type="presParOf" srcId="{EFE76554-DD59-483C-AA2A-1B763A77F61D}" destId="{FE38AA2F-06CB-405B-A26C-B778C5A84230}" srcOrd="2" destOrd="0" presId="urn:microsoft.com/office/officeart/2005/8/layout/default"/>
    <dgm:cxn modelId="{C4FE912F-6090-4135-99FB-501E4E0F9004}" type="presParOf" srcId="{EFE76554-DD59-483C-AA2A-1B763A77F61D}" destId="{7C3A7945-26F9-45C1-B836-D866DE04086D}" srcOrd="3" destOrd="0" presId="urn:microsoft.com/office/officeart/2005/8/layout/default"/>
    <dgm:cxn modelId="{9AD54779-4B3B-44DE-998B-6F5B827AF223}" type="presParOf" srcId="{EFE76554-DD59-483C-AA2A-1B763A77F61D}" destId="{CF7DD32D-FCD4-4B95-BE97-3A094D111DFB}" srcOrd="4" destOrd="0" presId="urn:microsoft.com/office/officeart/2005/8/layout/default"/>
    <dgm:cxn modelId="{FB577D40-5529-45D8-B2B1-A1A1744DAD3C}" type="presParOf" srcId="{EFE76554-DD59-483C-AA2A-1B763A77F61D}" destId="{ED7A9B9C-47E3-42E6-9B09-40F4B5D98AFA}" srcOrd="5" destOrd="0" presId="urn:microsoft.com/office/officeart/2005/8/layout/default"/>
    <dgm:cxn modelId="{43DA4969-4B1E-43F3-BEE9-48B139DF1A81}" type="presParOf" srcId="{EFE76554-DD59-483C-AA2A-1B763A77F61D}" destId="{8D4531CE-5EA1-417D-81EF-F1B3CDEC2CB8}" srcOrd="6" destOrd="0" presId="urn:microsoft.com/office/officeart/2005/8/layout/default"/>
    <dgm:cxn modelId="{05659096-F71C-4B90-85A3-C300BD6BEF30}" type="presParOf" srcId="{EFE76554-DD59-483C-AA2A-1B763A77F61D}" destId="{AE7A38C2-7414-460A-B2A9-2B26EFE0A385}" srcOrd="7" destOrd="0" presId="urn:microsoft.com/office/officeart/2005/8/layout/default"/>
    <dgm:cxn modelId="{FCD467D1-CC51-4F76-A2E7-91EE0AE311F1}" type="presParOf" srcId="{EFE76554-DD59-483C-AA2A-1B763A77F61D}" destId="{DCF836D2-0CD2-4208-876F-BE7CE870225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E343C-E297-4099-A02D-14D9DE344F36}">
      <dsp:nvSpPr>
        <dsp:cNvPr id="0" name=""/>
        <dsp:cNvSpPr/>
      </dsp:nvSpPr>
      <dsp:spPr>
        <a:xfrm>
          <a:off x="972077" y="163"/>
          <a:ext cx="2968891" cy="1476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100" kern="1200" dirty="0" err="1"/>
            <a:t>ViT</a:t>
          </a:r>
          <a:endParaRPr lang="zh-CN" altLang="en-US" sz="5100" kern="1200" dirty="0"/>
        </a:p>
      </dsp:txBody>
      <dsp:txXfrm>
        <a:off x="972077" y="163"/>
        <a:ext cx="2968891" cy="1476375"/>
      </dsp:txXfrm>
    </dsp:sp>
    <dsp:sp modelId="{FE38AA2F-06CB-405B-A26C-B778C5A84230}">
      <dsp:nvSpPr>
        <dsp:cNvPr id="0" name=""/>
        <dsp:cNvSpPr/>
      </dsp:nvSpPr>
      <dsp:spPr>
        <a:xfrm>
          <a:off x="4187031" y="163"/>
          <a:ext cx="2968891" cy="1476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100" kern="1200" dirty="0" err="1"/>
            <a:t>MoCo</a:t>
          </a:r>
          <a:r>
            <a:rPr lang="en-US" altLang="zh-CN" sz="5100" kern="1200" dirty="0"/>
            <a:t> v3</a:t>
          </a:r>
          <a:endParaRPr lang="zh-CN" altLang="en-US" sz="5100" kern="1200" dirty="0"/>
        </a:p>
      </dsp:txBody>
      <dsp:txXfrm>
        <a:off x="4187031" y="163"/>
        <a:ext cx="2968891" cy="1476375"/>
      </dsp:txXfrm>
    </dsp:sp>
    <dsp:sp modelId="{CF7DD32D-FCD4-4B95-BE97-3A094D111DFB}">
      <dsp:nvSpPr>
        <dsp:cNvPr id="0" name=""/>
        <dsp:cNvSpPr/>
      </dsp:nvSpPr>
      <dsp:spPr>
        <a:xfrm>
          <a:off x="972077" y="1722601"/>
          <a:ext cx="2968891" cy="1476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100" kern="1200" dirty="0"/>
            <a:t>DINO</a:t>
          </a:r>
          <a:endParaRPr lang="zh-CN" altLang="en-US" sz="5100" kern="1200" dirty="0"/>
        </a:p>
      </dsp:txBody>
      <dsp:txXfrm>
        <a:off x="972077" y="1722601"/>
        <a:ext cx="2968891" cy="1476375"/>
      </dsp:txXfrm>
    </dsp:sp>
    <dsp:sp modelId="{8D4531CE-5EA1-417D-81EF-F1B3CDEC2CB8}">
      <dsp:nvSpPr>
        <dsp:cNvPr id="0" name=""/>
        <dsp:cNvSpPr/>
      </dsp:nvSpPr>
      <dsp:spPr>
        <a:xfrm>
          <a:off x="4187031" y="1722601"/>
          <a:ext cx="2968891" cy="1476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100" kern="1200" dirty="0"/>
            <a:t>MAE</a:t>
          </a:r>
          <a:endParaRPr lang="zh-CN" altLang="en-US" sz="5100" kern="1200" dirty="0"/>
        </a:p>
      </dsp:txBody>
      <dsp:txXfrm>
        <a:off x="4187031" y="1722601"/>
        <a:ext cx="2968891" cy="1476375"/>
      </dsp:txXfrm>
    </dsp:sp>
    <dsp:sp modelId="{DCF836D2-0CD2-4208-876F-BE7CE8702253}">
      <dsp:nvSpPr>
        <dsp:cNvPr id="0" name=""/>
        <dsp:cNvSpPr/>
      </dsp:nvSpPr>
      <dsp:spPr>
        <a:xfrm>
          <a:off x="2579554" y="3445039"/>
          <a:ext cx="2968891" cy="1476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100" kern="1200" dirty="0"/>
            <a:t>SAM</a:t>
          </a:r>
          <a:endParaRPr lang="zh-CN" altLang="en-US" sz="5100" kern="1200" dirty="0"/>
        </a:p>
      </dsp:txBody>
      <dsp:txXfrm>
        <a:off x="2579554" y="3445039"/>
        <a:ext cx="2968891" cy="1476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4T07:08:58.4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8348 12422 968 0,'0'0'23'15,"0"0"-2"-15,0 0 49 0,0 0-70 16,0 0 0-16,0 0-4 15,-54-32 4-15,35 26 7 0,-2 3 25 16,1-1 5-16,-2 4 25 16,0 0-6-1,-5 0-39-15,0 17-12 0,-2 17-5 16,0 9-4-16,5-2 3 16,4 0 0-16,6-10-2 15,12-1 3-15,2-9-4 31,0-1 8-31,20-3-4 0,9 2 14 0,5-5-9 16,3-4 3 0,4-4-2-16,-3-2-6 15,-3-2 0-15,-4-2 2 16,-6 0-2-16,-5 0-1 0,-6 0-5 16,-4 0-22-1,2-12-63-15,-8 0-206 0</inkml:trace>
  <inkml:trace contextRef="#ctx0" brushRef="#br0" timeOffset="530.02">8626 12428 788 0,'0'0'309'16,"0"0"-294"-16,0 0 58 15,0 0-18-15,0 0-49 16,0 0 3-16,-2 75 10 16,-18-30-9-16,1 2-5 0,-2-7-4 15,6-6 1-15,8-10-1 16,4-6-1-1,3-7 2-15,0 0-1 16,5-5-1-16,19-2 6 0,5-4-5 16,5 0 0-1,1 0 4-15,-6 0-5 0,-6 0-2 16,-7 0 1-16,-10 0 1 16,-3 0-11-16,-3 0-7 15,0 6-48 1,0-2-97-16,0-4-277 0</inkml:trace>
  <inkml:trace contextRef="#ctx0" brushRef="#br0" timeOffset="1069.33">9065 12387 826 0,'0'0'24'0,"0"0"9"0,0 0 24 16,0 0-43-16,0 0 7 16,0 0 52-16,-113 88-10 15,95-73-13-15,3 2-1 16,1-3-14 0,3-4-21-16,7 2-2 0,2-4-8 15,2 2-2-15,0 1 4 0,2 4-5 16,15 1 6-1,8 2-3-15,6 0 2 0,0 1-3 16,2-6 5 0,-1 1-6-16,-8-4-1 0,-5 0 0 15,-13-4 1 1,-6-2-2-16,0 6 7 0,-2 6 16 16,-27 7 22-1,-10 2-34-15,2 0-9 16,1-7-1-1,9-9-1 1,14-7-22 0,9-2-27-16,4-11-54 15,0-15-247-15</inkml:trace>
  <inkml:trace contextRef="#ctx0" brushRef="#br0" timeOffset="1741.51">7785 12247 684 0,'0'0'215'0,"0"0"-178"15,0 0 73-15,0 0 14 16,0 0-69-16,0 0-32 0,87 0-12 16,-72 0-11-16,1 0 0 15,-5 0-11 1,-3 0-50-16,-6 3-101 0,-2 0-161 16</inkml:trace>
  <inkml:trace contextRef="#ctx0" brushRef="#br0" timeOffset="2173.98">7785 12247 1006 0,'-112'67'0'0,"112"-63"3"0,4 2 15 15,10 3 25-15,-1-1-11 0,-7 3 2 31,0 5 24-31,-6 7 3 0,0 10-29 0,0 9-2 16,-14 7-7 0,-3 1-10-16,-2 1-13 15,1-3 1 1,5-9 1-16,2-3-2 16,6-9 0-1,5-4-2-15,0-3-1 0,0-4 3 0,0-5-4 16,10-1 1-16,3-4 5 0,5 0-2 15,-1 0 0-15,6-2 3 16,4 0-3-16,2 2-3 16,4 2 0-16,2-3 6 15,-3 4-2-15,-3-3-1 16,-3-4 0 0,-5-1-3-16,-6 2 2 0,-4-3 1 0,1 0 0 15,-6 2 1 1,-4 0-1-16,2 0 5 0,-1-1-4 15,-3-1-1-15,0 0 0 16,0 0-85-16,0 0-351 16</inkml:trace>
  <inkml:trace contextRef="#ctx0" brushRef="#br0" timeOffset="3505.31">9293 12206 1230 0,'0'0'6'15,"0"0"-6"-15,0 0-4 16,0 0 4-16,0 0 1 16,0 0-1-16,113 0-1 0,-99 0 0 15,-8 0-1 1,-3 0-1-16,-3 0 3 16,0 0 1-16,0 0-1 0,0 0-3 15,0 0 3-15,0 0 4 16,0 2 0-16,0-2-1 15,0 0 5-15,0 0 5 16,0 0 8 0,0 0-5-16,0 0-4 0,0 0 0 15,0 0-6-15,0 0-6 16,0 0 6-16,0 0-3 0,0 4 2 16,0 2 8-16,0 2-1 15,0 7 1-15,0 4 1 16,0 4-1-1,-3 2-5-15,1 6-2 0,0 2-3 16,0 3-2 0,-2 4 0-16,-4 5 2 15,-1-1-3-15,1 0 5 0,-3-4-3 16,1 0-1-16,2-4 0 16,-1-2 0-16,2-1-1 31,2-1-1-31,5-5-1 0,-2 0 2 15,2-5 0-15,0-7-1 16,0-2 4-16,0-1-2 0,0-5-1 16,0 2 0-16,-2-1 0 0,2-4-3 15,0 2 5 1,0-2-4-16,0-2 2 0,0-1-1 16,0 2 1-16,0-3 0 15,0 0 2 1,0 0 0-16,0 0 4 0,0 0 1 15,0 2-5-15,0-2 0 16,0 1-3-16,0 2 3 16,0-1-4-16,0 2 6 0,0-4-7 15,0 2 7 1,-2-2-4-16,0 0 1 0,2 0 4 16,-4 2-1-16,4-2-4 15,-3 2 5-15,1-2-2 16,0 0 5-1,-8 0-2-15,2 0 18 0,-7 0-19 16,-6 0 2 0,-3 0-4-16,-1 0 1 15,-2 0 0 1,1 0-4-16,4 4-2 0,5 0-2 0,11 0-1 16,6-1-24-16,0-3-65 15,0 0-93-15,9 0-201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4T07:12:42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8616 5461 66 0,'0'0'0'0,"0"0"-63"16</inkml:trace>
  <inkml:trace contextRef="#ctx0" brushRef="#br0" timeOffset="4161.57">4511 5326 826 0,'0'0'344'0,"0"0"-338"16,0 0 68-16,0 0 7 0,0 0-60 15,0 0-21 1,0 0 9-16,18 33 20 0,-2 4 7 15,-3 13 14-15,-4 13-16 32,-5 2-10-32,-1 3-13 0,-1-6-3 0,1-13-7 15,1-17 4-15,-2-12-5 16,4-14 0-16,3-6-6 16,7 0 2-16,11-20 3 0,4-16 1 15,3-12 6 1,-5-9-4-16,-7 2-2 0,-7-2 0 15,-4 11 0 1,-4 10 0-16,-7 10-1 16,0 12 2-16,0 4-1 15,0 8 1-15,0 1-1 0,0 1-1 32,0 0-7-32,0 0-14 15,0 0 4-15,0 0-11 0,0 0-24 0,0 0-35 16,0 19-92-16,0 5-96 15,0 2-450-15</inkml:trace>
  <inkml:trace contextRef="#ctx0" brushRef="#br0" timeOffset="4444.68">4955 5647 594 0,'0'0'448'0,"0"0"-448"15,0 0 40-15,0 0 65 0,0 0-62 16,0 0-2-16,0 35 27 16,0-20-28-16,0 6-20 15,0 2-20-15,0-3 0 16,0-3-1-16,0-9-43 0,0-8-72 15,6 0-114-15,1-27-172 16</inkml:trace>
  <inkml:trace contextRef="#ctx0" brushRef="#br0" timeOffset="4587.33">4919 5497 813 0,'0'0'645'0,"0"0"-621"0,0 0-10 0,0 0-14 0,0 0-17 16,0 0-44-16,40 3-78 0,-19 17-168 16,-13 2-339-16</inkml:trace>
  <inkml:trace contextRef="#ctx0" brushRef="#br0" timeOffset="4816.35">5082 5338 124 0,'0'0'1208'0,"0"0"-1208"15,0 0 0-15,0 0 22 16,147-28-19-16,-105 28-3 0,-13 0-83 15,-13 0-166-15,-14 12-186 16</inkml:trace>
  <inkml:trace contextRef="#ctx0" brushRef="#br0" timeOffset="5044.42">5231 5350 703 0,'0'0'724'0,"0"0"-721"0,0 0 57 0,0 0-13 16,0 0-39-16,-20 144-7 16,9-72 11-16,-1 1-7 0,1-14-5 31,5-9-1-31,4-14 1 0,2-15-31 16,0-9-90-1,0-12-59-15,0 0-93 0,11-8-69 0</inkml:trace>
  <inkml:trace contextRef="#ctx0" brushRef="#br0" timeOffset="5239.51">5383 5534 1271 0,'0'0'69'0,"0"0"-55"0,0 0 22 0,0 0-17 0,153-4-16 0,-117 4-3 16,-7 0-111-16,-12 0-153 16,-7 0-177-16</inkml:trace>
  <inkml:trace contextRef="#ctx0" brushRef="#br0" timeOffset="5494.57">5676 5300 1090 0,'0'0'240'0,"0"0"-233"0,0 0 14 0,0 0 16 15,0 0-33 1,0 0 11-16,0 0 25 0,12 153-24 15,-16-97-10 1,-12-4-1-16,5-3-4 16,-1-11-1 15,6-7-19-31,3-12-55 0,1-10-35 16,2-9-70-16,0-3-91 0,0-26 1 15</inkml:trace>
  <inkml:trace contextRef="#ctx0" brushRef="#br0" timeOffset="5831.12">5721 5307 968 0,'0'0'259'15,"0"0"-250"1,0 0 12-16,119-46 6 0,-80 42-21 16,-12 4-5-16,-12 0 0 15,-15 21-1 1,-2 11-8-16,-27 6 8 0,-11 2 1 15,-2-2-1-15,2-5 6 0,13-12-3 16,7-7 4-16,11-8 5 16,9-6-12-16,0 0-2 15,9 0-8 1,23 0 10-16,10-3 9 16,3-2 0-16,-3 5-1 0,-11 0-7 15,-11 19 1-15,-13 18-2 16,-7 7 1-1,-5 0 4-15,-24-3-1 47,-4-9-4-47,-3-12 3 0,2-8-3 0,6-8-25 0,6-4-74 0,8 0-95 0,7-3-84 16</inkml:trace>
  <inkml:trace contextRef="#ctx0" brushRef="#br0" timeOffset="6463.21">4525 6360 1165 0,'0'0'12'15,"0"0"13"-15,0 0 52 16,0 0-57-16,0 0-9 16,0 0 51-16,27 117-15 0,-21-69-30 15,1-8-5-15,2-14-1 16,2-10-11 0,2-10-1-16,5-6-3 0,7-2 4 15,4-30 2-15,6-13 2 16,1-10 1-16,-3 1-5 15,-8 7 0 17,-8 13-2-32,-7 14-8 0,-8 12-41 0,-2 8-53 0,0 11-99 0,-4 22-182 15</inkml:trace>
  <inkml:trace contextRef="#ctx0" brushRef="#br0" timeOffset="6670.29">4966 6468 915 0,'0'0'477'0,"0"0"-472"15,0 0 25-15,0 0-13 16,0 0-16-16,0 127-2 0,-7-91-1 16,1-10-37-1,1-16-60-15,5-10-166 16,0-6-240-16</inkml:trace>
  <inkml:trace contextRef="#ctx0" brushRef="#br0" timeOffset="6853.09">4988 6286 1231 0,'0'0'131'0,"0"0"-131"15,0 0-4-15,0 0-25 16,0 0 18-16,0 0-63 0,85 32-85 15,-68-18-83-15,-1-5-158 16</inkml:trace>
  <inkml:trace contextRef="#ctx0" brushRef="#br0" timeOffset="7032.09">5217 6214 1361 0,'0'0'32'0,"0"0"-29"0,0 0-3 16,143-4 0-16,-107 4-15 0,-18 4-261 0,-18 14-287 0</inkml:trace>
  <inkml:trace contextRef="#ctx0" brushRef="#br0" timeOffset="7163.09">5333 6298 1136 0,'0'0'249'0,"0"0"-243"16,0 0 65-16,0 0-47 15,0 116-21-15,-10-33 6 16,-7 5-9-16,4-6 0 16,3-14-42-16,7-18-71 15,3-25-197 1,0-22-287-16</inkml:trace>
  <inkml:trace contextRef="#ctx0" brushRef="#br0" timeOffset="7330.2">5541 6471 458 0,'0'0'1072'0,"0"0"-1072"0,0 0 0 16,137-6 13-16,-89 6-13 15,-15 0-35-15,-13 6-122 16,-17 4-111-16,-3 0-171 16</inkml:trace>
  <inkml:trace contextRef="#ctx0" brushRef="#br0" timeOffset="7672.32">5911 6272 1318 0,'0'0'21'0,"0"0"1"15,0 0-5-15,0 0-6 0,13 137-11 16,-20-85-4-16,-20 2 4 15,0-8 7 1,6-4 19-16,5-10 25 0,11-10-15 16,5-1-9-16,11-4-20 15,28-3-4-15,9-4 0 0,6-7 0 16,0-3-3 15,-10 0 0-31,-17 0-18 16,-11 0-28-16,-16 0-54 0,0 1-100 0,-37 18-262 0</inkml:trace>
  <inkml:trace contextRef="#ctx0" brushRef="#br0" timeOffset="8362.98">4533 7257 344 0,'0'0'947'0,"0"0"-944"15,0 0 2-15,0 0 19 16,0 148-5 0,0-90 2-16,0-5-2 0,3-13-1 15,1-14 5 1,5-11-2-16,7-12-18 0,8-3-2 0,12-22 3 31,7-23 1-31,1-9 3 0,-2-1-6 0,-9 3 0 47,-8 9-2-47,-9 13 0 0,-7 14 0 0,-5 10-23 0,-4 6-62 0,0 2-82 16,0 18-213-1</inkml:trace>
  <inkml:trace contextRef="#ctx0" brushRef="#br0" timeOffset="8553.98">4944 7461 1356 0,'0'0'80'0,"0"0"-74"15,0 0-11-15,0 0 10 16,0 0-9-16,24 113 4 15,-24-81-32-15,0-6-47 0,0-14-86 16,0-12-256 0</inkml:trace>
  <inkml:trace contextRef="#ctx0" brushRef="#br0" timeOffset="8726.52">4997 7261 1399 0,'0'0'41'0,"0"0"-41"0,0 0-16 16,0 0-10-16,0 0-152 16,0 0-231-1</inkml:trace>
  <inkml:trace contextRef="#ctx0" brushRef="#br0" timeOffset="8919.52">4997 7261 1192 0,'156'-94'19'0,"-125"94"-14"15,12 0 32-15,5 0-34 0,-3 5-3 0,-7 4-1 0,-13-4-173 0,-17 3-317 16</inkml:trace>
  <inkml:trace contextRef="#ctx0" brushRef="#br0" timeOffset="9122.42">5338 7209 1307 0,'0'0'113'0,"0"0"-111"15,0 0 34-15,0 0-19 16,0 0-7-16,4 154 1 15,-4-84-2-15,-11 4-5 0,-9-7-4 16,7-11-8 0,8-16-25-16,5-20-67 0,3-18-130 15,19-2-175-15</inkml:trace>
  <inkml:trace contextRef="#ctx0" brushRef="#br0" timeOffset="9281.61">5545 7439 1134 0,'0'0'251'0,"0"0"-241"16,0 0-10 0,0 0 11-16,150-3-11 0,-113 3-3 0,-8 0-146 15,-13-3-190 1</inkml:trace>
  <inkml:trace contextRef="#ctx0" brushRef="#br0" timeOffset="9501.53">5826 7233 1362 0,'0'0'11'0,"0"0"33"0,0 0 24 16,0 0-66-16,0 0 5 0,0 0 28 0,2 95-2 16,-2-30-26-16,-4 11-7 15,-14-3-15 1,7-11-35-16,6-17-42 0,5-24-80 16,0-21-163-16,21-2-344 15</inkml:trace>
  <inkml:trace contextRef="#ctx0" brushRef="#br0" timeOffset="9680.94">5924 7389 754 0,'0'0'690'15,"0"0"-690"-15,0 0-2 16,0 0 2-16,130-22 5 0,-80 22-5 16,-7 0-25-1,-14 0-75-15,-9 0-65 0,-9 5-73 16,-8-2-3-16,-3-3-67 15</inkml:trace>
  <inkml:trace contextRef="#ctx0" brushRef="#br0" timeOffset="9908.98">6114 7124 1001 0,'0'0'201'0,"0"0"-198"15,0 0 63 1,0 0-16-16,0 0-19 0,0 0 7 16,-6-10-1-16,6 43 26 15,12 17-3-15,1 18-29 16,-6 14-7-16,0 7-12 16,-3 8-6-1,-1 2-6-15,1-11-28 0,7-15-78 16,0-25-152-16,0-19-492 15</inkml:trace>
  <inkml:trace contextRef="#ctx0" brushRef="#br0" timeOffset="175509.06">9518 14616 784 0,'0'0'159'0,"0"0"-154"16,0 0 1-1,0 0 65-15,0 0-8 0,0 0-39 16,0 0 0-1,0 0 3-15,71 8 3 0,-55-3-1 16,-3-1 2-16,3-4-7 16,-3 1-3-16,5-1 4 15,-3 0-5-15,3 2-13 16,5-2-4-16,-2 0 2 16,9 3 1-16,3-2-5 15,-4 0-1-15,4 8 1 31,-4-5 0-31,2 4-1 0,-2 2-1 0,-2-5 1 16,0 1 0 0,0 1 2-16,0-3-2 0,0 0 0 0,2-2 3 15,2 0-3 1,0-2 2-16,2 0-2 16,1 0 0-16,-3 0 0 15,-4 0 1-15,0 2-1 0,-4 2 0 16,0-4 0-16,-3 0 1 15,-2 4 0 1,-4-2-1-16,-1 0 1 0,0 3-1 16,0-5 0-16,-2 1 0 15,1 4 1 1,-1-5 1-16,3 3-2 0,-1-3 0 16,-3 3 2-16,2-3-1 15,-1 0 0-15,2 0 0 0,1 0-1 16,-6 0 4-1,1 0-2 17,-6 0-2-32,-3 0 2 0,0 0 0 0,0 0 2 0,0 0-1 15,0 0-3-15,0 0-15 0,-5 0-18 16,-4 0-19 0,3 0-14-16,4 0-10 0,2 0-44 15,0 0-73 1,0-3-153-16</inkml:trace>
  <inkml:trace contextRef="#ctx0" brushRef="#br0" timeOffset="182697.95">9545 17321 826 0,'0'0'360'0,"0"0"-360"16,0 0 10-16,0 0-10 15,0 0 55 1,0 0-43-16,0 0-11 16,58 27 2-16,-23-19-1 0,5 1 0 15,1-9 0-15,-4 4-2 16,-3-4-2-16,-5 0 2 0,-7 0 0 31,-2 0-1-31,0 0 1 0,-3 0 1 0,2 0-1 16,1 0 1-16,2 0 5 15,2 0-3 1,-1 4 0-16,-1-2 4 0,0 2-4 16,-2 0-2-16,3 0 2 15,4 2-3-15,-1 2 0 16,3-4 1-1,0 0-1 1,2 2 0-16,2-6 0 0,2 0 3 16,0 0-3-16,1 0 1 15,-1 0-1-15,3-2 1 16,-5-6 0-16,-4 1 1 0,-4 2 1 16,-5 4-3-1,-5 1 0-15,-3 0 0 16,-3 0 1-16,-5 0 8 0,-2 0-6 15,0 0 8-15,0 0 4 16,1 0-4-16,-1 0 3 0,-2 0-2 16,2 0 7-16,3 0 6 15,2 0 0-15,1 0-12 16,3 0 6-16,-1 0-12 16,-2 0-3-16,1 0-2 15,-2 0 0-15,-2 0-2 16,-3 0 0-16,0 0 0 0,-2 0 0 15,0 0-3 1,0 0-15-16,-18 0-79 16,-28 6-161-16,-26 11-796 15</inkml:trace>
  <inkml:trace contextRef="#ctx0" brushRef="#br0" timeOffset="-179851.68">9536 13247 1168 0,'0'0'139'0,"0"0"-139"0,0 0 0 16,0 0 50-16,0 0-9 15,0 0-31-15,0 0-10 16,0 0-1-16,0 0 1 16,0 0-1-16,0 0 2 15,0 0-1-15,131 14 0 0,-104-14 3 16,6 0-3-16,1 0 1 16,-1 0 0-16,-2 0-1 15,0 0 0-15,1 0 0 16,-1 0 1-16,0 0-1 31,4 0 0-31,1 0 0 0,5 0 0 0,3 0 1 16,1 0 0-1,-1 0-2-15,-2 0 1 0,3 0 0 16,-5 0 0 0,-2 0 0-16,-2 0 0 0,-3-3 0 15,1-4 0-15,3-4 1 16,-1 4-1-16,-3 1 1 0,-4 0-1 15,-2 1 1 1,-2 3-1-16,-3 2 0 0,-2 0 0 16,0 0 0-16,-5 0-1 15,1 0 1 1,-7 0 0-16,0 0 1 0,-4 0 0 16,-5-2-1-16,0 2 1 15,0 0 4-15,0-1 1 16,0 1 5-16,0 0 1 15,0 0 1-15,0-3 0 0,0 3-6 16,0 0-2 0,0 0 1-16,0 0-1 15,0 0-2-15,0 0-3 0,0 0 1 16,0 0-2-16,0 0-1 16,0 0-5-16,0-4-22 15,-12 0-40 1,-17-2-81-16,-8 1-319 0</inkml:trace>
  <inkml:trace contextRef="#ctx0" brushRef="#br0" timeOffset="-176493.83">7332 12758 956 0,'0'0'212'0,"0"0"-202"15,0 0 6-15,0 0 69 16,0 0-43-16,0 0-8 15,0 0 14-15,11 121 6 16,-8-59-31 0,-3 5-10-16,4-7-5 0,1-10-5 15,3-12-3-15,1-14 0 16,0-10-1-16,2-10 1 16,2-4-3-16,10 0 3 15,4-26 0-15,4-13-2 16,2-16 2-16,0-7-3 15,-1-4-2-15,-8 2-14 16,-5 3-5-16,-11 15 8 16,-6 16 3-16,-2 16 0 0,0 14 7 15,-16 6-40 1,-5 31-64-16,-2 8-52 0,5 0-82 16,7-10-468-16</inkml:trace>
  <inkml:trace contextRef="#ctx0" brushRef="#br0" timeOffset="-176182.44">7798 13040 845 0,'0'0'344'0,"0"0"-324"15,0 0 46-15,0 0 6 16,0 0-67-16,0 0-5 16,0 84-9-16,0-68-59 15,0-6-52 1,-3-6-114-16,-5-4-175 0</inkml:trace>
  <inkml:trace contextRef="#ctx0" brushRef="#br0" timeOffset="-176071.41">7789 12861 952 0,'0'0'402'0,"0"0"-402"16,0 0-16-16,0 0 11 0,0 0 1 15,0 0-42-15,87 25-164 16,-78-15-142-16</inkml:trace>
  <inkml:trace contextRef="#ctx0" brushRef="#br0" timeOffset="-175814.41">8041 12741 1311 0,'0'0'0'0,"0"0"-2"16,0 0 2 0,0 0 3-16,164 0-3 0,-115 4 0 15,-13 4-9-15,-11 3-130 16,-15-6-120-16,-10 4-65 0</inkml:trace>
  <inkml:trace contextRef="#ctx0" brushRef="#br0" timeOffset="-175638.4">8152 12771 666 0,'0'0'632'0,"0"0"-602"0,0 0 37 0,0 0 9 16,0 0-63-1,0 0 9-15,-14 119 11 0,6-62-21 16,-11 8-7-16,0 1-2 16,-1-4-3-16,2-12-1 15,7-10-18-15,9-13-74 16,2-15-70 0,2-10-143-16,16-2-116 0</inkml:trace>
  <inkml:trace contextRef="#ctx0" brushRef="#br0" timeOffset="-175393.35">8335 13084 1362 0,'0'0'152'0,"0"0"-148"0,0 0-4 16,0 0 0-16,0 0-1 15,154 10 0-15,-121-7 1 0,-2 2-41 16,-6-5-101 0,-6 0-121-16,-5-2-294 15</inkml:trace>
  <inkml:trace contextRef="#ctx0" brushRef="#br0" timeOffset="-174936.1">9046 12659 905 0,'0'0'292'0,"0"0"-290"0,0 0 58 15,-119 46-32-15,82-14-25 16,-2 4-2-16,4-3 1 16,6-7 34-16,11-6 6 15,9-7-15-15,9 0-21 16,0 0-6-16,14 4 0 15,19-3 3-15,13 4 0 16,6-2-3 0,0 4-1-16,-8 4-1 0,-9 2-4 15,-12 0-16-15,-13 0 11 0,-10 0 11 32,0 0 0-32,-21 0 13 0,-20-2 6 0,-5-1-7 15,-6-8 1 1,6-3-4-16,10-8 3 0,12-4-10 15,12 0-2-15,12 0-30 16,3-6-48 0,30-11-175-16,12 0-183 0</inkml:trace>
  <inkml:trace contextRef="#ctx0" brushRef="#br0" timeOffset="-130187.38">17111 18661 514 0,'0'0'40'0,"0"0"-33"0,0 0 7 0,0 0 20 15,0 0-4-15,0 0 9 16,0 0 12-16,0 0-4 0,0 0 23 15,0 0-19-15,0 0-18 16,0 0-25-16,0 0-7 16,0 0 5-16,0 0 0 15,0 0 16-15,-7 0 14 16,1 0-16-16,-3 3-12 16,2-3 5-16,0 5 10 15,5-5-3-15,0 0 6 16,2 0-15-16,0 0-9 15,0 0-1-15,0 0-2 16,0 0-6-16,0 0-6 0,9 0-2 16,4 0 9-16,0-8 4 15,-3 3 1-15,-4 4 1 16,-4 1 0 0,-2 0 0-16,0 0 0 0,0 0 5 15,0-4 4 1,0 0 15-16,-15-1-17 0,-5 5 12 15,-1 0 4-15,2 0-6 16,7 0 5-16,4 0-10 31,3 0 0-31,5 0 1 0,0 0-13 0,0 0-1 0,0 0 1 16,0 0-11 0,0 0-2-16,7 0 2 0,11 0-9 15,-1 5-78-15,-8 4-147 31</inkml:trace>
  <inkml:trace contextRef="#ctx0" brushRef="#br0" timeOffset="-125379.95">22360 18263 1083 0,'0'0'50'0,"0"0"15"0,0 0 65 0,0 0-75 0,0 0-43 0,0 0-2 16,0 0-1-1,0 0-3-15,0-9 14 16,0 9 20-16,-4 27-16 0,-16 18 9 15,-5 16-6-15,-6 2-22 16,5-5 0-16,3-8-5 0,7-2-5 16,10-12-21-1,6-14-56-15,2-9-51 16,33-13-110-16,13-16-164 0</inkml:trace>
  <inkml:trace contextRef="#ctx0" brushRef="#br0" timeOffset="-124866.83">22637 18504 978 0,'0'0'29'0,"0"0"-24"16,0 0 0-16,0 0-5 0,0 0 0 16,104-124-5-16,-86 96-2 31,-5-2-4-31,-8 8 3 0,-5-6 8 0,0 10 1 16,0-5 2-16,-16 9 1 15,-4 10 20 1,-2 4 16-16,-4 0-19 0,1 18-9 15,4 13 12 1,6 0-5-16,11-2 4 0,4 1 2 16,0 1-4-16,11 6 3 15,11-1-4 1,3-2-3-16,-6-5 0 16,0-4-8-1,-11-7-9-15,-8 0 3 0,0-1 4 16,-8 0 12-1,-19-3 13-15,-6 0-17 16,1-2-11-16,3-12-2 0,5 0 4 0,6-12-6 16,11-10-4-1,7-3-5-15,0-8-8 0,14 8-6 0,13 2 10 16,2 7-5-16,2 8-30 16,-2 8-41-1,2 0-40-15,-5 0-110 0,-3 0-136 0</inkml:trace>
  <inkml:trace contextRef="#ctx0" brushRef="#br0" timeOffset="-124491">23082 18239 1173 0,'0'0'95'0,"0"0"-35"0,0 0 12 0,0 0-60 0,-113 109-9 15,70-59 1-15,-3-2-1 31,-4 6-3-31,4-10-2 0,8 0-4 0,14-8-43 16,14-13-46-16,10-9-78 16,3-14-137-16,25 0-302 15</inkml:trace>
  <inkml:trace contextRef="#ctx0" brushRef="#br0" timeOffset="-124350.58">22991 18474 1208 0,'0'0'89'0,"0"0"-66"0,0 0 35 16,0 0-51 0,0 0-3-16,0 106 7 0,0-62-11 15,0-4 0-15,-9 1 0 16,-4-9-45-16,4-7-36 16,2-6-70-16,2-6-67 15,5-13-127 1</inkml:trace>
  <inkml:trace contextRef="#ctx0" brushRef="#br0" timeOffset="-123930.45">23202 18396 487 0,'0'0'502'0,"0"0"-500"0,0 0 52 0,0 0 15 16,118-16-53-16,-97 16-15 0,-6 12-1 16,-10 6 0-1,-5 1 0-15,0 6 2 16,-9 0 1-16,-11 4 15 0,-4 1-4 0,3-1 23 16,-1-8-4-16,6 3 10 15,8-8-12 1,0-6-8-16,6 3 1 0,2-3-14 0,0 2-7 15,8-2 7 1,15 4 3-16,9 3-8 0,8-4 0 16,2 1-2-1,0 0-3-15,-3-11 3 16,-8 8 1 0,-11-7-1-16,-9-2 6 0,-6 0 9 0,-5-2 20 15,0 0 4-15,6-15-5 16,1-20-20-16,4-14-17 15,2-9-39 1,-2 5-128-16,-11 5-351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4T07:19:29.9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 7968 532 0,'0'0'530'0,"0"0"-530"15,0 0-318-15,0 0 223 16,-95 137 91 0,99-93-13-16,17 12-279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4T07:22:07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17548 1175 513 0,'0'0'616'0,"0"0"-614"0,0 0 1 16,0 0 39-16,149-84-11 16,-111 81-12-16,-5 3-4 15,1 0-6-15,-3 0-2 0,-2 11 4 16,-2 3 9-16,0 4 3 16,-6 2-7-16,-3 4 14 15,-7 6-13-15,-3 10 3 31,-8 6 8-31,0 4-4 0,0-3-14 0,0-12-6 16,-6-6-4-16,-2-10-3 16,3-10-47-1,3-9-54-15,-2-3-33 0,2-26-137 16,-5-16-246-16</inkml:trace>
  <inkml:trace contextRef="#ctx0" brushRef="#br0" timeOffset="224.6">18080 983 796 0,'0'0'190'0,"0"0"-70"0,0 0 14 0,0 0-20 16,0 0-70-16,0 0-25 15,-140 130 14-15,91-80-7 16,4 0-22-16,3-4-4 15,9-6-9 1,12-10-61-16,13-8-68 0,8-12-145 0,4-10-228 16</inkml:trace>
  <inkml:trace contextRef="#ctx0" brushRef="#br0" timeOffset="458.17">18190 1229 1087 0,'0'0'323'0,"0"0"-322"0,0 0 30 0,0 0-23 0,0 0 4 16,0 0-12-16,0 0 5 15,33 134-5-15,-31-102-1 0,-2 0-65 16,0-7-182-16,0-10-774 15</inkml:trace>
  <inkml:trace contextRef="#ctx0" brushRef="#br0" timeOffset="5701.85">17512 3194 637 0,'0'0'147'15,"0"0"-118"-15,0 0 46 16,0 0 17-16,0 0-39 16,0 0-4-16,0 0-13 0,0-6 2 15,13-6-14-15,14-4 32 16,11-8-9-16,7 2-31 16,1 2-3-16,-1 3-7 15,-3 6-6-15,-8 5 0 16,-5 3 0-16,-9 3-1 15,-5 0-3 1,-6 3 4-16,0 13 12 0,-6 8 13 16,1 6-4-16,-2 4 4 15,0 2-5-15,3-4 0 0,-1-1-16 16,0-6 5 15,-1-4-7-31,0-3-2 0,-3-4-3 0,0-1 2 16,0 2-6-16,0-3-33 15,-10-1-29 1,-1-8-30-16,5-3-39 16,6-13-84-16,0-24-217 0</inkml:trace>
  <inkml:trace contextRef="#ctx0" brushRef="#br0" timeOffset="5942.38">18031 2903 1211 0,'0'0'30'16,"0"0"-14"-16,0 0 87 15,0 0-66-15,0 0-37 0,-138 123 0 16,82-57 2 0,0-2 0-16,8-6 0 15,10-12-2-15,16-8-9 16,15-12-57-16,7-12-82 0,5-14-154 15,24 0-452-15</inkml:trace>
  <inkml:trace contextRef="#ctx0" brushRef="#br0" timeOffset="6375.39">18134 3270 1104 0,'0'0'26'15,"0"0"-25"-15,0 0 51 16,0 0-7-16,0 0-36 0,0 0-5 16,82 101 1-16,-82-80-1 15,0 1-2 1,-15-1 5-16,-8-8 0 0,1-2 36 16,4-3 18-16,12-6-23 15,1-2 16-15,5 0-34 16,0 0-20-16,0 0-1 15,9 0-11-15,20 0 4 16,9 0 8-16,4 0 0 16,-1 0 0-16,-6 0-3 15,-6 0-21 1,-12 0-48-16,-7 6-96 0,-10 3-226 16</inkml:trace>
  <inkml:trace contextRef="#ctx0" brushRef="#br0" timeOffset="34711.78">25803 1594 453 0,'0'0'725'16,"0"0"-725"-16,0 0 4 0,0 0-4 15,0 0 56-15,169 0-48 16,-99 4 0-16,-10 8-8 15,-10-2 0-15,-12 0-1 16,-11-4-2-16,-11-2 1 16,-7-2 2-1,-5-2 4-15,-2 0 3 0,0 0 21 16,-2 0 19 0,2 0-13-16,2 0-9 0,-2 0-23 15,0 0-2-15,4 0-18 16,3 0-94-16,-7 0-262 15</inkml:trace>
  <inkml:trace contextRef="#ctx0" brushRef="#br0" timeOffset="44056.6">28552 3327 750 0,'0'0'381'0,"0"0"-381"0,0 0 1 0,0 0 24 15,0 0-4-15,0 0-16 16,0 0 26-16,0 132-6 16,-4-82 14-16,-9 0-21 15,-1-6-8 1,3-4 0-16,-1-4-10 0,2-8-4 0,-3-6-36 15,-3-8-80 1,0-11-207-16</inkml:trace>
  <inkml:trace contextRef="#ctx0" brushRef="#br0" timeOffset="44440.39">28853 3448 780 0,'0'0'251'16,"0"0"-244"-16,0 0 14 16,0 0 46-16,0 0-55 0,0 0-12 15,-120 6 0 1,89 5 9-1,4-3 35-15,12-2-2 0,3 0-15 0,10-2-7 16,2 2-18 0,0 1 1-16,2 4 5 0,12 1 6 15,5 2 0-15,4 2 8 16,-3 0-5-16,-1-2-3 16,0 0-8-16,-4-2 0 15,3-2-2-15,-3-2-2 16,8-2-2-16,1-3-1 47,5-3-28-47,-13 0-117 0,-16-4-362 0</inkml:trace>
  <inkml:trace contextRef="#ctx0" brushRef="#br0" timeOffset="58464.17">28523 2702 1126 0,'0'0'0'16,"0"0"-1"-16,0 0 1 0,0 0 39 15,0 0 14-15,0 0-34 16,0 0-17-1,-33-1-2-15,33 1-9 0,0 0-34 16,22 0-154-16,5-5-792 0</inkml:trace>
  <inkml:trace contextRef="#ctx0" brushRef="#br0" timeOffset="79015.87">15803 1365 886 0,'0'0'239'0,"0"0"-229"15,0 0 36 1,0 0-16-16,0 0-14 16,0 0-6-16,166-70 3 0,-109 54-10 15,-1 8 11-15,-9 2-14 16,-12 6 5-16,-8 0-5 16,-7 0 0-16,-7 18 9 15,-6 6 1-15,-1 8 26 16,-6 6-7-1,3 5-4-15,-3-4-13 0,2-2-2 16,0-3-1-16,3-8-9 16,-5-2-2-1,0-6 0-15,0-3 1 0,0-7 1 16,0-2-38-16,-7-3-50 0,-11-3-50 16,0 0-143-1,1-16-272-15</inkml:trace>
  <inkml:trace contextRef="#ctx0" brushRef="#br0" timeOffset="79234.89">16358 1208 1104 0,'0'0'171'16,"0"0"-114"-16,0 0 63 15,0 0-67 1,0 0-17-16,0 0-31 0,-158 138-5 0,89-71-1 15,2-4 1 1,11-12-1-16,17-9-14 0,18-15-29 16,21-13-77-1,0-14-101-15,29 0-139 0</inkml:trace>
  <inkml:trace contextRef="#ctx0" brushRef="#br0" timeOffset="79735.55">16470 1413 1211 0,'0'0'31'15,"0"0"-30"-15,0 0 35 0,0 0 19 16,0 0-36-16,52 108-12 16,-44-79-5-16,-2-3 3 15,-4-8-5-15,-2-6 0 16,0-8 0-16,0-1 7 15,0-3 5-15,0 0-1 16,0 0 65 0,0 0-24-16,0 0-21 0,0 0-18 15,0 0-4-15,0 0-9 16,0 0-1-16,0 0 0 16,0 1-4-16,0 9-1 15,0 4-3-15,-6 6 9 0,-4-1-2 16,0 0 0-16,-3-2 1 15,-1-9 1-15,1 1 0 16,-1-5 3-16,5-2 2 16,5-2 11-1,2 0 8-15,0 0-3 0,2 0-16 16,0 0-2-16,0 0-3 16,0 0 0-16,0 0-2 15,0 0-4-15,0 0-4 16,6 0-3-16,25 0 6 15,19 0 4-15,14 0-5 16,7 0-15-16,-2-3-12 0,-15 3-17 31,-23 0-65-31,-25 0-37 0,-6 5-124 0,-37 5-143 16</inkml:trace>
  <inkml:trace contextRef="#ctx0" brushRef="#br0" timeOffset="83199.3">15975 3396 1156 0,'0'0'24'15,"0"0"-15"-15,0 0 0 16,0 0-3-16,0 0 29 16,158-69-6-16,-91 52-19 0,-5 14-9 15,-8 3 0-15,-12 9 1 16,-13 29-2 0,-9 10 6-16,-11 11-2 0,-9 3 9 15,0-3-5 1,0-7-3-16,0-7-5 0,0-12-1 15,0-13-2-15,0-13-24 16,0-7-62-16,-2-12-122 16,-3-22-123-16</inkml:trace>
  <inkml:trace contextRef="#ctx0" brushRef="#br0" timeOffset="83444.61">16628 3170 920 0,'0'0'551'0,"0"0"-547"15,0 0 59-15,0 0-30 16,0 0-28-16,-123 96-4 16,78-43-1-1,-1-1-2-15,-4-6-3 0,8-11-8 16,7-3-21-16,8-7-25 15,14-3-69-15,10-4-85 0,3-8-204 16</inkml:trace>
  <inkml:trace contextRef="#ctx0" brushRef="#br0" timeOffset="83654.64">16621 3549 1418 0,'0'0'18'0,"0"0"31"16,0 0-10-16,0 0-17 15,0 0-17-15,0 0 2 16,-7 122-3-16,2-73-4 16,5-12-25-16,0-6-110 15,3-21-282-15</inkml:trace>
  <inkml:trace contextRef="#ctx0" brushRef="#br0" timeOffset="107298.21">10817 17558 1224 0,'0'0'37'15,"0"0"-37"-15,0 0 68 0,0 0 9 16,0 0-67-16,0 0-6 15,0 0-4-15,0 0 10 16,180 76-5-16,-97-58 11 16,2 0-4-16,1-7-2 0,3 4-4 15,5-7 5 1,1 2-9-16,-1-6 3 0,-3 1-2 16,-6-2-3-1,-8-3 0 1,-9 0 0-16,-7 0 3 15,-6 0-3 1,-6 0 0-16,-8 0 0 0,-13 0 0 16,-8 0 5-16,-9 0 4 0,-6 0 4 0,-3 0 11 15,-2 0 0-15,0 0-5 16,0 0-11-16,0 0-3 16,0 0-1-16,0 0-4 15,0 4 0-15,0 2-2 0,0 6-18 16,-22 2-58-1,-14 4-142-15,-9-10-446 16</inkml:trace>
  <inkml:trace contextRef="#ctx0" brushRef="#br0" timeOffset="108480.84">18225 17762 968 0,'0'0'285'0,"0"0"-276"15,0 0-5-15,0 0-4 16,0 0 53-16,0 0-4 16,165 46-30-1,-80-37-1-15,15-6-7 16,12-3-3-16,0 0 6 0,2 0-5 15,-8-3-9-15,-6-2 0 16,-2 1 0-16,-7-2 2 16,-6 6-2-1,-10-4 4-15,-12 4-3 0,-12 0 4 16,-13 0-5 0,-11 0 3-16,-7 0 3 15,-9 0 1-15,-3 0 2 0,-3 0-4 0,-3 0 6 16,3 0-3-16,-3 0-2 15,3 0 8 1,-3 0 3-16,-2 0 10 0,0 0-8 16,0 0 4-16,0 0-13 15,0 0-1-15,0 0-4 16,0 0 0-16,0 0-2 16,0 0-1-1,0 0-2-15,0 0 0 0,0 0 0 16,0 0-2-16,0 0 2 15,0 0 2-15,0 0-1 0,0 0-1 16,0 0-7 0,-7-8-19-16,-15-2-82 0,-9-2-138 15,-5 2-393-15</inkml:trace>
  <inkml:trace contextRef="#ctx0" brushRef="#br0" timeOffset="147714.13">24170 9567 907 0,'0'0'137'0,"0"0"-137"15,0 0 0-15,0 0 11 0,0 0 52 32,0 0-10-32,0 0-24 0,113 54 7 0,-77-50-12 15,4-4-3-15,0 0-7 16,7 0 18-16,4 0-11 16,7-1-5-16,6-10-8 15,6 1 3-15,-1 2-3 16,2 1-4 15,1 1-3-31,-5 3 1 0,-1 3-2 0,1 0 1 0,-3 0-1 16,-1 0 0-1,3 0 0-15,-1 0 0 0,5 0-1 16,1 0 2-16,0 2 0 16,1 4 3-1,1 0-4-15,-2-2 0 16,-3 0 0-16,-4 2-1 0,-9-4 1 0,-1-2 0 15,-1 2-1-15,1-2-2 16,1 0 3 0,3 0 0-16,0 0 0 0,0 0-1 15,-2 0 1 1,0 0 0-16,2 0 0 0,2 0 1 0,3 0-1 16,5 0 0-1,3 0 0-15,8 0 3 16,0 0-3-16,2-6 0 0,-3-2 1 15,-4 2-1 1,-8 3 0 0,-3 2 2-16,-5 1-5 0,0 0 4 0,0 0-1 15,6 0 0-15,1 0 3 16,2 4-3-16,-3 4-2 16,-6-2 2-1,-2-2-5-15,-3 0 5 16,-4-4 0-1,1 0 2 1,-6 0-2-16,3 0 0 0,-3 0 0 16,-2 0-1-16,1 0 1 15,-1 0 0 1,1 0 1-16,1 2-1 0,0-2 0 16,-1 0 0-16,-3 0 0 15,-9 0 0-15,-8 0 0 0,-10 0 0 16,-9 0 1-16,-1 0-1 0,-3 0 2 0,0 0 1 15,0 0 1-15,0 0-4 16,-3-8-29-16,-14-6-134 16,-6-4-284-16</inkml:trace>
  <inkml:trace contextRef="#ctx0" brushRef="#br0" timeOffset="156183.41">21091 12310 921 0,'0'0'0'16,"0"0"5"-16,0 0 2 0,122 16 108 15,-68-16-34-15,3 0-47 0,5 0 7 16,4 0 15 0,5 0-2-16,4 0-13 15,8 0-9-15,8 4-9 0,5 3-8 16,11 2 6-16,4 5-6 15,7 3-3-15,1 0-5 16,-1 1 0-16,-1 3-3 16,1-4 2-1,7-3-2-15,5-1 3 0,6-1-1 16,9-4-3 0,11 2 6-1,2 2 28-15,6 0-33 0,-3 5-1 0,-5 1-1 0,-9 3-2 16,-13-1 0-1,-11-2-4-15,-10-4 4 0,-2 0 0 16,-4-3 0-16,-2-3 0 31,-1 1-1-31,-4-3 1 0,1 0 0 16,-3 0-1-16,-6-2 1 0,-5 4-1 16,-8-3 1-16,-4 1 0 15,2 1 2-15,4-3-2 16,-2 0 0-1,4 0 0-15,-2 0-7 16,-6-4 5 0,-4 2-5-1,3-2 3-15,1 0 2 16,6 0-2-16,2 0 2 16,-4-8 1-16,-2 0 0 0,-6 2 1 15,-3-3 0 1,1 2 0-16,3-3 0 15,3 0 1-15,6 0-1 16,2 0 0-16,-1 5-2 16,-2 0 2-16,-2 1 0 15,2 2-2-15,3 0 2 0,3 2-3 16,-1-2 3-16,-2 2-7 0,-8-2 3 16,-5 2-5-16,-1 0 7 15,0 0 0-15,2 0 1 0,3 0 0 0,-1 0 1 0,1 0 0 16,-1 0 0-1,2 0 0-15,2-6 0 0,0-4-1 16,6-2-3 0,-5 2 0-1,2 0-3-15,-4 2-6 0,-3 0-5 0,-2 0 15 16,-1 4-3-16,1 2 6 16,-2-1 0-1,-2 3 0-15,-3 0 0 0,-6 0-1 16,-6 0 1-1,-8 0-1-15,-5 0-1 16,-6 0 1-16,-4 0 1 0,2 0 0 0,7 0 0 16,6 0 1-16,7 5-1 15,5-5 2 1,-2 0 0-16,-3 0 0 16,-2 0 2-16,-7 0 0 0,-6 0 0 15,-1 0 1 1,-1-2 2-16,0-2-2 15,1 4-1-15,5 0-1 16,7 0-3-16,4 0 0 16,5 7-1-16,2 5 1 0,0 1-1 0,2-1 1 15,-4 0 0 1,-3 0 2-16,-4 0-2 16,-3 2 4-1,-3-4-3-15,1 0 1 0,6-2-2 16,-2-2 1-16,8 0 2 15,-2-2-3 1,-5 1 0-16,0-4 1 0,-8-1-2 0,-2 2 2 16,-1-2 6-1,-2 3 3-15,-5-2 0 0,-7-1 0 16,-8 0-4 0,-7 0 4-1,-5 0-5-15,-1 0-5 0,-3 0 1 0,0 0-2 16,0 0 0-16,0 0-4 15,0 0-29-15,-29 0-117 16,-25-10-290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4T09:03:31.3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18684 5885 1194 0,'0'0'0'16,"0"0"-50"-16,0 0 50 0,0 0 0 16,0 0-4-16,0 0-99 15,0 0-45 1,0 0-199-16</inkml:trace>
  <inkml:trace contextRef="#ctx0" brushRef="#br0" timeOffset="11834.41">23786 4526 991 0,'0'0'138'16,"0"0"-133"-16,0 0 118 15,0 0-61-15,0 0-45 16,0 0-2-1,-138 30-10-15,89-8 10 0,3 2 5 16,12 0-1-16</inkml:trace>
  <inkml:trace contextRef="#ctx0" brushRef="#br0" timeOffset="11908.4">23499 4653 1421 0,'-7'29'0'0,"7"5"-5"0,9 1-2 0,29 0 6 16,11-3-5-16,3-3 0 0,-6-3-6 0,-11-7-16 0,-14-4 4 0,-15-5 7 0,-6 2 17 0,-29 1 14 0,-19 6 1 0,-18 1-8 0,2-4-2 0,11 0-5 0,14-6-4 0,22-4-39 0,17-4-84 0,0-2-194 0,36 0-236 0</inkml:trace>
  <inkml:trace contextRef="#ctx0" brushRef="#br0" timeOffset="12050.4">23949 4907 979 0,'0'0'15'0,"0"0"-3"0,0 0 16 0,115-40-24 0,-90 24-4 0,-9-4 0 0,-9-2-4 0,-7 1 4 0,0-1 6 0,0 0 4 0,-2 6 36 0,-12 2-7 0,-1 4-21 0,-8 10 35 16,-6 0-17-16,-11 7-26 15,-7 29-9-15,1 5 4 16,6 3 7-16,13-2 8 16,23-6-12 15,4-5-7-31,19-9-2 0,30-12-4 0,12-10 1 15,3 0-32-15,-1-10-59 0,-15-8-123 0,-12 5-81 16</inkml:trace>
  <inkml:trace contextRef="#ctx0" brushRef="#br0" timeOffset="12426.34">24326 4616 681 0,'0'0'86'0,"0"0"36"16,0 0 21-16,0 0-20 0,0 0-50 15,0 0-15 1,0 0 3-16,0 0-29 0,2-5-21 16,-2 26-2-16,0 8 25 15,0 13-5-15,0-1-21 16,0 6-7-16,0-4-1 16,0-3-8-16,4-5-90 0,17-13-70 15,0-11-207 1</inkml:trace>
  <inkml:trace contextRef="#ctx0" brushRef="#br0" timeOffset="12728.71">24729 4616 89 0,'0'0'948'0,"0"0"-947"0,0 0 46 15,77-113-6 1,-48 82-39-16,-4-2-1 0,-7 1-1 16,-9 3 0-16,-9 0 11 15,0 5 17-15,0 4 56 16,-2 7-19-16,-7 7-25 0,3 5 11 16,0 1-26-1,-4 0-10-15,-5 26-14 0,-8 22 2 16,-6 14 11-16,-2 10 1 47,2 5-7-47,6-3-3 0,6-4-5 0,5-10 0 0,6-10-3 15,-1-7-20-15,-5-12-67 0,2-8-34 16,-9-13-66-16,2-10-174 16</inkml:trace>
  <inkml:trace contextRef="#ctx0" brushRef="#br0" timeOffset="12897.31">24550 4726 927 0,'0'0'410'0,"0"0"-380"15,0 0 1 1,0 0-31-16,0 0 0 0,152 10 2 16,-92-2-2-16,-8-4-28 31,-15-1-148-31,-21-3-227 0</inkml:trace>
  <inkml:trace contextRef="#ctx0" brushRef="#br0" timeOffset="13049.31">25003 4770 1307 0,'0'0'5'0,"0"0"-8"0,116-4 3 0,-78 4-14 15,-7 6-242 1,-6 2-672-16</inkml:trace>
  <inkml:trace contextRef="#ctx0" brushRef="#br0" timeOffset="13652.94">25556 4820 987 0,'0'0'0'16,"0"0"-9"-1,0 0 9-15,0 0 3 0,0 0-3 16,0 0 0-16,71-78 6 15,-71 60 9 1,0 3-4-16,-5 4 22 0,-17 11 28 16,-5 0-30-16,-2 0-31 15,1 19-2-15,3 4 0 16,7-2 0-16,5 0 2 0,3 0-1 16,8-6 0-16,2-2-1 15,0-6 1-15,12-4-7 16,12-3 4-16,8 0-4 15,3-21 7-15,7-8 1 16,6-9-1-16,2-6 1 16,2-9 4-16,1-3-4 15,-2-9-4 1,-6 0 4-16,-5 0-9 0,-11 6 2 16,-11 18 7-16,-9 9 4 15,-5 14 36 1,-4 8 19-16,0 7 18 0,0 3-8 15,0 0-16-15,-16 29-39 16,-10 9-1-16,-10 16 34 0,2 6-11 16,5 5-10-16,6 1-4 15,7-3-10 1,7-2-5-16,9-7-7 0,0-8-6 31,13-13-37-31,9-10-66 16,1-15-106-16,-4-8-283 15</inkml:trace>
  <inkml:trace contextRef="#ctx0" brushRef="#br0" timeOffset="13854.93">26055 4724 1365 0,'0'0'9'15,"0"0"57"-15,0 0-42 0,0 0-24 0,0 0-7 16,0 0 6-16,-5 62-40 15,5-56-37-15,0-6-79 16,0 0-131-16,9-14-70 16</inkml:trace>
  <inkml:trace contextRef="#ctx0" brushRef="#br0" timeOffset="14046.45">26121 4429 1010 0,'0'0'88'0,"0"0"56"0,0 0-46 0,0 0-98 0,0 0-10 0,0 0-5 0,29 50-35 16,-8-27-80-1,0-5-77-15,4-4-146 0</inkml:trace>
  <inkml:trace contextRef="#ctx0" brushRef="#br0" timeOffset="14218.45">26277 4610 960 0,'0'0'107'0,"0"0"52"0,0 0-73 0,0 0-68 0,0 0-17 16,0 0-2-16,-38 94-7 15,65-78 8-15,5 0-4 16,-8-4 4-16,-4-1-2 0,-13-6 2 16,-7 5 0-1,-3-2 9-15,-25 4 22 0,-9 0-11 16,4-7-20-16,8 0-2 15,12-5-65-15,13 0-90 16,0-18-263-16</inkml:trace>
  <inkml:trace contextRef="#ctx0" brushRef="#br0" timeOffset="14483.79">26630 4328 1211 0,'0'0'128'0,"0"0"-123"0,0 0 1 16,0 0-5-16,0 0 0 15,0 0 4-15,4 133 6 16,-37-68 6-16,-3 3-4 15,5-3-7 1,11-13-6-16,17-6-2 0,3-17-19 0,18-12-92 16,15-17-147-1,-1 0-243-15</inkml:trace>
  <inkml:trace contextRef="#ctx0" brushRef="#br0" timeOffset="14748.17">26411 4517 1029 0,'0'0'244'0,"0"0"-244"0,0 0 0 15,0 0 1-15,156 21 2 16,-91-11-3-16,-12-2-11 16,-17-4-8-16,-19-3 7 15,-7 2 11-15,-6-3 1 16,-4 2 23-16,0-1 23 0,0 2 2 15,0 3-44 1,2 6 0-16,-2 6-2 0,0 8 6 16,0 3-3-1,-4 4 2-15,-10-1-7 0,3-7 0 16,9-8-10 15,2-9-82-31,0-8-98 0,20-2-256 0</inkml:trace>
  <inkml:trace contextRef="#ctx0" brushRef="#br0" timeOffset="14954.18">26863 4429 1496 0,'0'0'0'0,"0"0"62"0,0 0-62 16,0 0-10-16,0 0-71 15,0 0-28-15,0 32-138 16,2-23-310-16</inkml:trace>
  <inkml:trace contextRef="#ctx0" brushRef="#br0" timeOffset="15280.05">27120 4342 1369 0,'0'0'20'0,"0"0"-7"16,0 0-13-16,0 0-2 0,0 0-8 16,0 0 10-1,6-8 0-15,-6 15 16 0,0 3 46 16,0 0-5-16,0 0-18 16,0-2-17-16,0-2-13 15,0-6-6 1,0 0-2-16,0 0 3 0,0 0 2 15,0 0 5-15,0 0-2 16,0 0 7 0,0 0-10-16,0 0-2 0,0 6-4 15,0 14 0-15,0 12 4 16,-6 13 4-16,-8 6 0 16,1 2-8-16,3-3-1 0,10-8-6 15,0-10-43 1,6-14-51-1,13-14-83-15,4-4-230 0</inkml:trace>
  <inkml:trace contextRef="#ctx0" brushRef="#br0" timeOffset="15568.13">27420 4189 1251 0,'0'0'140'0,"0"0"-113"0,0 0 47 0,0 0-62 16,0 0-11-16,0 0 8 15,7 96 8-15,-7-46 0 16,-13 8 4-16,-17 5-14 16,1-2-7-1,3-2-1-15,6-5-12 0,16-8-62 16,4-12-100-16,9-16-189 15</inkml:trace>
  <inkml:trace contextRef="#ctx0" brushRef="#br0" timeOffset="15893.13">27673 4614 1206 0,'0'0'2'0,"0"0"27"0,0 0 1 0,0 0-30 0,0 0 0 15,0 0-1-15,-6-82 1 16,-38 82-1-16,-7 10 1 16,-5 8 16-16,9 0 25 15,12 2 0-15,12-2-23 16,13 0-16 0,10-4-2-16,0-2-16 0,31-5 6 15,11-2-4-15,0-5-2 16,1 0 0-16,-8-2 10 15,-10-9 6-15,-10 5 0 0,-5-1 9 16,-8 7 32 0,-2 0-2-16,0 0-35 0,0 0-4 15,0 0-7 1,0 13 7-16,0 4 0 16,0 1 0-16,0-3-38 0,0-7-69 15,0-8-83-15,4 0-141 16</inkml:trace>
  <inkml:trace contextRef="#ctx0" brushRef="#br0" timeOffset="16190.98">28058 4221 1299 0,'0'0'23'15,"0"0"64"1,0 0-18-16,0 0-59 0,0 0-10 15,0 0 0 1,-38 104 14-16,-12-24-2 0,-10 7 0 16,8-6 2-16,11-6-14 15,18-16-8-15,19-24-48 16,4-17-109-16,9-18-127 31,11-6-195-31</inkml:trace>
  <inkml:trace contextRef="#ctx0" brushRef="#br0" timeOffset="16417.04">27710 4405 718 0,'0'0'591'0,"0"0"-579"0,0 0 57 0,0 0-69 16,0 0-17-16,78 24 17 0,-18-8-2 15,-2-2 2-15,-2 0-9 16,-12-3 1-16,-15-6 4 15,-11-1 4-15,-11 1 0 0,-5-1 0 16,-2 1 10 0,0 2 14-16,0 2 17 0,0 3-24 15,0 3-14-15,0-1-3 16,-4 4-6-16,-3 2-69 16,1-2-91-1,-2-2-155-15,6-2-167 0</inkml:trace>
  <inkml:trace contextRef="#ctx0" brushRef="#br0" timeOffset="16797.32">28240 4329 768 0,'0'0'339'0,"0"0"-298"0,0 0 35 0,0 0-37 16,0 0-35-16,0 0 4 0,0 103-8 0,-6-72 0 16,4-1 0-16,2-3 2 15,0-4-1-15,4-2 1 0,15-9-3 16,6-6 1 0,0-4 0-16,0-2-7 15,-5 0-14-15,-3-8-8 16,-3-12 3-1,-3-4 15-15,-7-5-18 0,-4-2 23 16,0-2 6 0,0 11 1-1,-8 6 2-15,-15 14 0 16,-4 2-3 0,0 2-54-1,6 16-42 1,7 4-77-16,9-4-110 0</inkml:trace>
  <inkml:trace contextRef="#ctx0" brushRef="#br0" timeOffset="17134.34">28566 4499 436 0,'0'0'847'0,"0"0"-845"0,0 0 20 0,0 0 7 0,0 0-27 0,0 0-2 0,4 62 5 0,-6-39 5 16,-16-3-4-16,3-4-3 0,1-4-1 15,7-6-2-15,5-2 1 16,2-4-1-16,0 0-9 0,0 0-8 16,5 0-12-16,19-14 16 15,10-8 5-15,3-5 2 16,5-2 2-16,-1-4 4 16,-1 4 2 15,-9 4 7-31,-8 10 39 0,-13 8 31 0,-5 5-1 0,-5 2-15 15,0 0 0 1,0 0-34-16,0 0-6 0,0 24-7 16,0 9-2-16,0 10 4 15,-5 4-14-15,3-1-4 16,2-5-10-16,0-4-62 16,7-9-90-16,9-12-378 15</inkml:trace>
  <inkml:trace contextRef="#ctx0" brushRef="#br0" timeOffset="41859.43">9788 11853 870 0,'0'0'31'0,"0"0"-16"0,0 0-15 0,0 0 43 16,0 0-20-16,0 0 4 16,131-77-1-16,-111 62 21 15,-5 1-9-15,-3 1-8 0,-3 1-10 16,-5 1 10-16,0 0-10 16,-4-2-16-16,0 2 7 15,-2 2 7-15,-20 0-9 16,-7 5 2-16,-9 3-11 15,-4 1 5-15,-1 0-2 16,3 0-2-16,5 14 4 16,4 9 13-16,4 15 9 0,4 6-22 15,14 5-2 1,7-5-4-16,2-8 1 16,7-11-6-16,22-10-1 15,8-11 1 1,9-4 6-16,7-8 0 15,4-24-2-15,7-7-17 0,-2 1-17 0,-5 4-24 16,-5 7-38 0,-10 11-1-16,-13 5-13 0,-11 10 21 15,-5 1 7 1,-8 0-54-16,-3 0-150 0</inkml:trace>
  <inkml:trace contextRef="#ctx0" brushRef="#br0" timeOffset="42286.43">10305 11668 836 0,'0'0'202'0,"0"0"-196"0,0 0 66 0,0 0-11 0,0 0-35 16,0 0-9-16,0 0 23 15,-31 69-25-15,6-35-6 16,2 0-1-16,5-8-3 15,5-6-3 1,11-12-2-16,2-8-5 0,0 0-15 0,0 0-17 16,18-14 24-1,6-10 2-15,1-4 0 16,-1 0 2-16,1 0 2 0,-3 3 3 16,0 7-4-16,-4 2 6 15,0 5 2 1,-4 2 0-16,-4 5-1 0,-5 3 2 15,-3 1 0-15,-2 0 17 16,0 9 15-16,0 18 14 16,0 6-4-1,-7 6-4 1,-1-2-22 0,1-1-1-1,5-5-13-15,2-7-3 0,0-10-9 16,20-12-53-16,13-2-81 15,5-24-303 1</inkml:trace>
  <inkml:trace contextRef="#ctx0" brushRef="#br0" timeOffset="42922.31">10788 11704 898 0,'0'0'7'0,"0"0"0"0,0 0 5 0,0 0-9 0,0 0 12 15,0 0 26 1,-3-98-7-16,-5 92 42 16,-13 6-21-16,-3 0 8 15,-10 16-50-15,-3 16-10 16,1 9 0-16,5 3 0 0,8-5 1 15,17-4 4 1,6-5-8-16,0-12-5 0,25-9-1 16,10-9-1-16,7 0-12 15,3-11 1-15,1-14-9 16,-3 2-18 0,-9 5-5-16,-15 3-2 15,-7 8 26-15,-10 3 26 0,-2 1 3 16,0 3 35-16,0 0 9 15,-11 0-12-15,0 0-15 16,0 0-7-16,4 0-5 16,0 0-5-16,5 14 2 15,2 1-5-15,0-1 0 16,0 1-1-16,0-3 1 16,7-1-1-16,4-5 1 0,2-6 4 15,5 0 0 1,3-4-3-16,0-18 0 0,2 0-1 15,-3-3-1-15,-7 6-2 16,-7 3-2-16,-6 4-3 16,0 4 8-1,-6 2 1-15,-17 6 5 0,-8 0-6 16,2 3-2-16,3 14 1 16,8-1-2-16,12 2-1 0,6-5-45 15,4 0-153 1,25-6-179-16</inkml:trace>
  <inkml:trace contextRef="#ctx0" brushRef="#br0" timeOffset="43432.3">11267 11703 1175 0,'0'0'9'0,"0"0"33"15,0 0-2-15,0 0-40 0,0 0 1 32,0 0-1-32,-6-31 0 0,-13 31 6 15,-8 0 3-15,-4 21-9 16,-2 7-2-16,0 4-3 0,6-1 4 16,9 0 0-1,11-12 0-15,7-4-1 0,0-15-9 16,27 0-22-16,16-23-3 15,10-14-8-15,5-13-62 16,2-2-3 15,-4 2 17-31,-5-3 26 0,-9 2 30 16,-6-8 36-16,-7 1 0 0,-9 1 5 0,-7 7 32 16,-4 14 41-1,-6 12 23-15,-1 14 25 0,-2 10-30 0,0 0-32 16,0 0-30-1,-2 23-17-15,-12 7 10 16,-6 11 14-16,-2 2-15 16,-3 3-5-16,1-2 5 0,3-4 13 15,4 0-27-15,6-6-12 16,8 0 0-16,3-2 0 16,0-7-28-16,20-3-67 15,3-8-42 1,-1-4-69-16,-6-10-14 0,2 0 14 0,-3 0-110 15</inkml:trace>
  <inkml:trace contextRef="#ctx0" brushRef="#br0" timeOffset="44080.78">11650 11683 534 0,'0'0'42'0,"0"0"57"16,0 0 12-16,0 0-35 0,0 0-8 15,134-49-46-15,-114 25-5 16,-4 3-15-16,-6-2-2 15,-10 7 1-15,0 5 4 16,0 6 7-16,-22 5 86 16,-9 0-29-16,-7 20-54 0,-2 10 1 15,3 2 7-15,8-2-14 16,10-2 18-16,15-4-26 16,4-5-1 30,2-8-6-46,29-2 2 0,5-7-5 0,1-2-19 0,0 0-18 0,-4 0 3 16,-9 0-22-16,-1-5-40 0,-7-8 30 16,-1 0-12-1,-3-1 5 1,-4-2 28-16,3 5 36 0,-1-3 16 16,-2 1 2-16,-1 6 4 15,-3 2 22-15,-4 3 63 0,0 2 24 16,0 0 4-16,0 0 1 15,0 0-52 1,0 0-24-16,0 5-20 0,4 10-4 0,1 7 0 16,2 3-9-16,-5 4 1 15,-2 6 6 1,0-1-1 0,0-3 1-1,0-2-12-15,0-9 2 16,0-10-6-16,0-6 0 15,0-4-4 1,0 0 2-16,0 0 1 0,0-10-3 0,2-14-3 16,13-6-2-16,4-2 2 0,3 0 6 15,2 3-1-15,3 4 2 0,6-2-1 16,6 1 0-16,1 4-1 16,-1 4 0-16,-3 2 1 15,-5 11 1-15,-8 3 0 0,-9 2 0 16,-6 0 0-1,-8 7-1-15,0 13 0 0,0-1-35 16,0-2-118-16,0-3-272 16</inkml:trace>
  <inkml:trace contextRef="#ctx0" brushRef="#br0" timeOffset="48305.43">22304 13062 1010 0,'0'0'2'15,"0"0"-2"-15,0 0 12 0,-100 131-7 0,76-97-3 16,1-4 9-1,2-4 8-15,2-7 15 0,2-2 4 16,1-5 3-16,3-2-18 16,-1 1 4-16,6-4-15 15,1-1-5 1,7-6-7-16,0 0 0 16,11 0-5-16,27-22 5 0,15-10 12 15,7-8-7-15,-4 3-3 16,-7 11-2-16,-16 8 1 15,-10 11 10-15,-12 4 4 16,-6 3-8 0,-5 0 2-16,0 0 1 0,0 10 12 15,2 4-3-15,-2 3-19 0,0-4 2 16,0 1 0 0,0 0-1-16,-7 2 3 0,-11 0 4 15,7-3-4-15,2-5-2 16,7-7 2-16,2-1-4 15,0 0-1-15,24-5 1 16,12-17 3-16,9-9-2 16,-3 6 1-16,-4 3 0 15,-12 9-2-15,-9 9 0 16,-11 4 0 0,-4 0 8-16,-2 17 7 15,0 16 25-15,0 10-10 16,-6 4-18-16,-2-3-12 15,8-11-7-15,0-15-59 0,23-18-70 0,8 0-126 16,0-24-169-16</inkml:trace>
  <inkml:trace contextRef="#ctx0" brushRef="#br0" timeOffset="48589.36">22772 13251 0 0,'0'0'938'0,"0"0"-861"16,0 0 59-16,0 0-39 0,0 0-62 16,0 0 9-1,-4 65-19-15,4-48-22 0,0-9-3 16,14-8 0-16,13 0-3 16,2-20-19-16,2-12-5 15,-5-4-15-15,-10 1 14 16,-10 6 15-1,-6 8 13-15,0 9 0 0,-22 12 1 16,-4 0-1-16,-1 18-33 16,4 8-75-16,10-4-170 15</inkml:trace>
  <inkml:trace contextRef="#ctx0" brushRef="#br0" timeOffset="49149.94">23147 13100 238 0,'0'0'969'0,"0"0"-941"0,0 0 18 0,0 0-23 0,0 0-12 16,0 0 27-16,2 56-25 15,-28-26 0-15,-3 5-6 16,-3-5-1 0,6-6-1-16,7-8-4 15,13-10-1-15,6-6 0 0,0 0-9 0,8-13 1 16,24-10 7 0,8-10 1-16,-2 5 0 0,-2 5-1 15,-10 6 1 1,-5 7-3-16,-8 6 3 0,-9 2 0 15,-2 2 0-15,-2 0 2 16,0 0 4-16,0 14 1 16,-2 5 3-16,-13-2-9 15,3 0-1 1,-1-1 3-16,5-4-3 0,3-7 0 16,2-1-1-16,3-1 1 15,0-3-4-15,0 0-2 16,16 0 6-16,20-21 8 0,9-5-4 31,3-1-3-31,-3 3 2 0,-16 10-3 16,-13 8 0-16,-10 6 2 0,-6 0 15 31,0 0 26-31,0 8-13 0,-9 19-20 0,-7 5-7 16,6-2-1-16,3-2-2 15,7-8-22 1,0-5-80-1,0-10-83-15,0-5-195 0</inkml:trace>
  <inkml:trace contextRef="#ctx0" brushRef="#br0" timeOffset="49803.68">23453 13254 981 0,'0'0'33'16,"0"0"80"-16,0 0-73 0,115-50-17 15,-74 30-22-15,-4 2 0 16,-6 0 5-16,-13 3-6 31,-11 2 6-31,-7 5 5 0,0 4-6 0,-5 4 3 16,-17 0-7-16,-5 0-1 15,-4 4-9-15,0 11 1 16,2 4 5-16,6 1 1 16,8 0-1-16,6 2-3 15,7 0 6-15,2-1-3 0,0-3 5 16,0-4-4-1,18-6 2-15,9-8 0 16,6 0-1-16,7-4-4 0,3-17-17 16,1-2-84-16,-2 1-95 15,-7 4-6-15,-6 1 78 16,-10 9 39-16,-9 1 84 16,-4 0 6 15,-4 5 97-31,-2-2-23 0,0 0 12 15,2 0-27-15,-2 2-42 16,2 0-10-16,-2 0 11 0,0 2 29 0,0 0-20 16,0 0 43-16,0 0-4 15,-4 9 26-15,-12 9-33 16,-3 4-8 0,2 1-5-16,-1 4-26 0,5-5-9 15,7-4-8-15,6-8-3 16,0-10 0-16,0 0-3 15,21-4 0-15,6-19-6 0,4-3 2 16,-2 2 2 0,-2 2 4-1,-2 5 1 1,-3 2 1-16,-7 7 5 16,-1 7 5-16,-7 1 9 0,-5 0 3 15,-2 5 25-15,0 17-18 0,0 5-15 0,-4-4-13 16,-4-2-2-16,6-10-15 15,2-4-104-15,0-7-137 0,2 0-264 16</inkml:trace>
  <inkml:trace contextRef="#ctx0" brushRef="#br0" timeOffset="50089.68">24339 12761 496 0,'0'0'867'0,"0"0"-867"0,0 0 19 16,0 0 31-1,-24 139-35-15,-1-80-11 16,-2 2-2-16,-2-1 0 16,5-7-1-16,1-9-1 15,6-10-2-15,5-12-1 0,6-11-35 16,6-11-40-16,0 0-63 15,2-8-118-15,12-17-90 16</inkml:trace>
  <inkml:trace contextRef="#ctx0" brushRef="#br0" timeOffset="50515.68">24091 13060 796 0,'0'0'320'0,"0"0"-179"15,0 0-23-15,0 0-81 16,0 0-37-16,0 0-9 15,0-6 9-15,43 6 5 0,6 0-1 16,2 0-3 0,-7 0-1-16,-3 0 0 0,-14 4-2 15,-8 0 0-15,-7 0-7 32,-7 0 8-32,-3 2 0 0,-2 2 1 0,0-1 1 15,0 4 0 1,0-5-1-16,0 2 0 0,0-2 0 15,0 2 3-15,0 3 1 0,-7 2 1 16,0 1 21 0,0 1 6-16,7-5-24 15,0 0-8-15,0-2-3 0,7-5 1 16,18-3-4-16,8 0-48 16,5-6-5-1,0-12-31-15,-5 2 33 0,-11 4 38 16,-8 4 19-1,-10 7 9-15,-4-2 40 0,0 3 4 16,0 0 14 0,0 0-32-16,0 0-25 0,0 0-10 15,0 4-2 1,0 4-1-16,0 1-5 0,0 0-3 16,0 1-56-16,13-4-62 15,1-2-137 1,-1-4-193-16</inkml:trace>
  <inkml:trace contextRef="#ctx0" brushRef="#br0" timeOffset="51089.68">24756 13068 1150 0,'0'0'132'0,"0"0"-35"0,0 0-28 15,0 0-49-15,0 0-10 16,0 0-3-16,-38 106-4 15,24-80-3-15,3-4 0 16,5-5 0-16,1-8-2 16,2-4 0-16,3-5-26 15,0 0-44-15,0 0 35 0,6-9 0 16,15-10 25 0,8-10 3-16,5-1 9 0,3 3 1 15,0 0-1 1,-4 9 8-16,-8 8 27 0,-10 6-7 15,-6 4-10 1,-9 0-5 0,0 20 7-16,0 8-5 0,-7-2 0 15,-8-2-6-15,3-6-8 0,4-3 0 16,5-8-1-16,3-3-2 16,0-1-1-16,0-3 3 15,7 0 0-15,7 0 3 0,-1 0 3 16,5-7-2-16,4-8-3 31,4-8-1-31,6-4 1 16,3-8-1-1,1 3 0-15,-7 4 0 0,-7 9 0 16,-11 10 0-16,-6 7 10 16,-5 2 42-16,0 6 12 0,0 20-27 0,-7 10 9 15,-2 1-29 1,3-2-9-16,4-3-7 15,2-2-1 1,0 1-16-16,0-8-50 0,0 0-112 16,0-5-449-1</inkml:trace>
  <inkml:trace contextRef="#ctx0" brushRef="#br0" timeOffset="51952.13">22371 13878 223 0,'0'0'822'16,"0"0"-712"-16,0 0 3 0,0 0-19 0,0 0-45 0,0 0 3 16,101 20-31-16,-46-20-8 15,3-14-11-15,-4-6 0 16,-12-3 0-16,-13 6-4 16,-15 1-8-1,-12 4-14-15,-2 5 1 0,-14 1 11 16,-28 6-8-1,-10 0 8-15,-8 0 5 0,1 11 6 16,5 7 1-16,9 4 0 16,14 0 10 15,14 5-1-31,12 0 10 0,5 2-7 16,15-4-1-1,23 0-1-15,12-7-4 16,5-9-2-16,8-9-4 0,1 0 0 0,-3 0-13 15,-8-19-72 1,-11-6-69-16,-6-1-108 0,-5-2 22 16,-4 4 33-16</inkml:trace>
  <inkml:trace contextRef="#ctx0" brushRef="#br0" timeOffset="52264.13">22971 13800 604 0,'0'0'154'0,"0"0"29"0,0 0-3 0,0 0-62 15,0 0-73 1,0 0 7-16,-40 14-23 15,13 12-14-15,0 4 3 0,1 4 5 16,1-4-2-16,10-6-1 16,5-5-16-16,10-10-4 15,0-9-7 1,10 0 1-16,23-9-15 0,9-24-8 16,5-5 2-16,-3 2 10 15,-4 5 7 32,-9 6 10-47,-4 7 0 0,-8 6 23 0,-13 11 8 0,-4 1 32 0,-2 0-21 0,0 0-12 16,0 23-2-1,-4 10 1-15,-12 5-17 16,3-1-11-16,0-3-1 0,5-4-2 16,8-6-23-16,0-10-54 15,19-9-65-15,14-5-154 0,5 0-210 16</inkml:trace>
  <inkml:trace contextRef="#ctx0" brushRef="#br0" timeOffset="52755.5">23457 13846 1178 0,'0'0'85'0,"0"0"20"0,0 0-27 0,0 0-71 16,0 0-3-1,0 0 2-15,4-50 7 0,-39 51-13 16,-8 20-1-1,-3 2 1-15,5 4 0 16,13-1 0 0,9-2 0-16,15-2 0 0,4-4-7 0,4-5 0 15,28-7-8-15,7-6-6 16,11 0 7-16,0-3 0 16,0-9 4-16,-10-2-25 15,-13 2 11-15,-11 6 11 16,-8 4 8-1,-8 2 4-15,0 0 1 0,0 0 10 16,0 0-1-16,0 5-9 16,2 1-2-16,17-5-2 0,4-1 4 15,10 0 1 1,2-4 4 15,-4-10-5-31,-9-4-5 16,-10 5 2-16,-12 2 3 0,0 3 1 15,-14 4 7 1,-18 4 4-16,-3 0-6 0,-5 0 1 16,5 9-2-16,6 0-3 31,10 1-2-31,11 0-3 16,8 2-13-16,0 0-48 0,11-1-39 0,15 2-139 15,8-3-145 1</inkml:trace>
  <inkml:trace contextRef="#ctx0" brushRef="#br0" timeOffset="53233.15">24098 13856 911 0,'0'0'156'0,"0"0"-76"0,0 0 10 0,0 0-62 16,0 0-21 0,0 0 16-16,0 0-1 0,12-78-20 15,-64 100-2-15,-10 12-1 16,1 4 1-16,6 0-1 15,13-4 0-15,17-6-1 16,18-6-1-16,7-8 2 16,9-10-6-16,30-4-6 15,9-1-23-15,6-27-7 0,0-7-21 16,-2-5-79 0,-7 0 11-1,0-4 57-15,-2-2 65 0,-4-2 10 16,-3-6 1-16,-5-3 9 15,-4-1-2 1,-2 6-3-16,-8 8-4 0,-5 20 1 16,-12 14 108-16,0 10 69 15,-3 10-51-15,-19 26-92 16,-5 16 27-16,2 6-19 0,1-1-12 16,4-2 18-16,6-2-19 0,6-5-20 31,3-4-8-16,5-5-1 1,0-8-2 0,5-4-6-16,8-6-34 15,0-6-66 1,-2-8-53-16,-4-1-94 0,-2-6-9 16,-3 0 4-16</inkml:trace>
  <inkml:trace contextRef="#ctx0" brushRef="#br0" timeOffset="53506.16">24321 13974 526 0,'0'0'109'0,"0"0"18"0,0 0-9 0,0 0-29 0,0 0-32 0,140-74-7 0,-101 60-15 16,-4-2 1-16,-1 2-3 0,-10 2 15 16,-9 2-34-16,-6 2-5 0,-9 0-4 15,0 2 5-15,-4 0-10 16,-23 6-18-16,-4 0 0 16,-5 0 13-1,-1 10 5-15,-1 14 12 16,5 6 17-16,6 4 17 15,11-2 6-15,9-2-17 16,7-3-25 0,4-5-6-16,30-10-4 0,15-9-3 0,11-3-15 15,3-6-55 1,-7-20-57-16,-10 0-54 0,-13-5-66 16,-6 4-29-1</inkml:trace>
  <inkml:trace contextRef="#ctx0" brushRef="#br0" timeOffset="53950.51">24822 13774 776 0,'0'0'134'0,"0"0"55"0,0 0-45 0,0 0-95 15,0 0 1-15,0 0 0 16,-8 96-19-16,-6-48-4 16,3-2-12-16,2-3-10 15,0-7-4-15,7-13-1 16,0-9 1-16,-1-7-1 15,3-7 0 1,0-3-31-16,0-20-18 0,14-17-2 16,4-10-34-16,4-3 23 15,3 7 42 48,4 8 20-63,-3 12 2 0,1 9 24 0,-3 12 24 0,1 3 1 0,0 2 11 0,-4 0-26 0,4 2-17 0,0 12-19 0,-3-2 0 15,-4 2-15 1,-9 0-106 0,-9 2-304-16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4T11:00:06.2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24667 11419 933 0,'0'0'239'0,"0"0"-239"0,0 0 0 16,0 0 15-16,0 0 13 15,0 0-6-15,0 0-11 0,0 0 18 16,37 101 38 0,-37-5-14-16,0 21-24 0,0 9 16 15,-13-2-20 1,-1-1-10-16,1-13-1 0,3-8-2 47,0-6-6-47,3-16 3 0,1-8-4 0,2-11-3 0,-4-7-2 0,4-8-1 15,-3-7 1-15,-1-8 0 16,1-9-4-16,0-12-15 16,-2-10-51-16,-1 0-42 15,-7-32-153-15,-9-20-519 0</inkml:trace>
  <inkml:trace contextRef="#ctx0" brushRef="#br0" timeOffset="589.51">24671 11181 1288 0,'0'0'1'0,"0"0"11"0,122-9-12 0,-39 9 58 16,17 21-16-16,12 19-23 15,1 16-2-15,-1 11-5 16,2 3 0-16,3 0-4 16,1-6-5-16,-4-10 1 15,-10-10-4-15,-17-15-4 16,-10-12-1-16,-13-7-9 0,-15-6-7 15,-18 0 3 1,-15 0 0-16,-10 1 0 16,-6-2 9-16,0 3 9 0,0 2 2 15,-2 1 6-15,-6-1-4 16,3-6 6-16,2-2-4 16,3 0 2-16,0 9-3 15,-4 12-4-15,-3 13 5 16,-3 13 8-1,-4 12 0-15,1 7 1 0,-5 6 0 16,0 9-7 0,-2-1-4-16,3-4 0 0,-2-7-4 15,9-17 0 1,4-13-3-16,2-14-2 0,4-14-68 0,-6-11-115 16,-5 0-216-1</inkml:trace>
  <inkml:trace contextRef="#ctx0" brushRef="#br0" timeOffset="1016.62">24569 12923 1016 0,'0'0'314'0,"0"0"-306"0,164-65-8 15,-58 32 62-15,15-5 2 16,18 3-28-16,2-2-23 16,-8 7-10-16,-6 4-2 15,-15 6-2-15,-21 2-8 16,-22 4-12-16,-19 2-19 16,-15 0-3-16,-9 0 9 15,-4-4 8-15,1-2-13 0,-3-3-20 16,-1 3-29-16,-5 4-109 15,-11 11-107-15</inkml:trace>
  <inkml:trace contextRef="#ctx0" brushRef="#br0" timeOffset="1590.72">26770 11551 921 0,'0'0'250'16,"0"0"-250"-16,-18 143 21 0,6-66 35 15,6 5-30 1,2 4-1-16,-1-6-5 0,5-8 0 16,0-13 1-16,0-9-6 15,0-11-14-15,13-12 6 16,-1-7 0-16,-3-9-3 0,-1-2-2 16,-1-1 5-1,-2-2-4-15,-1-2 16 16,1 0-7-16,-3 1 3 15,-2-4-10-15,0 2 3 0,0-3-2 16,0 0-6 0,0 0-20-16,0-11-112 0,0-11-250 15</inkml:trace>
  <inkml:trace contextRef="#ctx0" brushRef="#br0" timeOffset="2223.04">26740 11734 1052 0,'0'0'34'0,"0"0"-27"16,162-106 34-1,-49 52 7-15,30-6-3 0,19-1-3 16,0 2-28-16,-10 7-12 16,-25 6-2-16,-26 9-6 46,-24 7-5-46,-14 2 3 0,-12 2-12 0,-11 0-24 0,-7-2 18 0,-6 2-1 0,-4 6-15 16,-10 4 6-16,-6 10 32 16,-7 1 4-16,0 5 8 15,0 0-1-15,-3 0-5 16,-6 0-2-16,3 0 0 16,2 3 0-1,1-3 11-15,3 0 3 0,0 0 5 16,0 0 5-16,0 0 2 15,0 0-9-15,0 0-6 16,0 0 1-16,0 0 6 16,0 10-10-16,0 10 8 15,0 17 33-15,0 16 8 0,0 17-21 16,-2 18-10-16,-7 6 2 16,4 5-12-16,5 5-6 15,0 4-3-15,0 3 1 16,0-1-5-16,0-3-3 15,0-10 0-15,3-9 1 16,6-9-1-16,-2-11 0 16,-1-9-1-16,-4-14-2 15,0-9-4-15,1-5-44 16,-1-12-39 0,-2-6 4-16,0-13-218 15</inkml:trace>
  <inkml:trace contextRef="#ctx0" brushRef="#br0" timeOffset="2848.04">26776 12150 747 0,'0'0'225'15,"0"0"-200"-15,0 0 103 0,0 0-45 16,0 0-30-16,0 0-30 16,5-4 6-16,6 4 19 15,7 1 10-15,4 10-6 16,9 4-20-16,12 9-1 16,10 9 0-16,14 11-1 15,9 8-9-15,15 5 5 16,13-6-6-16,10-1-6 0,-2-6-8 15,-8-6-6-15,-14-5 0 16,-17-10-2 0,-11-4 2-1,-10-2-1-15,-12-4 1 0,-9 3 0 16,-9-4-1 0,-6 3 1-16,0-4 1 15,0-1-1 1,-3 2 2-16,-1-1 0 15,-2-4-2-15,-3 1 3 16,-5-2-1-16,2-2-1 0,-4 0 1 0,2 0 2 0,0-2-1 16,0-2 1-16,1 3-3 15,-3-2 0-15,3 1-1 0,-1 2-4 16,0-4-39-16,2 5-93 16,-4-2-273-16</inkml:trace>
  <inkml:trace contextRef="#ctx0" brushRef="#br0" timeOffset="49261.62">7650 10609 1317 0,'0'0'0'0,"0"0"0"15,0 0 0-15,0 0 19 0,0 0-16 16,0 0-3-16,0 0-3 15,0 0-3-15,0 0-4 16,0 0 10-16,-37-17 0 16,37 15 6-16,0-1 9 15,2-1-8-15,22-4 0 16,12 1 21-16,11-5-5 16,16-1 7-16,5 3-14 31,6 1-10-31,2-2-2 15,-3 4-4-15,-4 0-3 0,-2-1 1 0,-4 4 4 16,-3-2-4-16,-5 4 1 0,-1-1 1 16,-3 2 0-16,-7 1 0 15,2-4-3-15,-5 1 6 16,1-2-2-16,4-1 0 16,-2 2 0-16,1-2-1 15,-1 2 0-15,-1 2 0 16,-1-2 0-1,-2 4-2-15,3 0 4 0,-4 0-3 16,3 0 2-16,-1 0 0 16,-3 0-1-16,-1 0 1 15,-3 4-2-15,-3-2 2 16,-4 2 0-16,-7 0-1 0,-3-2 0 16,2 0-1-1,-4 0 2-15,3 0 0 0,-3 2 2 16,1 1 3-16,0-4-1 15,2 4-2 1,-2-3 0-16,-3 3-2 0,-3-3 7 16,-2 2-8-16,-4-4 1 15,-2 0 1-15,-2 0 0 16,0 0 2-16,0 0 3 16,0 2 1-16,0-2-8 15,-6 0-14 1,-10 0-106-16,-7-15-210 0</inkml:trace>
  <inkml:trace contextRef="#ctx0" brushRef="#br0" timeOffset="51229.35">12202 10457 687 0,'0'0'124'0,"0"0"-123"16,0 0 73-16,0 0 21 0,0 0-1 15,0 0-13-15,0 0-18 16,121 22-20-16,-86-14-4 16,13 2 20-16,5-4-26 15,14-2-18-15,8-4 12 16,8 0-15-16,2 0 3 15,-5 0-5-15,-4-6-9 16,-9-2 4-16,-7 2-4 16,-7 0 1-1,-6 1-1-15,-7 5-1 16,0-1 0 0,-2 1 0-16,2 0-3 0,0 0 6 15,0-1-6 1,0 1 6-16,-2 0-3 0,-3 0 0 0,-2 0 1 15,-5 0-2-15,-2 0 2 16,-5 0-1-16,1 0 0 0,-7 0 1 16,2 0-1-1,-9 0 3-15,-1 0 0 0,-3 0 0 16,0 0 0-16,-1 0 0 16,2 0 0-16,-1 0 2 15,3 0 1-15,3 0-2 16,4 0 2-16,3 0-3 0,4 0 1 15,4 0-2-15,-1 1 1 16,0 3-3 0,1-2 0-16,-5 0 0 0,-7 0 0 15,1 0 0-15,-3-2 0 16,3 4 0-16,-1-2 0 16,5 2 0-1,-1 0 0-15,-1-2 0 16,-1-2 2-1,-3 0-2-15,-3 0 2 0,-5 3 1 0,-2-3 1 16,0 1-1-16,-2-1 5 16,0 0 1-16,0 0-1 0,0 0-5 15,0 0-3 1,0 2 0-16,2-2-1 0,3 0 0 16,-1 3 1-1,1-2 1 1,0-1-1-16,-3 2 0 0,0-2 0 0,-2 3 2 15,0-3-1-15,0 0 0 16,0 0 0-16,0 0 0 16,0 0 1-1,0 0-1-15,0 1-1 0,0-1-3 16,0 0-15-16,0 5-40 16,-33-1-135-16,-21-1-496 15</inkml:trace>
  <inkml:trace contextRef="#ctx0" brushRef="#br0" timeOffset="190159.15">7203 16998 828 0,'0'0'359'0,"0"0"-352"16,0 0-7-16,0 0 0 15,0 0 27-15,0 0 0 0,0 0 9 16,123 64-14-1,-84-56-3-15,-1 1 21 0,-5-4-10 16,-6-1 17 0,-4-4-17-16,-5 0-1 0,1 4-7 15,0 1 10-15,5 0-5 16,5-1-11-16,7 5-6 16,10 0-2-16,8-4-2 15,4 3 0-15,4-7-5 16,5-1 1-16,0 0-2 15,-5 0 5 1,-6 0-5-16,-9 0-3 0,-11 0 3 16,-10 0 0-16,-4 0 0 0,-6 0-4 15,-1 4 8 1,1 1-5-16,-3-1 1 16,-1 0 0-16,3-3 1 0,1 4 0 15,-1-5 1 1,6 0-1-16,-4 0 1 0,1 0-2 15,-2 0 0-15,-5 0 1 16,-2 0-1-16,-1 0 0 16,0 0 0-16,-2 0 0 15,5 0 0-15,-1 0 0 16,0 0 0-16,-3 0 1 16,-3 0-1-1,-4 0-1-15,0 0 1 0,0 0 2 0,0 0-2 16,0 0 1-16,0 0 3 15,0 0-2-15,0 0 1 16,0 0 2 0,0 0 0-16,0 0 1 0,0 0-4 15,0 0-1 1,0 0-1-16,0 0 0 0,0 0 0 16,0 0 1-1,0 0-1-15,0 0 0 0,0 0 1 16,0 0 1-16,0 0 1 15,0 0-2-15,0 0 1 16,0 0 0-16,0 0 0 16,0 0-1-16,0 0 1 15,0 0-2-15,0 0-1 0,0 0 1 16,0 0 1-16,0 0 0 16,0 0-1-16,0 0 0 15,0 0-2-15,0 0-7 16,0 0-28-16,0 12-35 15,-15 12-81-15,-16 2-221 16</inkml:trace>
  <inkml:trace contextRef="#ctx0" brushRef="#br0" timeOffset="-192853.67">9776 13696 1066 0,'0'0'18'0,"0"0"-8"0,0 0-10 0,0 0 41 16,0 0-26 0,0 0-12-16,0 0 18 0,0 0 22 15,14 31 14 1,-14 4 7-16,0 9-4 0,-5 14-6 15,-19 6-18-15,-1 5-14 16,0 0-8-16,2 0-1 16,2-5 4 15,3-4-9-31,5-8 5 0,4-8-6 0,7-8-5 16,2-9-2-16,0-4-1 15,0-2-1-15,0-6-9 0,-5 1-19 0,1-3-23 16,-5-1-60-1,-7-10-89-15,1-2-289 16</inkml:trace>
  <inkml:trace contextRef="#ctx0" brushRef="#br0" timeOffset="-192213.15">9384 14247 664 0,'0'0'109'16,"0"0"-106"-16,0 0 13 0,0 0 43 16,0 0-31-1,0 0-10-15,51-33-18 0,-51 33 0 16,0 0 23-16,0 0 36 15,0 0 15-15,0 0-14 16,0 2-10-16,0 11-5 16,0 1-13-1,0 4-14-15,0 4-1 0,0 10-2 16,0 5 16-16,0 7 4 16,0 3-13-16,0 3-2 15,0-2-1 1,0-6-2-16,0-11-13 0,0-11 5 15,0-10-2 1,0-4-5-16,0-6-1 0,0 0 6 0,2 0 1 16,6 0-2-1,7 0 2-15,7-14-1 0,14-4-2 16,8 0-5 0,14-6 0-16,16-5 0 0,6-2 0 15,7-5-2-15,-5-1-1 16,-11 3 1-16,-10 2 2 15,-14 2-2-15,-16 8-1 16,-14 12 0 0,-10 0 3-16,-7 10 0 0,0 0 2 15,0-2-2-15,-13 2-7 16,0 0 5-16,1 0 1 16,8 0-15-16,4 0-12 15,0 0-21-15,0 0-29 0,0 0-34 16,0 0-11-1,0 0 11-15,0 0-8 0,0 0-85 16,-7 0-135-16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4T14:27:58.4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9127 17710 930 0,'0'0'155'0,"0"0"-154"0,0 0 1 16,0 0 70-16,0 0-46 15,0 0-6-15,41-6 24 16,-10 6-4-16,5 0 8 15,8-4-13-15,6 4-5 16,8-4-8-16,2 4 4 16,6 0-7-16,3 0 1 15,-4 0-6-15,-3 0-9 16,-4 0 1-16,-8 0-5 16,-6-4 1-16,-7 2-2 15,-2-2 0-15,-7 4-1 16,-8-5 1-16,-4 5 0 15,-7 0 0-15,-5 0 1 0,-4 0 7 16,0 0 5 0,0 0 4-16,0 0-9 0,0 0 1 15,0 0 0-15,0 0 0 16,0 0-4-16,0 0-2 16,0 0 2-16,0 0 4 15,0 0-4-15,0 0 0 16,0 0 3-16,0 0-1 15,0 0-6-15,0 0 1 16,0 0 2-16,0 0-3 16,0 0-1-16,0 0 1 0,0 0-1 15,0 0-1-15,0 0-1 16,0 0-9-16,0 0-52 16,-13 9-67-16,-23-3-312 15</inkml:trace>
  <inkml:trace contextRef="#ctx0" brushRef="#br0" timeOffset="47207.24">20248 8657 793 0,'0'0'85'16,"0"0"-62"-16,0 0 50 0,0 0 19 16,0 0-1-16,0 0-46 15,0 0-19-15,0 0 2 16,0 0 12-16,0 0 6 16,0 0-11-16,-9 0-7 15,9 0-18-15,0 0 6 16,0 0-10-16,0 0-5 15,0 0 1-15,18 0-1 16,11 0 0-16,7-8-1 16,2-3 0-16,-1 4 0 15,2-4 0-15,-2-1 0 16,-1 0 0-16,-3 0 2 16,-6 2-1-1,-2 4 0-15,-8 2 0 0,1 0-1 16,-5 2 1-16,3 2 1 15,-3 0-2-15,3 0 0 16,4 0 0-16,2 0 1 0,3 0-1 16,6 0 0-16,0-4 0 15,3 1 0-15,1 2 0 16,-4 0 0-16,-2 1 0 16,0 0 0-16,-6 0 0 15,0 0 0-15,-6 0 0 16,1 0 0-16,-5 0 0 15,3 0 0-15,-5 0 0 16,2 0 0-16,5 0 0 0,2 0 0 16,2 0 1-16,5 0-1 15,2 0 0 1,0 0-1-16,4 0 1 16,-2 0 0-16,3 0 1 0,-1 1-1 15,-2 3 0-15,-2-2 0 16,0 0 1-16,-2 0-1 15,-2-2 0-15,-2 2-1 16,-2-2 1-16,-1 0 2 16,-1 0-2-16,-4 0 0 15,3 0-3-15,-1 0 5 16,4 0-3-16,-1 0 2 0,2 0-1 16,0 0 0-1,3-2-1-15,-3 0 1 0,0 0 0 16,-2 0 0-1,-2 2 0-15,-2 0 0 0,-3 0 0 16,-2 0 0 0,-2 0 0-16,-5 0 0 0,-1 0 0 15,1 0 0-15,1 0 0 16,2 0 0-16,1 0 1 16,3 0-2-16,1 0 2 15,-1 0-2-15,-5 0 2 16,-1 0-1-16,-2 0 0 0,-1 0-1 15,-2 0 1 1,2 0 2-16,-2 0-2 0,0 0 1 16,0 0-1-16,0 0 0 15,0 0 1 1,0 0-1-16,0 0 1 0,4 0 0 16,-2 0-1-16,7 0 0 15,3 0 0-15,1 0 9 16,1 0-3-16,-4 0-4 15,-3 0-2-15,-1 0 2 16,-4 0-2-16,-2 0 0 16,3 0 1-16,0 0-1 15,-1 0 1-15,0 0-1 16,0 0 4-16,-2 0-2 16,0 0 1-16,0 0 4 15,0 0 3-15,0 0-2 0,0 0 3 16,0 0-4-16,0 0-2 15,0 0-4 1,0 0 0-16,0 0-1 0,0 0-1 16,0 0 1-16,0 0 0 15,0 0 0-15,2 0-1 16,-2 0 1-16,0 0 1 16,0 0-1-16,0 0 0 15,0 0 1-15,0 0-1 16,0 0 1-16,0 0 2 15,0 0-3-15,0 0-1 16,0 0-4 0,0 0-42-16,0 0-100 0,0 0-264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542D5-1BA5-4FAC-905B-345980C026F8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2A46F-5F01-40FC-89D0-FE6881FB40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590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420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650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342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124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805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59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668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914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171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33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961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290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1962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397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41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998E5-F577-D596-F58E-21E5A5CD9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8CADDA-82E7-B439-C354-5A78D3CCF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02CA8D-2254-71AA-E017-B1643D61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2A7897-E56F-A835-B7D6-6098B385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BF078B-CE9E-553F-8BDE-E4B244A7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3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B61E6-98CB-3B62-68B4-9C47F91A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018891-D286-0E41-C9AE-D80D84A0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635D3A-B902-8EA0-0B56-D7BA61D0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03097-65E0-3FC0-2E28-AF771446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19E57-A449-F800-0277-B74BBA1B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73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EF095-7AB8-46D3-F6A0-A0F711E8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C0E9BD-A02D-22A6-7480-2835CE362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83E82-9EF5-A986-410B-CAB8EA30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1A54A-2884-B0BD-F7AB-045ADB13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9089E4-FF25-25AB-654A-7AC3A1DE6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499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CC5FA-D8E5-D719-CF4E-C7FBDE79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B01EEE-D3E7-0304-D7EB-680E92392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4AE224-782C-8577-3349-DF0D5020A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A2159C-534D-85EB-CF4A-DD677ECCB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FAA044-3B6E-20B0-2E86-C43404A9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368D34-3E70-7648-406A-24E33819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77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DBC71-DA5A-C36A-2915-66F4B0C3A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61B654-DE73-B4A6-F1E5-AB00CFD53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0AD33-2376-BD78-10A4-E00D8601C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8EAFA2-FD59-D97E-116D-36F8267C4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49AA84-46CA-D5F5-708F-CAB42497E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CBAB53-0AE0-36B2-7DBA-EA01A0AD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2E5403-2884-4E69-0F99-42D80375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48F809-059A-91FF-16CF-0020E953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39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DAC2A-E374-49FD-491B-87CC04C4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221824-8063-A33D-4245-5078C8C2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3A38A8-B30C-2DAF-463C-23BC5A6B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20C740-E76A-A745-EBD1-B6F33817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30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60DC9B-EB85-6359-6B62-426CC597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BA4911-6C00-A2B7-3DC8-3006B0CC1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ED6D34-61D8-C303-61E2-7D3699EB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58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2A4AB-DD7F-EAA8-2D68-A897A269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62E19-D802-2E13-4F2E-E65DBD5B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ADD4B6-7BD3-228E-97A4-08C154881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AD2555-16E3-D6D5-438D-FEADB72E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78FCD8-1241-BCD8-4AC8-FF55FA39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80C8E8-EAFA-A735-20FB-D7FCC94F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26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F8C1E-E404-63A0-ECE1-F1CB44E2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C02360-8051-5F63-4990-62F5BCB1D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B0B40B-1A10-DD1F-E843-5B57BADC8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04EA77-AB59-74D0-8900-DF50CD10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3C7338-FB58-FE63-BC28-D256A65E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5F1C1D-7FFD-5E21-26BA-16E58B17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850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D875F-8874-525F-ED48-091E0683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AFBA7C-A078-E268-AE2A-2DF4BC4D3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2DE7C-B504-AFEF-A5BB-0CBA50D0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5F3C5-7508-BAEF-FA58-6ECF0153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513B96-663D-FEC6-1A73-7EC3875C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1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D0BCBF-EDE1-20E0-B8F1-44E7AA023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D9DEB2-7197-8234-841F-C01A1CABE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407976-5A8E-9EC8-EC71-4A7E22B7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EB201B-9E9D-4168-98A4-0092DDD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FA8C62-B278-B802-9488-A7C2900D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09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7A80A-F37F-0756-7035-47CA896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5270B1-53FA-DDD6-51BE-884C3EADD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C25BA5-D1C2-BE55-2213-01C3292FE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558B78-8395-55FC-4738-612552475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A4E5E-2589-D4E1-D9B1-AB6EAEA56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24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6C9C4-488A-8181-21F2-FA0763706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视觉基础大模型的架构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AADCCD-862D-C942-5155-3413807115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智魔老师</a:t>
            </a:r>
          </a:p>
        </p:txBody>
      </p:sp>
    </p:spTree>
    <p:extLst>
      <p:ext uri="{BB962C8B-B14F-4D97-AF65-F5344CB8AC3E}">
        <p14:creationId xmlns:p14="http://schemas.microsoft.com/office/powerpoint/2010/main" val="122705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Vision Transformer (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ViT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2EF34F8-3D42-09A5-5EE7-94D99F50A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938" y="1316889"/>
            <a:ext cx="9556325" cy="4860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372F6C4-58D5-D933-FF9A-C195592F0CC5}"/>
              </a:ext>
            </a:extLst>
          </p:cNvPr>
          <p:cNvSpPr txBox="1"/>
          <p:nvPr/>
        </p:nvSpPr>
        <p:spPr>
          <a:xfrm>
            <a:off x="262695" y="6211669"/>
            <a:ext cx="11666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 err="1"/>
              <a:t>Dosovitskiy</a:t>
            </a:r>
            <a:r>
              <a:rPr lang="en-US" altLang="zh-CN" dirty="0"/>
              <a:t> A, Beyer L, Kolesnikov A, et al. An image is worth 16x16 words: Transformers for image recognition at scale. ICLR 2021.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B87988BD-DD04-92C4-E92A-F8ED5147D0BA}"/>
                  </a:ext>
                </a:extLst>
              </p14:cNvPr>
              <p14:cNvContentPartPr/>
              <p14:nvPr/>
            </p14:nvContentPartPr>
            <p14:xfrm>
              <a:off x="2742840" y="4394160"/>
              <a:ext cx="651960" cy="2822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B87988BD-DD04-92C4-E92A-F8ED5147D0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3480" y="4384800"/>
                <a:ext cx="670680" cy="30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0930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Vision Transformer (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ViT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87BED3D-4852-A632-F890-57FBF225C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675" y="1327449"/>
            <a:ext cx="7077325" cy="145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8B3DFDE-29BE-D0F6-7512-058ADCFDA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3315" y="681037"/>
            <a:ext cx="1790855" cy="354360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F764CBA-9C77-7D2E-BE91-02145FB7F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693" y="2774840"/>
            <a:ext cx="4873287" cy="4142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17390526-CBAA-9316-2030-7903A680E1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5714" y="4794874"/>
            <a:ext cx="1537685" cy="14941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FF486C5-06F8-EC2A-58CC-94C8A021264F}"/>
                  </a:ext>
                </a:extLst>
              </p14:cNvPr>
              <p14:cNvContentPartPr/>
              <p14:nvPr/>
            </p14:nvContentPartPr>
            <p14:xfrm>
              <a:off x="1623960" y="1892520"/>
              <a:ext cx="6862320" cy="48736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FF486C5-06F8-EC2A-58CC-94C8A021264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14600" y="1883160"/>
                <a:ext cx="6881040" cy="489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6151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v3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基于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架构的自监督学习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：更多数据增强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SimCLR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中的映射层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52C39C0-C8BB-2CEC-BD3F-7055FB233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638" y="102273"/>
            <a:ext cx="5083842" cy="1616800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D5C2751-0011-C7FD-50C1-A99849425B44}"/>
              </a:ext>
            </a:extLst>
          </p:cNvPr>
          <p:cNvSpPr txBox="1">
            <a:spLocks/>
          </p:cNvSpPr>
          <p:nvPr/>
        </p:nvSpPr>
        <p:spPr>
          <a:xfrm>
            <a:off x="10160312" y="157073"/>
            <a:ext cx="1934152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en-US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en-US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3299B3-7851-B07D-788D-FC36CF256A5C}"/>
              </a:ext>
            </a:extLst>
          </p:cNvPr>
          <p:cNvSpPr txBox="1"/>
          <p:nvPr/>
        </p:nvSpPr>
        <p:spPr>
          <a:xfrm>
            <a:off x="262695" y="6431125"/>
            <a:ext cx="1166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Chen X, Xie S, He K. An empirical study of training self-supervised vision transformers. ICCV, 2021.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257E2AF-B951-B928-E9F3-84136083A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87" y="2552127"/>
            <a:ext cx="8697205" cy="3496218"/>
          </a:xfrm>
          <a:prstGeom prst="rect">
            <a:avLst/>
          </a:prstGeom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25B12DAC-1E1A-D000-BF95-93F1FF2503AB}"/>
              </a:ext>
            </a:extLst>
          </p:cNvPr>
          <p:cNvSpPr txBox="1">
            <a:spLocks/>
          </p:cNvSpPr>
          <p:nvPr/>
        </p:nvSpPr>
        <p:spPr>
          <a:xfrm>
            <a:off x="8737052" y="5314271"/>
            <a:ext cx="1934152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en-US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SimCLR</a:t>
            </a:r>
            <a:endParaRPr lang="en-US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1D6CC0-0CDB-FD6B-F609-213851C2F01F}"/>
              </a:ext>
            </a:extLst>
          </p:cNvPr>
          <p:cNvSpPr/>
          <p:nvPr/>
        </p:nvSpPr>
        <p:spPr>
          <a:xfrm>
            <a:off x="6766560" y="2552127"/>
            <a:ext cx="1642480" cy="34962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00E9094-C9D3-373F-57E2-AF4B3A39ABA5}"/>
                  </a:ext>
                </a:extLst>
              </p14:cNvPr>
              <p14:cNvContentPartPr/>
              <p14:nvPr/>
            </p14:nvContentPartPr>
            <p14:xfrm>
              <a:off x="63360" y="2868480"/>
              <a:ext cx="34560" cy="856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00E9094-C9D3-373F-57E2-AF4B3A39AB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000" y="2859120"/>
                <a:ext cx="53280" cy="10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236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v3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基于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架构的自监督学习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）取消内存银行，由大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52C39C0-C8BB-2CEC-BD3F-7055FB233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638" y="102273"/>
            <a:ext cx="5083842" cy="1616800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D5C2751-0011-C7FD-50C1-A99849425B44}"/>
              </a:ext>
            </a:extLst>
          </p:cNvPr>
          <p:cNvSpPr txBox="1">
            <a:spLocks/>
          </p:cNvSpPr>
          <p:nvPr/>
        </p:nvSpPr>
        <p:spPr>
          <a:xfrm>
            <a:off x="10160312" y="157073"/>
            <a:ext cx="1934152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en-US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en-US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3299B3-7851-B07D-788D-FC36CF256A5C}"/>
              </a:ext>
            </a:extLst>
          </p:cNvPr>
          <p:cNvSpPr txBox="1"/>
          <p:nvPr/>
        </p:nvSpPr>
        <p:spPr>
          <a:xfrm>
            <a:off x="262695" y="6431125"/>
            <a:ext cx="1166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Chen X, Xie S, He K. An empirical study of training self-supervised vision transformers. ICCV, 2021.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C7B1D25-480D-AB7C-58F5-22F28F470473}"/>
              </a:ext>
            </a:extLst>
          </p:cNvPr>
          <p:cNvGrpSpPr/>
          <p:nvPr/>
        </p:nvGrpSpPr>
        <p:grpSpPr>
          <a:xfrm>
            <a:off x="8814816" y="902208"/>
            <a:ext cx="2321872" cy="943946"/>
            <a:chOff x="8814816" y="902208"/>
            <a:chExt cx="2321872" cy="94394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9F39722-6289-D82D-1A6B-59DB39C936A4}"/>
                </a:ext>
              </a:extLst>
            </p:cNvPr>
            <p:cNvSpPr/>
            <p:nvPr/>
          </p:nvSpPr>
          <p:spPr>
            <a:xfrm>
              <a:off x="8814816" y="902208"/>
              <a:ext cx="926592" cy="718726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内容占位符 2">
              <a:extLst>
                <a:ext uri="{FF2B5EF4-FFF2-40B4-BE49-F238E27FC236}">
                  <a16:creationId xmlns:a16="http://schemas.microsoft.com/office/drawing/2014/main" id="{585182ED-650C-96FD-821D-5D66FA7F5DE5}"/>
                </a:ext>
              </a:extLst>
            </p:cNvPr>
            <p:cNvSpPr txBox="1">
              <a:spLocks/>
            </p:cNvSpPr>
            <p:nvPr/>
          </p:nvSpPr>
          <p:spPr>
            <a:xfrm>
              <a:off x="9202536" y="1444110"/>
              <a:ext cx="1934152" cy="402044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1200"/>
                </a:spcBef>
                <a:buNone/>
              </a:pPr>
              <a:r>
                <a:rPr lang="zh-CN" altLang="en-US" sz="1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  <a:endPara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2D9170E-67FF-801A-9F2C-21350FEF05A4}"/>
              </a:ext>
            </a:extLst>
          </p:cNvPr>
          <p:cNvGrpSpPr/>
          <p:nvPr/>
        </p:nvGrpSpPr>
        <p:grpSpPr>
          <a:xfrm>
            <a:off x="3161814" y="3008680"/>
            <a:ext cx="5868371" cy="3037449"/>
            <a:chOff x="7554472" y="2100316"/>
            <a:chExt cx="3959778" cy="1989571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4EBD973-8EA5-9E3C-9534-CE70612BB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55410" y="2100316"/>
              <a:ext cx="3958840" cy="1989571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0A88DB9-DA75-E1EF-5AAE-0F057E663ED7}"/>
                </a:ext>
              </a:extLst>
            </p:cNvPr>
            <p:cNvSpPr/>
            <p:nvPr/>
          </p:nvSpPr>
          <p:spPr>
            <a:xfrm>
              <a:off x="7554472" y="2485291"/>
              <a:ext cx="1648064" cy="236013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7460DDC-497F-939D-782D-760DCA3123AB}"/>
                </a:ext>
              </a:extLst>
            </p:cNvPr>
            <p:cNvSpPr/>
            <p:nvPr/>
          </p:nvSpPr>
          <p:spPr>
            <a:xfrm>
              <a:off x="7554472" y="3607271"/>
              <a:ext cx="2605840" cy="236013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2367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7A0914-394C-342F-88AD-648B48A695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71"/>
          <a:stretch/>
        </p:blipFill>
        <p:spPr bwMode="auto">
          <a:xfrm>
            <a:off x="3333790" y="2432384"/>
            <a:ext cx="4181752" cy="399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v3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基于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架构的自监督学习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）双向的对比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loss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52C39C0-C8BB-2CEC-BD3F-7055FB233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638" y="102273"/>
            <a:ext cx="5083842" cy="1616800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D5C2751-0011-C7FD-50C1-A99849425B44}"/>
              </a:ext>
            </a:extLst>
          </p:cNvPr>
          <p:cNvSpPr txBox="1">
            <a:spLocks/>
          </p:cNvSpPr>
          <p:nvPr/>
        </p:nvSpPr>
        <p:spPr>
          <a:xfrm>
            <a:off x="10160312" y="157073"/>
            <a:ext cx="1934152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en-US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en-US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3299B3-7851-B07D-788D-FC36CF256A5C}"/>
              </a:ext>
            </a:extLst>
          </p:cNvPr>
          <p:cNvSpPr txBox="1"/>
          <p:nvPr/>
        </p:nvSpPr>
        <p:spPr>
          <a:xfrm>
            <a:off x="262695" y="6431125"/>
            <a:ext cx="1166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Chen X, Xie S, He K. An empirical study of training self-supervised vision transformers. ICCV, 2021.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C7B1D25-480D-AB7C-58F5-22F28F470473}"/>
              </a:ext>
            </a:extLst>
          </p:cNvPr>
          <p:cNvGrpSpPr/>
          <p:nvPr/>
        </p:nvGrpSpPr>
        <p:grpSpPr>
          <a:xfrm>
            <a:off x="8814816" y="902208"/>
            <a:ext cx="2321872" cy="943946"/>
            <a:chOff x="8814816" y="902208"/>
            <a:chExt cx="2321872" cy="94394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9F39722-6289-D82D-1A6B-59DB39C936A4}"/>
                </a:ext>
              </a:extLst>
            </p:cNvPr>
            <p:cNvSpPr/>
            <p:nvPr/>
          </p:nvSpPr>
          <p:spPr>
            <a:xfrm>
              <a:off x="8814816" y="902208"/>
              <a:ext cx="926592" cy="718726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内容占位符 2">
              <a:extLst>
                <a:ext uri="{FF2B5EF4-FFF2-40B4-BE49-F238E27FC236}">
                  <a16:creationId xmlns:a16="http://schemas.microsoft.com/office/drawing/2014/main" id="{585182ED-650C-96FD-821D-5D66FA7F5DE5}"/>
                </a:ext>
              </a:extLst>
            </p:cNvPr>
            <p:cNvSpPr txBox="1">
              <a:spLocks/>
            </p:cNvSpPr>
            <p:nvPr/>
          </p:nvSpPr>
          <p:spPr>
            <a:xfrm>
              <a:off x="9202536" y="1444110"/>
              <a:ext cx="1934152" cy="402044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1200"/>
                </a:spcBef>
                <a:buNone/>
              </a:pPr>
              <a:r>
                <a:rPr lang="zh-CN" altLang="en-US" sz="1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  <a:endPara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1029CCB-4FB0-1416-8121-57ED92E36B5D}"/>
                  </a:ext>
                </a:extLst>
              </p:cNvPr>
              <p:cNvSpPr txBox="1"/>
              <p:nvPr/>
            </p:nvSpPr>
            <p:spPr>
              <a:xfrm>
                <a:off x="8644929" y="2942074"/>
                <a:ext cx="17268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𝑐𝑡𝑟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1029CCB-4FB0-1416-8121-57ED92E36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4929" y="2942074"/>
                <a:ext cx="172688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BECE7D0-2C9F-6733-3EDF-8FBD2A9E0D60}"/>
              </a:ext>
            </a:extLst>
          </p:cNvPr>
          <p:cNvCxnSpPr>
            <a:cxnSpLocks/>
          </p:cNvCxnSpPr>
          <p:nvPr/>
        </p:nvCxnSpPr>
        <p:spPr>
          <a:xfrm>
            <a:off x="9508370" y="3543300"/>
            <a:ext cx="0" cy="2939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5463021-70B8-B8D0-8598-3CD63B82500C}"/>
                  </a:ext>
                </a:extLst>
              </p:cNvPr>
              <p:cNvSpPr txBox="1"/>
              <p:nvPr/>
            </p:nvSpPr>
            <p:spPr>
              <a:xfrm>
                <a:off x="7616229" y="3949016"/>
                <a:ext cx="387125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𝑐𝑡𝑟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𝑐𝑡𝑟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5463021-70B8-B8D0-8598-3CD63B825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6229" y="3949016"/>
                <a:ext cx="387125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0E0AF9DC-4E9A-4DF4-E8D2-4895476F4B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2211" y="5005145"/>
            <a:ext cx="4652253" cy="8100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BB8A5349-5B2F-F597-F998-AABF3ADEDCE7}"/>
                  </a:ext>
                </a:extLst>
              </p14:cNvPr>
              <p14:cNvContentPartPr/>
              <p14:nvPr/>
            </p14:nvContentPartPr>
            <p14:xfrm>
              <a:off x="3894120" y="353880"/>
              <a:ext cx="7448760" cy="606168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BB8A5349-5B2F-F597-F998-AABF3ADEDCE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84760" y="344520"/>
                <a:ext cx="7467480" cy="608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374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DINO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Knowledge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stillation with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labels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72F6C4-58D5-D933-FF9A-C195592F0CC5}"/>
              </a:ext>
            </a:extLst>
          </p:cNvPr>
          <p:cNvSpPr txBox="1"/>
          <p:nvPr/>
        </p:nvSpPr>
        <p:spPr>
          <a:xfrm>
            <a:off x="262695" y="6374956"/>
            <a:ext cx="1166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Caron M,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Touvron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H, Misra I, et al. Emerging properties in self-supervised vision transformers. ICCV, 2021.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5467741-D85B-CB07-286C-F524DB507DD3}"/>
              </a:ext>
            </a:extLst>
          </p:cNvPr>
          <p:cNvGrpSpPr/>
          <p:nvPr/>
        </p:nvGrpSpPr>
        <p:grpSpPr>
          <a:xfrm>
            <a:off x="4625956" y="279406"/>
            <a:ext cx="3373024" cy="814607"/>
            <a:chOff x="242689" y="0"/>
            <a:chExt cx="3639343" cy="218360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778079F-EC24-7255-9BA2-611F4D828DFA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sz="110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030B7AB-86BB-AFFE-DD68-CA39D1C69237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基于对比学习</a:t>
              </a:r>
              <a:endParaRPr lang="en-US" altLang="zh-CN" sz="36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9E92BFC-9989-3E4F-5EE2-7B60522051EB}"/>
              </a:ext>
            </a:extLst>
          </p:cNvPr>
          <p:cNvGrpSpPr/>
          <p:nvPr/>
        </p:nvGrpSpPr>
        <p:grpSpPr>
          <a:xfrm>
            <a:off x="8341456" y="279406"/>
            <a:ext cx="3373024" cy="814607"/>
            <a:chOff x="242689" y="0"/>
            <a:chExt cx="3639343" cy="218360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C65EB7E-B846-C92B-6292-072D96ED5013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sz="110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10620EF-C563-92B1-8C3C-01D98E64711D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36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</a:t>
              </a:r>
              <a:r>
                <a:rPr lang="zh-CN" altLang="en-US" sz="3600" dirty="0">
                  <a:effectLst/>
                </a:rPr>
                <a:t>掩码重建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E37E6B05-A287-94E6-DE31-02F28EE21EAC}"/>
              </a:ext>
            </a:extLst>
          </p:cNvPr>
          <p:cNvSpPr/>
          <p:nvPr/>
        </p:nvSpPr>
        <p:spPr>
          <a:xfrm>
            <a:off x="4625335" y="279406"/>
            <a:ext cx="3373025" cy="814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3F13175-4C66-993B-6DDE-566595832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506" y="1757363"/>
            <a:ext cx="4552950" cy="44196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FD15982-5F27-C8DF-323F-1D1FEE7D8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456" y="4276139"/>
            <a:ext cx="2179976" cy="357065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553D71A-6D04-C115-01DD-A7FEE5E3531A}"/>
              </a:ext>
            </a:extLst>
          </p:cNvPr>
          <p:cNvSpPr/>
          <p:nvPr/>
        </p:nvSpPr>
        <p:spPr>
          <a:xfrm>
            <a:off x="6518872" y="3575957"/>
            <a:ext cx="1495817" cy="35922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FFBCE0A-C5AB-0C8F-8839-315E3815C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115" y="2373543"/>
            <a:ext cx="3042823" cy="68877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2C0E47A-D3DA-69F1-E0DF-7E7820B15F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5955" y="3012093"/>
            <a:ext cx="1213769" cy="340707"/>
          </a:xfrm>
          <a:prstGeom prst="rect">
            <a:avLst/>
          </a:prstGeom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764E565-C434-7F24-7CD3-4DEFA57D3787}"/>
              </a:ext>
            </a:extLst>
          </p:cNvPr>
          <p:cNvCxnSpPr>
            <a:cxnSpLocks/>
          </p:cNvCxnSpPr>
          <p:nvPr/>
        </p:nvCxnSpPr>
        <p:spPr>
          <a:xfrm flipV="1">
            <a:off x="8180615" y="3182447"/>
            <a:ext cx="169011" cy="54046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1FD0F8E-03AA-F674-83E0-3B6DA70EB98F}"/>
                  </a:ext>
                </a:extLst>
              </p14:cNvPr>
              <p14:cNvContentPartPr/>
              <p14:nvPr/>
            </p14:nvContentPartPr>
            <p14:xfrm>
              <a:off x="3470400" y="1508040"/>
              <a:ext cx="6905160" cy="35636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1FD0F8E-03AA-F674-83E0-3B6DA70EB9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61040" y="1498680"/>
                <a:ext cx="6923880" cy="358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899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DINO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最后一层中的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[CLS]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72F6C4-58D5-D933-FF9A-C195592F0CC5}"/>
              </a:ext>
            </a:extLst>
          </p:cNvPr>
          <p:cNvSpPr txBox="1"/>
          <p:nvPr/>
        </p:nvSpPr>
        <p:spPr>
          <a:xfrm>
            <a:off x="262695" y="6374956"/>
            <a:ext cx="1166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Caron M,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Touvron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H, Misra I, et al. Emerging properties in self-supervised vision transformers. ICCV, 2021.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3DFF748-6689-CBBF-7379-2A61FC3F6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" y="2120611"/>
            <a:ext cx="11451785" cy="300609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6B689F7-7A6E-87B3-F2BC-66586300B0BC}"/>
              </a:ext>
            </a:extLst>
          </p:cNvPr>
          <p:cNvSpPr txBox="1"/>
          <p:nvPr/>
        </p:nvSpPr>
        <p:spPr>
          <a:xfrm>
            <a:off x="3049366" y="5422669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无监督学习到类别相关特征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3222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DINO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ImageNet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上自监督实验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72F6C4-58D5-D933-FF9A-C195592F0CC5}"/>
              </a:ext>
            </a:extLst>
          </p:cNvPr>
          <p:cNvSpPr txBox="1"/>
          <p:nvPr/>
        </p:nvSpPr>
        <p:spPr>
          <a:xfrm>
            <a:off x="262695" y="6374956"/>
            <a:ext cx="1166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Caron M,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Touvron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H, Misra I, et al. Emerging properties in self-supervised vision transformers. ICCV, 2021.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7AE4C4-BB56-E408-6D64-6672D286B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47" y="1744288"/>
            <a:ext cx="5510893" cy="44326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9845D28-5357-894E-408C-F79756966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166" y="2467116"/>
            <a:ext cx="5551957" cy="298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724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MAE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网络结构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72F6C4-58D5-D933-FF9A-C195592F0CC5}"/>
              </a:ext>
            </a:extLst>
          </p:cNvPr>
          <p:cNvSpPr txBox="1"/>
          <p:nvPr/>
        </p:nvSpPr>
        <p:spPr>
          <a:xfrm>
            <a:off x="262695" y="6374956"/>
            <a:ext cx="1166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He K, Chen X, Xie S, et al. Masked autoencoders are scalable vision learners. CVPR, 2022.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5467741-D85B-CB07-286C-F524DB507DD3}"/>
              </a:ext>
            </a:extLst>
          </p:cNvPr>
          <p:cNvGrpSpPr/>
          <p:nvPr/>
        </p:nvGrpSpPr>
        <p:grpSpPr>
          <a:xfrm>
            <a:off x="4625956" y="279406"/>
            <a:ext cx="3373024" cy="814607"/>
            <a:chOff x="242689" y="0"/>
            <a:chExt cx="3639343" cy="218360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778079F-EC24-7255-9BA2-611F4D828DFA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sz="110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030B7AB-86BB-AFFE-DD68-CA39D1C69237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基于对比学习</a:t>
              </a:r>
              <a:endParaRPr lang="en-US" altLang="zh-CN" sz="36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9E92BFC-9989-3E4F-5EE2-7B60522051EB}"/>
              </a:ext>
            </a:extLst>
          </p:cNvPr>
          <p:cNvGrpSpPr/>
          <p:nvPr/>
        </p:nvGrpSpPr>
        <p:grpSpPr>
          <a:xfrm>
            <a:off x="8341456" y="279406"/>
            <a:ext cx="3373024" cy="814607"/>
            <a:chOff x="242689" y="0"/>
            <a:chExt cx="3639343" cy="218360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C65EB7E-B846-C92B-6292-072D96ED5013}"/>
                </a:ext>
              </a:extLst>
            </p:cNvPr>
            <p:cNvSpPr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sz="110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10620EF-C563-92B1-8C3C-01D98E64711D}"/>
                </a:ext>
              </a:extLst>
            </p:cNvPr>
            <p:cNvSpPr txBox="1"/>
            <p:nvPr/>
          </p:nvSpPr>
          <p:spPr>
            <a:xfrm>
              <a:off x="242689" y="0"/>
              <a:ext cx="3639343" cy="21836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840" tIns="243840" rIns="243840" bIns="243840" numCol="1" spcCol="1270" anchor="ctr" anchorCtr="0">
              <a:noAutofit/>
            </a:bodyPr>
            <a:lstStyle/>
            <a:p>
              <a:pPr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36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</a:t>
              </a:r>
              <a:r>
                <a:rPr lang="zh-CN" altLang="en-US" sz="3600" dirty="0">
                  <a:effectLst/>
                </a:rPr>
                <a:t>掩码重建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E37E6B05-A287-94E6-DE31-02F28EE21EAC}"/>
              </a:ext>
            </a:extLst>
          </p:cNvPr>
          <p:cNvSpPr/>
          <p:nvPr/>
        </p:nvSpPr>
        <p:spPr>
          <a:xfrm>
            <a:off x="8341455" y="296653"/>
            <a:ext cx="3373025" cy="814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CA24EC4-B497-DE54-8EDF-7BB08E797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654" y="1230577"/>
            <a:ext cx="4055141" cy="223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22AB0223-7DB6-CCF3-115C-F5C8A99A3234}"/>
              </a:ext>
            </a:extLst>
          </p:cNvPr>
          <p:cNvSpPr txBox="1">
            <a:spLocks/>
          </p:cNvSpPr>
          <p:nvPr/>
        </p:nvSpPr>
        <p:spPr>
          <a:xfrm>
            <a:off x="10856719" y="2248204"/>
            <a:ext cx="1934152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en-US" altLang="zh-CN" sz="1800" b="1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BEiT</a:t>
            </a:r>
            <a:endParaRPr lang="en-US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4ADAAB-E739-9E3F-257D-E4E619AF2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0" y="1719167"/>
            <a:ext cx="6692040" cy="3832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4B1C18F-BEF1-B11C-3268-F2F334691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217" y="5613442"/>
            <a:ext cx="3254022" cy="6325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46407B01-1630-8FCF-3170-597C53B8DED4}"/>
                  </a:ext>
                </a:extLst>
              </p14:cNvPr>
              <p14:cNvContentPartPr/>
              <p14:nvPr/>
            </p14:nvContentPartPr>
            <p14:xfrm>
              <a:off x="2593080" y="3757320"/>
              <a:ext cx="7557840" cy="244332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46407B01-1630-8FCF-3170-597C53B8DE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3720" y="3747960"/>
                <a:ext cx="7576560" cy="246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560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MAE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重建结果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72F6C4-58D5-D933-FF9A-C195592F0CC5}"/>
              </a:ext>
            </a:extLst>
          </p:cNvPr>
          <p:cNvSpPr txBox="1"/>
          <p:nvPr/>
        </p:nvSpPr>
        <p:spPr>
          <a:xfrm>
            <a:off x="262695" y="6374956"/>
            <a:ext cx="1166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He K, Chen X, Xie S, et al. Masked autoencoders are scalable vision learners. CVPR, 2022.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C545A37-EEF9-7DDC-7DF9-1392FAF42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2005012"/>
            <a:ext cx="11084560" cy="391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3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MAE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72F6C4-58D5-D933-FF9A-C195592F0CC5}"/>
              </a:ext>
            </a:extLst>
          </p:cNvPr>
          <p:cNvSpPr txBox="1"/>
          <p:nvPr/>
        </p:nvSpPr>
        <p:spPr>
          <a:xfrm>
            <a:off x="262695" y="6374956"/>
            <a:ext cx="1166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He K, Chen X, Xie S, et al. Masked autoencoders are scalable vision learners. CVPR, 2022.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627A40-BB07-8D1D-6EB2-DB93AA0B2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" y="2806782"/>
            <a:ext cx="5766231" cy="16250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F01F8E-3EAC-52AD-AA22-32ED99F92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502" y="1394028"/>
            <a:ext cx="5934498" cy="162502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BB51844-5162-34A4-8ECD-5C354F289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502" y="3845632"/>
            <a:ext cx="5716275" cy="1625028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ADB4EB2E-F5D2-9582-1FCB-52A94759EF94}"/>
              </a:ext>
            </a:extLst>
          </p:cNvPr>
          <p:cNvSpPr txBox="1">
            <a:spLocks/>
          </p:cNvSpPr>
          <p:nvPr/>
        </p:nvSpPr>
        <p:spPr>
          <a:xfrm>
            <a:off x="2099641" y="2404738"/>
            <a:ext cx="2700955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-ImageNet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AC1BCF91-54D6-2667-E5EE-B40F8B3710E5}"/>
              </a:ext>
            </a:extLst>
          </p:cNvPr>
          <p:cNvSpPr txBox="1">
            <a:spLocks/>
          </p:cNvSpPr>
          <p:nvPr/>
        </p:nvSpPr>
        <p:spPr>
          <a:xfrm>
            <a:off x="8099576" y="993277"/>
            <a:ext cx="1934152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-COCO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FD8E31A-0472-5DEA-5750-8B7FA72AF648}"/>
              </a:ext>
            </a:extLst>
          </p:cNvPr>
          <p:cNvSpPr txBox="1">
            <a:spLocks/>
          </p:cNvSpPr>
          <p:nvPr/>
        </p:nvSpPr>
        <p:spPr>
          <a:xfrm>
            <a:off x="8099576" y="3471869"/>
            <a:ext cx="2468778" cy="45148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分割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-ADE20K</a:t>
            </a:r>
          </a:p>
        </p:txBody>
      </p:sp>
    </p:spTree>
    <p:extLst>
      <p:ext uri="{BB962C8B-B14F-4D97-AF65-F5344CB8AC3E}">
        <p14:creationId xmlns:p14="http://schemas.microsoft.com/office/powerpoint/2010/main" val="363170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SAM (Segment Anything Model)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网络结构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72F6C4-58D5-D933-FF9A-C195592F0CC5}"/>
              </a:ext>
            </a:extLst>
          </p:cNvPr>
          <p:cNvSpPr txBox="1"/>
          <p:nvPr/>
        </p:nvSpPr>
        <p:spPr>
          <a:xfrm>
            <a:off x="262695" y="6374956"/>
            <a:ext cx="1166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Kirillov A,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Mintun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E, Ravi N, et al. Segment anything.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2023.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845F91-13B7-F17D-D703-8D3D4DC3C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" y="2671951"/>
            <a:ext cx="11877675" cy="3133725"/>
          </a:xfrm>
          <a:prstGeom prst="rect">
            <a:avLst/>
          </a:prstGeom>
        </p:spPr>
      </p:pic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F6C0BB6-C939-B896-911D-C0ABCD692378}"/>
              </a:ext>
            </a:extLst>
          </p:cNvPr>
          <p:cNvSpPr txBox="1">
            <a:spLocks/>
          </p:cNvSpPr>
          <p:nvPr/>
        </p:nvSpPr>
        <p:spPr>
          <a:xfrm>
            <a:off x="4711691" y="2371933"/>
            <a:ext cx="2454167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en-US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Focal loss + Dice loss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0FB3CEC-FA4F-493B-BDEE-14BF56DEFB8C}"/>
              </a:ext>
            </a:extLst>
          </p:cNvPr>
          <p:cNvCxnSpPr>
            <a:cxnSpLocks/>
          </p:cNvCxnSpPr>
          <p:nvPr/>
        </p:nvCxnSpPr>
        <p:spPr>
          <a:xfrm flipV="1">
            <a:off x="5903089" y="2653978"/>
            <a:ext cx="0" cy="20102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95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SAM (Segment Anything Model)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72F6C4-58D5-D933-FF9A-C195592F0CC5}"/>
              </a:ext>
            </a:extLst>
          </p:cNvPr>
          <p:cNvSpPr txBox="1"/>
          <p:nvPr/>
        </p:nvSpPr>
        <p:spPr>
          <a:xfrm>
            <a:off x="262695" y="6374956"/>
            <a:ext cx="1166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Kirillov A,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Mintun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E, Ravi N, et al. Segment anything.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2023.</a:t>
            </a:r>
            <a:endParaRPr lang="zh-CN" altLang="en-US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B3031D-1CE0-175C-AF05-0F636598B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20" y="2404738"/>
            <a:ext cx="6466210" cy="4005682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AE15D00-372D-3A57-E2F8-D2832ACDC883}"/>
              </a:ext>
            </a:extLst>
          </p:cNvPr>
          <p:cNvSpPr txBox="1">
            <a:spLocks/>
          </p:cNvSpPr>
          <p:nvPr/>
        </p:nvSpPr>
        <p:spPr>
          <a:xfrm>
            <a:off x="1763971" y="2002694"/>
            <a:ext cx="4185415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Mask (vs RITM)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51F5069-6647-3FB3-7D5E-2D964B408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530" y="2418597"/>
            <a:ext cx="4841052" cy="1152898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6E81A5A-5859-9C6E-1883-E50B00C1C99F}"/>
              </a:ext>
            </a:extLst>
          </p:cNvPr>
          <p:cNvSpPr txBox="1">
            <a:spLocks/>
          </p:cNvSpPr>
          <p:nvPr/>
        </p:nvSpPr>
        <p:spPr>
          <a:xfrm>
            <a:off x="8340319" y="2016553"/>
            <a:ext cx="2700955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实例分割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8B1EBC4-753B-C89C-5D71-5BC8BB5D7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233" y="4563998"/>
            <a:ext cx="4596626" cy="1300446"/>
          </a:xfrm>
          <a:prstGeom prst="rect">
            <a:avLst/>
          </a:prstGeom>
        </p:spPr>
      </p:pic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AC037258-A90E-87AB-16C5-D76E14AC9793}"/>
              </a:ext>
            </a:extLst>
          </p:cNvPr>
          <p:cNvSpPr txBox="1">
            <a:spLocks/>
          </p:cNvSpPr>
          <p:nvPr/>
        </p:nvSpPr>
        <p:spPr>
          <a:xfrm>
            <a:off x="8340319" y="4174240"/>
            <a:ext cx="2700955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目标检测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87FBC714-DC05-952D-C624-F7346186BEB3}"/>
                  </a:ext>
                </a:extLst>
              </p14:cNvPr>
              <p14:cNvContentPartPr/>
              <p14:nvPr/>
            </p14:nvContentPartPr>
            <p14:xfrm>
              <a:off x="3285720" y="3077640"/>
              <a:ext cx="4661640" cy="329832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87FBC714-DC05-952D-C624-F7346186BE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76360" y="3068280"/>
                <a:ext cx="4680360" cy="331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811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9698F61-6517-4520-3A1E-6E1FBE908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2FAB257A-0F77-62D6-083F-3237209843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0757766"/>
              </p:ext>
            </p:extLst>
          </p:nvPr>
        </p:nvGraphicFramePr>
        <p:xfrm>
          <a:off x="1796392" y="1367462"/>
          <a:ext cx="8128000" cy="4921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AE34D6F-6C1D-9722-D660-2F93B2C3B98F}"/>
              </a:ext>
            </a:extLst>
          </p:cNvPr>
          <p:cNvSpPr txBox="1">
            <a:spLocks/>
          </p:cNvSpPr>
          <p:nvPr/>
        </p:nvSpPr>
        <p:spPr>
          <a:xfrm>
            <a:off x="9140850" y="1872300"/>
            <a:ext cx="2700955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骨干网络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7BC81D82-BEC6-2383-F230-EB44343CD53F}"/>
              </a:ext>
            </a:extLst>
          </p:cNvPr>
          <p:cNvSpPr txBox="1">
            <a:spLocks/>
          </p:cNvSpPr>
          <p:nvPr/>
        </p:nvSpPr>
        <p:spPr>
          <a:xfrm>
            <a:off x="9140849" y="3607652"/>
            <a:ext cx="2700955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自监督基础模型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96230C18-A27C-96B7-B327-F9C3B63D5BB3}"/>
              </a:ext>
            </a:extLst>
          </p:cNvPr>
          <p:cNvSpPr txBox="1">
            <a:spLocks/>
          </p:cNvSpPr>
          <p:nvPr/>
        </p:nvSpPr>
        <p:spPr>
          <a:xfrm>
            <a:off x="9140849" y="5289516"/>
            <a:ext cx="2700955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分割基础模型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552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27310</TotalTime>
  <Words>527</Words>
  <Application>Microsoft Office PowerPoint</Application>
  <PresentationFormat>宽屏</PresentationFormat>
  <Paragraphs>89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等线 Light</vt:lpstr>
      <vt:lpstr>微软雅黑</vt:lpstr>
      <vt:lpstr>Arial</vt:lpstr>
      <vt:lpstr>Cambria Math</vt:lpstr>
      <vt:lpstr>Times New Roman</vt:lpstr>
      <vt:lpstr>Wingdings</vt:lpstr>
      <vt:lpstr>Office 主题​​</vt:lpstr>
      <vt:lpstr>视觉基础大模型的架构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视觉提示在迁移中的应用</dc:title>
  <dc:creator>卢嘉轩</dc:creator>
  <cp:lastModifiedBy>lu jiaxuan</cp:lastModifiedBy>
  <cp:revision>4</cp:revision>
  <dcterms:created xsi:type="dcterms:W3CDTF">2023-09-28T14:36:03Z</dcterms:created>
  <dcterms:modified xsi:type="dcterms:W3CDTF">2023-12-13T12:55:41Z</dcterms:modified>
</cp:coreProperties>
</file>