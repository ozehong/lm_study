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6.xml" ContentType="application/inkml+xml"/>
  <Override PartName="/ppt/notesSlides/notesSlide11.xml" ContentType="application/vnd.openxmlformats-officedocument.presentationml.notesSlide+xml"/>
  <Override PartName="/ppt/ink/ink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70" r:id="rId4"/>
    <p:sldId id="272" r:id="rId5"/>
    <p:sldId id="273" r:id="rId6"/>
    <p:sldId id="274" r:id="rId7"/>
    <p:sldId id="281" r:id="rId8"/>
    <p:sldId id="271" r:id="rId9"/>
    <p:sldId id="275" r:id="rId10"/>
    <p:sldId id="278" r:id="rId11"/>
    <p:sldId id="28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74311" autoAdjust="0"/>
  </p:normalViewPr>
  <p:slideViewPr>
    <p:cSldViewPr snapToGrid="0">
      <p:cViewPr varScale="1">
        <p:scale>
          <a:sx n="64" d="100"/>
          <a:sy n="64" d="100"/>
        </p:scale>
        <p:origin x="15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 jiaxuan" userId="9247156b4823de1e" providerId="LiveId" clId="{3FD2877D-DE37-4A8D-9DCA-4F7B25B3465B}"/>
    <pc:docChg chg="custSel addSld modSld">
      <pc:chgData name="lu jiaxuan" userId="9247156b4823de1e" providerId="LiveId" clId="{3FD2877D-DE37-4A8D-9DCA-4F7B25B3465B}" dt="2023-09-30T05:00:43.176" v="11" actId="1076"/>
      <pc:docMkLst>
        <pc:docMk/>
      </pc:docMkLst>
      <pc:sldChg chg="modSp mod">
        <pc:chgData name="lu jiaxuan" userId="9247156b4823de1e" providerId="LiveId" clId="{3FD2877D-DE37-4A8D-9DCA-4F7B25B3465B}" dt="2023-09-30T04:59:51.617" v="3" actId="113"/>
        <pc:sldMkLst>
          <pc:docMk/>
          <pc:sldMk cId="1227051739" sldId="256"/>
        </pc:sldMkLst>
        <pc:spChg chg="mod">
          <ac:chgData name="lu jiaxuan" userId="9247156b4823de1e" providerId="LiveId" clId="{3FD2877D-DE37-4A8D-9DCA-4F7B25B3465B}" dt="2023-09-30T04:59:51.617" v="3" actId="113"/>
          <ac:spMkLst>
            <pc:docMk/>
            <pc:sldMk cId="1227051739" sldId="256"/>
            <ac:spMk id="2" creationId="{1096C9C4-488A-8181-21F2-FA076370686E}"/>
          </ac:spMkLst>
        </pc:spChg>
      </pc:sldChg>
      <pc:sldChg chg="new">
        <pc:chgData name="lu jiaxuan" userId="9247156b4823de1e" providerId="LiveId" clId="{3FD2877D-DE37-4A8D-9DCA-4F7B25B3465B}" dt="2023-09-30T04:59:57.917" v="4" actId="680"/>
        <pc:sldMkLst>
          <pc:docMk/>
          <pc:sldMk cId="2759702248" sldId="267"/>
        </pc:sldMkLst>
      </pc:sldChg>
      <pc:sldChg chg="addSp delSp modSp new mod">
        <pc:chgData name="lu jiaxuan" userId="9247156b4823de1e" providerId="LiveId" clId="{3FD2877D-DE37-4A8D-9DCA-4F7B25B3465B}" dt="2023-09-30T05:00:43.176" v="11" actId="1076"/>
        <pc:sldMkLst>
          <pc:docMk/>
          <pc:sldMk cId="1702792162" sldId="268"/>
        </pc:sldMkLst>
        <pc:spChg chg="del">
          <ac:chgData name="lu jiaxuan" userId="9247156b4823de1e" providerId="LiveId" clId="{3FD2877D-DE37-4A8D-9DCA-4F7B25B3465B}" dt="2023-09-30T05:00:36.791" v="8" actId="478"/>
          <ac:spMkLst>
            <pc:docMk/>
            <pc:sldMk cId="1702792162" sldId="268"/>
            <ac:spMk id="2" creationId="{346CFBAB-2100-34BC-1785-D9BF8E0D0A10}"/>
          </ac:spMkLst>
        </pc:spChg>
        <pc:spChg chg="del mod">
          <ac:chgData name="lu jiaxuan" userId="9247156b4823de1e" providerId="LiveId" clId="{3FD2877D-DE37-4A8D-9DCA-4F7B25B3465B}" dt="2023-09-30T05:00:33.376" v="7" actId="478"/>
          <ac:spMkLst>
            <pc:docMk/>
            <pc:sldMk cId="1702792162" sldId="268"/>
            <ac:spMk id="3" creationId="{57F3FF0C-C5F5-BA53-D0C1-E63F8EE06713}"/>
          </ac:spMkLst>
        </pc:spChg>
        <pc:picChg chg="add mod">
          <ac:chgData name="lu jiaxuan" userId="9247156b4823de1e" providerId="LiveId" clId="{3FD2877D-DE37-4A8D-9DCA-4F7B25B3465B}" dt="2023-09-30T05:00:43.176" v="11" actId="1076"/>
          <ac:picMkLst>
            <pc:docMk/>
            <pc:sldMk cId="1702792162" sldId="268"/>
            <ac:picMk id="5" creationId="{1365B5B3-5697-F7BD-080C-63292AF2205B}"/>
          </ac:picMkLst>
        </pc:picChg>
      </pc:sldChg>
    </pc:docChg>
  </pc:docChgLst>
  <pc:docChgLst>
    <pc:chgData name="lu jiaxuan" userId="9247156b4823de1e" providerId="LiveId" clId="{91EA4D20-1BFC-41A7-8E1C-6B07052E0239}"/>
    <pc:docChg chg="undo custSel addSld delSld modSld sldOrd">
      <pc:chgData name="lu jiaxuan" userId="9247156b4823de1e" providerId="LiveId" clId="{91EA4D20-1BFC-41A7-8E1C-6B07052E0239}" dt="2023-10-22T11:52:33.548" v="10117"/>
      <pc:docMkLst>
        <pc:docMk/>
      </pc:docMkLst>
      <pc:sldChg chg="modSp mod modNotesTx">
        <pc:chgData name="lu jiaxuan" userId="9247156b4823de1e" providerId="LiveId" clId="{91EA4D20-1BFC-41A7-8E1C-6B07052E0239}" dt="2023-10-02T11:30:47.345" v="944" actId="20577"/>
        <pc:sldMkLst>
          <pc:docMk/>
          <pc:sldMk cId="1227051739" sldId="256"/>
        </pc:sldMkLst>
        <pc:spChg chg="mod">
          <ac:chgData name="lu jiaxuan" userId="9247156b4823de1e" providerId="LiveId" clId="{91EA4D20-1BFC-41A7-8E1C-6B07052E0239}" dt="2023-10-01T03:19:08.144" v="308"/>
          <ac:spMkLst>
            <pc:docMk/>
            <pc:sldMk cId="1227051739" sldId="256"/>
            <ac:spMk id="2" creationId="{1096C9C4-488A-8181-21F2-FA076370686E}"/>
          </ac:spMkLst>
        </pc:spChg>
      </pc:sldChg>
      <pc:sldChg chg="del">
        <pc:chgData name="lu jiaxuan" userId="9247156b4823de1e" providerId="LiveId" clId="{91EA4D20-1BFC-41A7-8E1C-6B07052E0239}" dt="2023-10-14T08:33:43.866" v="7584" actId="47"/>
        <pc:sldMkLst>
          <pc:docMk/>
          <pc:sldMk cId="3423431225" sldId="258"/>
        </pc:sldMkLst>
      </pc:sldChg>
      <pc:sldChg chg="del">
        <pc:chgData name="lu jiaxuan" userId="9247156b4823de1e" providerId="LiveId" clId="{91EA4D20-1BFC-41A7-8E1C-6B07052E0239}" dt="2023-10-14T08:33:43.102" v="7583" actId="47"/>
        <pc:sldMkLst>
          <pc:docMk/>
          <pc:sldMk cId="745698173" sldId="259"/>
        </pc:sldMkLst>
      </pc:sldChg>
      <pc:sldChg chg="del">
        <pc:chgData name="lu jiaxuan" userId="9247156b4823de1e" providerId="LiveId" clId="{91EA4D20-1BFC-41A7-8E1C-6B07052E0239}" dt="2023-10-14T08:33:44.938" v="7586" actId="47"/>
        <pc:sldMkLst>
          <pc:docMk/>
          <pc:sldMk cId="10000179" sldId="260"/>
        </pc:sldMkLst>
      </pc:sldChg>
      <pc:sldChg chg="del">
        <pc:chgData name="lu jiaxuan" userId="9247156b4823de1e" providerId="LiveId" clId="{91EA4D20-1BFC-41A7-8E1C-6B07052E0239}" dt="2023-10-14T08:33:44.352" v="7585" actId="47"/>
        <pc:sldMkLst>
          <pc:docMk/>
          <pc:sldMk cId="1591456085" sldId="262"/>
        </pc:sldMkLst>
      </pc:sldChg>
      <pc:sldChg chg="del">
        <pc:chgData name="lu jiaxuan" userId="9247156b4823de1e" providerId="LiveId" clId="{91EA4D20-1BFC-41A7-8E1C-6B07052E0239}" dt="2023-10-14T08:33:45.432" v="7587" actId="47"/>
        <pc:sldMkLst>
          <pc:docMk/>
          <pc:sldMk cId="1835906208" sldId="263"/>
        </pc:sldMkLst>
      </pc:sldChg>
      <pc:sldChg chg="del">
        <pc:chgData name="lu jiaxuan" userId="9247156b4823de1e" providerId="LiveId" clId="{91EA4D20-1BFC-41A7-8E1C-6B07052E0239}" dt="2023-10-14T08:33:42.354" v="7582" actId="47"/>
        <pc:sldMkLst>
          <pc:docMk/>
          <pc:sldMk cId="3218750398" sldId="264"/>
        </pc:sldMkLst>
      </pc:sldChg>
      <pc:sldChg chg="del">
        <pc:chgData name="lu jiaxuan" userId="9247156b4823de1e" providerId="LiveId" clId="{91EA4D20-1BFC-41A7-8E1C-6B07052E0239}" dt="2023-10-14T08:33:45.907" v="7588" actId="47"/>
        <pc:sldMkLst>
          <pc:docMk/>
          <pc:sldMk cId="3691110825" sldId="265"/>
        </pc:sldMkLst>
      </pc:sldChg>
      <pc:sldChg chg="del">
        <pc:chgData name="lu jiaxuan" userId="9247156b4823de1e" providerId="LiveId" clId="{91EA4D20-1BFC-41A7-8E1C-6B07052E0239}" dt="2023-10-14T08:33:46.456" v="7589" actId="47"/>
        <pc:sldMkLst>
          <pc:docMk/>
          <pc:sldMk cId="795776144" sldId="266"/>
        </pc:sldMkLst>
      </pc:sldChg>
      <pc:sldChg chg="del modNotesTx">
        <pc:chgData name="lu jiaxuan" userId="9247156b4823de1e" providerId="LiveId" clId="{91EA4D20-1BFC-41A7-8E1C-6B07052E0239}" dt="2023-10-14T11:12:24.612" v="8088" actId="47"/>
        <pc:sldMkLst>
          <pc:docMk/>
          <pc:sldMk cId="2759702248" sldId="267"/>
        </pc:sldMkLst>
      </pc:sldChg>
      <pc:sldChg chg="addSp delSp modSp add mod delAnim modAnim modNotesTx">
        <pc:chgData name="lu jiaxuan" userId="9247156b4823de1e" providerId="LiveId" clId="{91EA4D20-1BFC-41A7-8E1C-6B07052E0239}" dt="2023-10-21T09:19:01.042" v="10097" actId="478"/>
        <pc:sldMkLst>
          <pc:docMk/>
          <pc:sldMk cId="692853014" sldId="268"/>
        </pc:sldMkLst>
        <pc:spChg chg="del">
          <ac:chgData name="lu jiaxuan" userId="9247156b4823de1e" providerId="LiveId" clId="{91EA4D20-1BFC-41A7-8E1C-6B07052E0239}" dt="2023-09-30T09:06:34.122" v="2" actId="478"/>
          <ac:spMkLst>
            <pc:docMk/>
            <pc:sldMk cId="692853014" sldId="268"/>
            <ac:spMk id="2" creationId="{0AE27D81-4830-68DA-C552-1641B6E0271D}"/>
          </ac:spMkLst>
        </pc:spChg>
        <pc:spChg chg="mod">
          <ac:chgData name="lu jiaxuan" userId="9247156b4823de1e" providerId="LiveId" clId="{91EA4D20-1BFC-41A7-8E1C-6B07052E0239}" dt="2023-10-05T14:02:43.032" v="2161"/>
          <ac:spMkLst>
            <pc:docMk/>
            <pc:sldMk cId="692853014" sldId="268"/>
            <ac:spMk id="3" creationId="{4D7E410F-5033-0F04-9C60-F561150028EE}"/>
          </ac:spMkLst>
        </pc:spChg>
        <pc:spChg chg="del">
          <ac:chgData name="lu jiaxuan" userId="9247156b4823de1e" providerId="LiveId" clId="{91EA4D20-1BFC-41A7-8E1C-6B07052E0239}" dt="2023-09-30T09:06:34.122" v="2" actId="478"/>
          <ac:spMkLst>
            <pc:docMk/>
            <pc:sldMk cId="692853014" sldId="268"/>
            <ac:spMk id="3" creationId="{AB58E04D-43B3-1D74-F23F-FDD635AC098D}"/>
          </ac:spMkLst>
        </pc:spChg>
        <pc:spChg chg="add mod">
          <ac:chgData name="lu jiaxuan" userId="9247156b4823de1e" providerId="LiveId" clId="{91EA4D20-1BFC-41A7-8E1C-6B07052E0239}" dt="2023-10-05T14:29:50.345" v="2258" actId="20577"/>
          <ac:spMkLst>
            <pc:docMk/>
            <pc:sldMk cId="692853014" sldId="268"/>
            <ac:spMk id="4" creationId="{49698F61-6517-4520-3A1E-6E1FBE908189}"/>
          </ac:spMkLst>
        </pc:spChg>
        <pc:spChg chg="mod">
          <ac:chgData name="lu jiaxuan" userId="9247156b4823de1e" providerId="LiveId" clId="{91EA4D20-1BFC-41A7-8E1C-6B07052E0239}" dt="2023-10-05T14:02:43.032" v="2161"/>
          <ac:spMkLst>
            <pc:docMk/>
            <pc:sldMk cId="692853014" sldId="268"/>
            <ac:spMk id="5" creationId="{2A27610A-2154-51B2-F6A7-2E9ABD9A5435}"/>
          </ac:spMkLst>
        </pc:spChg>
        <pc:spChg chg="add del mod">
          <ac:chgData name="lu jiaxuan" userId="9247156b4823de1e" providerId="LiveId" clId="{91EA4D20-1BFC-41A7-8E1C-6B07052E0239}" dt="2023-10-05T14:30:01.226" v="2259" actId="478"/>
          <ac:spMkLst>
            <pc:docMk/>
            <pc:sldMk cId="692853014" sldId="268"/>
            <ac:spMk id="6" creationId="{89DC37BC-808C-0F39-17DF-0793A85E5CFF}"/>
          </ac:spMkLst>
        </pc:spChg>
        <pc:spChg chg="mod">
          <ac:chgData name="lu jiaxuan" userId="9247156b4823de1e" providerId="LiveId" clId="{91EA4D20-1BFC-41A7-8E1C-6B07052E0239}" dt="2023-10-01T03:02:56.796" v="104"/>
          <ac:spMkLst>
            <pc:docMk/>
            <pc:sldMk cId="692853014" sldId="268"/>
            <ac:spMk id="8" creationId="{DDC5A804-AE21-16F7-7551-D415BBDF0401}"/>
          </ac:spMkLst>
        </pc:spChg>
        <pc:spChg chg="mod">
          <ac:chgData name="lu jiaxuan" userId="9247156b4823de1e" providerId="LiveId" clId="{91EA4D20-1BFC-41A7-8E1C-6B07052E0239}" dt="2023-10-01T04:16:49.211" v="480"/>
          <ac:spMkLst>
            <pc:docMk/>
            <pc:sldMk cId="692853014" sldId="268"/>
            <ac:spMk id="9" creationId="{19FC0056-D32D-A741-BBBF-772C4B8F6756}"/>
          </ac:spMkLst>
        </pc:spChg>
        <pc:spChg chg="mod">
          <ac:chgData name="lu jiaxuan" userId="9247156b4823de1e" providerId="LiveId" clId="{91EA4D20-1BFC-41A7-8E1C-6B07052E0239}" dt="2023-10-01T03:02:56.796" v="104"/>
          <ac:spMkLst>
            <pc:docMk/>
            <pc:sldMk cId="692853014" sldId="268"/>
            <ac:spMk id="11" creationId="{E6667F94-CFEE-9BF6-DB9C-05A6ECF77A74}"/>
          </ac:spMkLst>
        </pc:spChg>
        <pc:spChg chg="mod">
          <ac:chgData name="lu jiaxuan" userId="9247156b4823de1e" providerId="LiveId" clId="{91EA4D20-1BFC-41A7-8E1C-6B07052E0239}" dt="2023-10-01T03:03:06.221" v="113"/>
          <ac:spMkLst>
            <pc:docMk/>
            <pc:sldMk cId="692853014" sldId="268"/>
            <ac:spMk id="12" creationId="{2A8C4FAF-3609-5556-1E73-73DAA554A9B7}"/>
          </ac:spMkLst>
        </pc:spChg>
        <pc:spChg chg="add del mod">
          <ac:chgData name="lu jiaxuan" userId="9247156b4823de1e" providerId="LiveId" clId="{91EA4D20-1BFC-41A7-8E1C-6B07052E0239}" dt="2023-10-05T14:02:42.764" v="2160" actId="478"/>
          <ac:spMkLst>
            <pc:docMk/>
            <pc:sldMk cId="692853014" sldId="268"/>
            <ac:spMk id="13" creationId="{8BEDF2AA-7D86-35B0-962C-FC758BEA5CD8}"/>
          </ac:spMkLst>
        </pc:spChg>
        <pc:spChg chg="del mod topLvl">
          <ac:chgData name="lu jiaxuan" userId="9247156b4823de1e" providerId="LiveId" clId="{91EA4D20-1BFC-41A7-8E1C-6B07052E0239}" dt="2023-10-06T01:22:41.604" v="2695" actId="478"/>
          <ac:spMkLst>
            <pc:docMk/>
            <pc:sldMk cId="692853014" sldId="268"/>
            <ac:spMk id="16" creationId="{0135198D-475C-ABBB-C4A4-C793F6E481C5}"/>
          </ac:spMkLst>
        </pc:spChg>
        <pc:spChg chg="mod">
          <ac:chgData name="lu jiaxuan" userId="9247156b4823de1e" providerId="LiveId" clId="{91EA4D20-1BFC-41A7-8E1C-6B07052E0239}" dt="2023-10-05T14:02:43.032" v="2161"/>
          <ac:spMkLst>
            <pc:docMk/>
            <pc:sldMk cId="692853014" sldId="268"/>
            <ac:spMk id="17" creationId="{C5E78CDC-1CED-39FB-397D-C8ACEEEE2CDE}"/>
          </ac:spMkLst>
        </pc:spChg>
        <pc:spChg chg="mod">
          <ac:chgData name="lu jiaxuan" userId="9247156b4823de1e" providerId="LiveId" clId="{91EA4D20-1BFC-41A7-8E1C-6B07052E0239}" dt="2023-10-05T14:02:43.032" v="2161"/>
          <ac:spMkLst>
            <pc:docMk/>
            <pc:sldMk cId="692853014" sldId="268"/>
            <ac:spMk id="18" creationId="{6F70F3E4-2B25-3621-B044-379CB55CD6A0}"/>
          </ac:spMkLst>
        </pc:spChg>
        <pc:spChg chg="mod">
          <ac:chgData name="lu jiaxuan" userId="9247156b4823de1e" providerId="LiveId" clId="{91EA4D20-1BFC-41A7-8E1C-6B07052E0239}" dt="2023-10-05T14:02:43.032" v="2161"/>
          <ac:spMkLst>
            <pc:docMk/>
            <pc:sldMk cId="692853014" sldId="268"/>
            <ac:spMk id="20" creationId="{C1F62CB3-89D7-E20C-977F-695229A57F45}"/>
          </ac:spMkLst>
        </pc:spChg>
        <pc:spChg chg="mod">
          <ac:chgData name="lu jiaxuan" userId="9247156b4823de1e" providerId="LiveId" clId="{91EA4D20-1BFC-41A7-8E1C-6B07052E0239}" dt="2023-10-05T14:02:43.032" v="2161"/>
          <ac:spMkLst>
            <pc:docMk/>
            <pc:sldMk cId="692853014" sldId="268"/>
            <ac:spMk id="21" creationId="{300E8A14-278D-EA51-2B1C-DA633F3AA389}"/>
          </ac:spMkLst>
        </pc:spChg>
        <pc:grpChg chg="add mod">
          <ac:chgData name="lu jiaxuan" userId="9247156b4823de1e" providerId="LiveId" clId="{91EA4D20-1BFC-41A7-8E1C-6B07052E0239}" dt="2023-10-05T14:31:50.063" v="2324" actId="1076"/>
          <ac:grpSpMkLst>
            <pc:docMk/>
            <pc:sldMk cId="692853014" sldId="268"/>
            <ac:grpSpMk id="2" creationId="{CF4186AC-1909-20F7-2B26-89F6000011AA}"/>
          </ac:grpSpMkLst>
        </pc:grpChg>
        <pc:grpChg chg="add del mod">
          <ac:chgData name="lu jiaxuan" userId="9247156b4823de1e" providerId="LiveId" clId="{91EA4D20-1BFC-41A7-8E1C-6B07052E0239}" dt="2023-10-05T14:02:42.764" v="2160" actId="478"/>
          <ac:grpSpMkLst>
            <pc:docMk/>
            <pc:sldMk cId="692853014" sldId="268"/>
            <ac:grpSpMk id="7" creationId="{FC18245D-DEB0-0BFA-EA7D-5208288A17E6}"/>
          </ac:grpSpMkLst>
        </pc:grpChg>
        <pc:grpChg chg="add del mod">
          <ac:chgData name="lu jiaxuan" userId="9247156b4823de1e" providerId="LiveId" clId="{91EA4D20-1BFC-41A7-8E1C-6B07052E0239}" dt="2023-10-05T14:02:42.764" v="2160" actId="478"/>
          <ac:grpSpMkLst>
            <pc:docMk/>
            <pc:sldMk cId="692853014" sldId="268"/>
            <ac:grpSpMk id="10" creationId="{265B2CEE-38AB-B16A-28F2-7A4A6E26F296}"/>
          </ac:grpSpMkLst>
        </pc:grpChg>
        <pc:grpChg chg="add del mod">
          <ac:chgData name="lu jiaxuan" userId="9247156b4823de1e" providerId="LiveId" clId="{91EA4D20-1BFC-41A7-8E1C-6B07052E0239}" dt="2023-10-06T01:22:41.604" v="2695" actId="478"/>
          <ac:grpSpMkLst>
            <pc:docMk/>
            <pc:sldMk cId="692853014" sldId="268"/>
            <ac:grpSpMk id="14" creationId="{3803CDF2-9946-15BB-AA4E-03226599BBE8}"/>
          </ac:grpSpMkLst>
        </pc:grpChg>
        <pc:grpChg chg="mod topLvl">
          <ac:chgData name="lu jiaxuan" userId="9247156b4823de1e" providerId="LiveId" clId="{91EA4D20-1BFC-41A7-8E1C-6B07052E0239}" dt="2023-10-06T01:22:41.604" v="2695" actId="478"/>
          <ac:grpSpMkLst>
            <pc:docMk/>
            <pc:sldMk cId="692853014" sldId="268"/>
            <ac:grpSpMk id="15" creationId="{6EAD9BC3-443A-AF0F-776A-AD200A381E21}"/>
          </ac:grpSpMkLst>
        </pc:grpChg>
        <pc:grpChg chg="add mod">
          <ac:chgData name="lu jiaxuan" userId="9247156b4823de1e" providerId="LiveId" clId="{91EA4D20-1BFC-41A7-8E1C-6B07052E0239}" dt="2023-10-05T14:31:50.063" v="2324" actId="1076"/>
          <ac:grpSpMkLst>
            <pc:docMk/>
            <pc:sldMk cId="692853014" sldId="268"/>
            <ac:grpSpMk id="19" creationId="{4E6D8DBB-0D29-7704-18CB-2ABE9425576C}"/>
          </ac:grpSpMkLst>
        </pc:grpChg>
        <pc:picChg chg="add mod">
          <ac:chgData name="lu jiaxuan" userId="9247156b4823de1e" providerId="LiveId" clId="{91EA4D20-1BFC-41A7-8E1C-6B07052E0239}" dt="2023-10-05T14:32:22.708" v="2329" actId="1035"/>
          <ac:picMkLst>
            <pc:docMk/>
            <pc:sldMk cId="692853014" sldId="268"/>
            <ac:picMk id="1026" creationId="{FF1BCD60-2CA4-4790-85B0-74EC4C339836}"/>
          </ac:picMkLst>
        </pc:picChg>
        <pc:inkChg chg="add del">
          <ac:chgData name="lu jiaxuan" userId="9247156b4823de1e" providerId="LiveId" clId="{91EA4D20-1BFC-41A7-8E1C-6B07052E0239}" dt="2023-10-21T09:19:01.042" v="10097" actId="478"/>
          <ac:inkMkLst>
            <pc:docMk/>
            <pc:sldMk cId="692853014" sldId="268"/>
            <ac:inkMk id="6" creationId="{E047A9BD-F6B2-E84F-5C10-20957396C2CE}"/>
          </ac:inkMkLst>
        </pc:inkChg>
      </pc:sldChg>
      <pc:sldChg chg="del">
        <pc:chgData name="lu jiaxuan" userId="9247156b4823de1e" providerId="LiveId" clId="{91EA4D20-1BFC-41A7-8E1C-6B07052E0239}" dt="2023-09-30T07:21:34.758" v="0" actId="47"/>
        <pc:sldMkLst>
          <pc:docMk/>
          <pc:sldMk cId="1702792162" sldId="268"/>
        </pc:sldMkLst>
      </pc:sldChg>
      <pc:sldChg chg="addSp delSp modSp add mod delAnim modAnim modNotesTx">
        <pc:chgData name="lu jiaxuan" userId="9247156b4823de1e" providerId="LiveId" clId="{91EA4D20-1BFC-41A7-8E1C-6B07052E0239}" dt="2023-10-14T07:59:59.183" v="6991" actId="20577"/>
        <pc:sldMkLst>
          <pc:docMk/>
          <pc:sldMk cId="2064312132" sldId="269"/>
        </pc:sldMkLst>
        <pc:spChg chg="add del">
          <ac:chgData name="lu jiaxuan" userId="9247156b4823de1e" providerId="LiveId" clId="{91EA4D20-1BFC-41A7-8E1C-6B07052E0239}" dt="2023-10-14T07:11:40.311" v="6613" actId="22"/>
          <ac:spMkLst>
            <pc:docMk/>
            <pc:sldMk cId="2064312132" sldId="269"/>
            <ac:spMk id="3" creationId="{87E1B800-AB73-1E48-D8C5-1069420835D3}"/>
          </ac:spMkLst>
        </pc:spChg>
        <pc:spChg chg="add del mod">
          <ac:chgData name="lu jiaxuan" userId="9247156b4823de1e" providerId="LiveId" clId="{91EA4D20-1BFC-41A7-8E1C-6B07052E0239}" dt="2023-10-02T11:31:20.116" v="947" actId="478"/>
          <ac:spMkLst>
            <pc:docMk/>
            <pc:sldMk cId="2064312132" sldId="269"/>
            <ac:spMk id="3" creationId="{BFCD256B-1D60-93B2-6ACB-0498EDD32BFA}"/>
          </ac:spMkLst>
        </pc:spChg>
        <pc:spChg chg="del">
          <ac:chgData name="lu jiaxuan" userId="9247156b4823de1e" providerId="LiveId" clId="{91EA4D20-1BFC-41A7-8E1C-6B07052E0239}" dt="2023-10-02T11:31:17.006" v="946" actId="478"/>
          <ac:spMkLst>
            <pc:docMk/>
            <pc:sldMk cId="2064312132" sldId="269"/>
            <ac:spMk id="4" creationId="{49698F61-6517-4520-3A1E-6E1FBE908189}"/>
          </ac:spMkLst>
        </pc:spChg>
        <pc:spChg chg="del">
          <ac:chgData name="lu jiaxuan" userId="9247156b4823de1e" providerId="LiveId" clId="{91EA4D20-1BFC-41A7-8E1C-6B07052E0239}" dt="2023-10-01T03:44:17.066" v="362" actId="478"/>
          <ac:spMkLst>
            <pc:docMk/>
            <pc:sldMk cId="2064312132" sldId="269"/>
            <ac:spMk id="6" creationId="{89DC37BC-808C-0F39-17DF-0793A85E5CFF}"/>
          </ac:spMkLst>
        </pc:spChg>
        <pc:spChg chg="mod">
          <ac:chgData name="lu jiaxuan" userId="9247156b4823de1e" providerId="LiveId" clId="{91EA4D20-1BFC-41A7-8E1C-6B07052E0239}" dt="2023-10-01T04:16:53.859" v="484"/>
          <ac:spMkLst>
            <pc:docMk/>
            <pc:sldMk cId="2064312132" sldId="269"/>
            <ac:spMk id="9" creationId="{19FC0056-D32D-A741-BBBF-772C4B8F6756}"/>
          </ac:spMkLst>
        </pc:spChg>
        <pc:spChg chg="del mod">
          <ac:chgData name="lu jiaxuan" userId="9247156b4823de1e" providerId="LiveId" clId="{91EA4D20-1BFC-41A7-8E1C-6B07052E0239}" dt="2023-10-05T14:02:52.475" v="2163" actId="478"/>
          <ac:spMkLst>
            <pc:docMk/>
            <pc:sldMk cId="2064312132" sldId="269"/>
            <ac:spMk id="13" creationId="{8BEDF2AA-7D86-35B0-962C-FC758BEA5CD8}"/>
          </ac:spMkLst>
        </pc:spChg>
        <pc:spChg chg="mod">
          <ac:chgData name="lu jiaxuan" userId="9247156b4823de1e" providerId="LiveId" clId="{91EA4D20-1BFC-41A7-8E1C-6B07052E0239}" dt="2023-10-05T14:02:52.753" v="2164"/>
          <ac:spMkLst>
            <pc:docMk/>
            <pc:sldMk cId="2064312132" sldId="269"/>
            <ac:spMk id="21" creationId="{BA5D0461-3D5A-C1DD-EE77-78F3AF6C3181}"/>
          </ac:spMkLst>
        </pc:spChg>
        <pc:spChg chg="mod">
          <ac:chgData name="lu jiaxuan" userId="9247156b4823de1e" providerId="LiveId" clId="{91EA4D20-1BFC-41A7-8E1C-6B07052E0239}" dt="2023-10-05T14:02:52.753" v="2164"/>
          <ac:spMkLst>
            <pc:docMk/>
            <pc:sldMk cId="2064312132" sldId="269"/>
            <ac:spMk id="22" creationId="{DB334273-38BD-AE32-99A8-A7A2EE123381}"/>
          </ac:spMkLst>
        </pc:spChg>
        <pc:spChg chg="mod topLvl">
          <ac:chgData name="lu jiaxuan" userId="9247156b4823de1e" providerId="LiveId" clId="{91EA4D20-1BFC-41A7-8E1C-6B07052E0239}" dt="2023-10-05T14:03:02.129" v="2166" actId="1076"/>
          <ac:spMkLst>
            <pc:docMk/>
            <pc:sldMk cId="2064312132" sldId="269"/>
            <ac:spMk id="25" creationId="{BC81F655-9C54-99F7-1797-6E593EBEF3A2}"/>
          </ac:spMkLst>
        </pc:spChg>
        <pc:spChg chg="mod">
          <ac:chgData name="lu jiaxuan" userId="9247156b4823de1e" providerId="LiveId" clId="{91EA4D20-1BFC-41A7-8E1C-6B07052E0239}" dt="2023-10-05T14:02:52.753" v="2164"/>
          <ac:spMkLst>
            <pc:docMk/>
            <pc:sldMk cId="2064312132" sldId="269"/>
            <ac:spMk id="26" creationId="{A74A5A22-890F-0832-DF05-C537429E59B9}"/>
          </ac:spMkLst>
        </pc:spChg>
        <pc:spChg chg="mod">
          <ac:chgData name="lu jiaxuan" userId="9247156b4823de1e" providerId="LiveId" clId="{91EA4D20-1BFC-41A7-8E1C-6B07052E0239}" dt="2023-10-05T14:02:52.753" v="2164"/>
          <ac:spMkLst>
            <pc:docMk/>
            <pc:sldMk cId="2064312132" sldId="269"/>
            <ac:spMk id="27" creationId="{844F2A41-29B9-80EF-F74E-D3B3952667B7}"/>
          </ac:spMkLst>
        </pc:spChg>
        <pc:spChg chg="mod">
          <ac:chgData name="lu jiaxuan" userId="9247156b4823de1e" providerId="LiveId" clId="{91EA4D20-1BFC-41A7-8E1C-6B07052E0239}" dt="2023-10-05T14:02:52.753" v="2164"/>
          <ac:spMkLst>
            <pc:docMk/>
            <pc:sldMk cId="2064312132" sldId="269"/>
            <ac:spMk id="29" creationId="{EC8E80D5-5106-1DC7-7E08-5AD23F127B83}"/>
          </ac:spMkLst>
        </pc:spChg>
        <pc:spChg chg="mod">
          <ac:chgData name="lu jiaxuan" userId="9247156b4823de1e" providerId="LiveId" clId="{91EA4D20-1BFC-41A7-8E1C-6B07052E0239}" dt="2023-10-05T14:02:52.753" v="2164"/>
          <ac:spMkLst>
            <pc:docMk/>
            <pc:sldMk cId="2064312132" sldId="269"/>
            <ac:spMk id="30" creationId="{BC8D3C33-34D9-2C8E-8FF3-3D0894E35D4E}"/>
          </ac:spMkLst>
        </pc:spChg>
        <pc:grpChg chg="del mod">
          <ac:chgData name="lu jiaxuan" userId="9247156b4823de1e" providerId="LiveId" clId="{91EA4D20-1BFC-41A7-8E1C-6B07052E0239}" dt="2023-10-05T14:02:52.475" v="2163" actId="478"/>
          <ac:grpSpMkLst>
            <pc:docMk/>
            <pc:sldMk cId="2064312132" sldId="269"/>
            <ac:grpSpMk id="7" creationId="{FC18245D-DEB0-0BFA-EA7D-5208288A17E6}"/>
          </ac:grpSpMkLst>
        </pc:grpChg>
        <pc:grpChg chg="del mod">
          <ac:chgData name="lu jiaxuan" userId="9247156b4823de1e" providerId="LiveId" clId="{91EA4D20-1BFC-41A7-8E1C-6B07052E0239}" dt="2023-10-05T14:02:52.475" v="2163" actId="478"/>
          <ac:grpSpMkLst>
            <pc:docMk/>
            <pc:sldMk cId="2064312132" sldId="269"/>
            <ac:grpSpMk id="10" creationId="{265B2CEE-38AB-B16A-28F2-7A4A6E26F296}"/>
          </ac:grpSpMkLst>
        </pc:grpChg>
        <pc:grpChg chg="add mod">
          <ac:chgData name="lu jiaxuan" userId="9247156b4823de1e" providerId="LiveId" clId="{91EA4D20-1BFC-41A7-8E1C-6B07052E0239}" dt="2023-10-05T14:02:52.753" v="2164"/>
          <ac:grpSpMkLst>
            <pc:docMk/>
            <pc:sldMk cId="2064312132" sldId="269"/>
            <ac:grpSpMk id="20" creationId="{710D538F-0ACF-182A-83E7-26DFDA399E00}"/>
          </ac:grpSpMkLst>
        </pc:grpChg>
        <pc:grpChg chg="add del mod">
          <ac:chgData name="lu jiaxuan" userId="9247156b4823de1e" providerId="LiveId" clId="{91EA4D20-1BFC-41A7-8E1C-6B07052E0239}" dt="2023-10-05T14:02:58.059" v="2165" actId="165"/>
          <ac:grpSpMkLst>
            <pc:docMk/>
            <pc:sldMk cId="2064312132" sldId="269"/>
            <ac:grpSpMk id="23" creationId="{656CB253-41AE-F340-8A23-662D917AE711}"/>
          </ac:grpSpMkLst>
        </pc:grpChg>
        <pc:grpChg chg="mod topLvl">
          <ac:chgData name="lu jiaxuan" userId="9247156b4823de1e" providerId="LiveId" clId="{91EA4D20-1BFC-41A7-8E1C-6B07052E0239}" dt="2023-10-05T14:02:58.059" v="2165" actId="165"/>
          <ac:grpSpMkLst>
            <pc:docMk/>
            <pc:sldMk cId="2064312132" sldId="269"/>
            <ac:grpSpMk id="24" creationId="{29C5A4EA-3B18-2B5A-CC3B-956D1A06BED3}"/>
          </ac:grpSpMkLst>
        </pc:grpChg>
        <pc:grpChg chg="add mod">
          <ac:chgData name="lu jiaxuan" userId="9247156b4823de1e" providerId="LiveId" clId="{91EA4D20-1BFC-41A7-8E1C-6B07052E0239}" dt="2023-10-05T14:02:52.753" v="2164"/>
          <ac:grpSpMkLst>
            <pc:docMk/>
            <pc:sldMk cId="2064312132" sldId="269"/>
            <ac:grpSpMk id="28" creationId="{966B0C2E-5CC8-256A-EF4B-945AEC749954}"/>
          </ac:grpSpMkLst>
        </pc:grpChg>
        <pc:picChg chg="add del mod">
          <ac:chgData name="lu jiaxuan" userId="9247156b4823de1e" providerId="LiveId" clId="{91EA4D20-1BFC-41A7-8E1C-6B07052E0239}" dt="2023-10-14T07:26:49.612" v="6656" actId="478"/>
          <ac:picMkLst>
            <pc:docMk/>
            <pc:sldMk cId="2064312132" sldId="269"/>
            <ac:picMk id="5" creationId="{BD9F5D08-8F69-06DC-2B62-0691EB910B80}"/>
          </ac:picMkLst>
        </pc:picChg>
        <pc:picChg chg="add mod">
          <ac:chgData name="lu jiaxuan" userId="9247156b4823de1e" providerId="LiveId" clId="{91EA4D20-1BFC-41A7-8E1C-6B07052E0239}" dt="2023-10-05T09:48:20.629" v="1095" actId="1076"/>
          <ac:picMkLst>
            <pc:docMk/>
            <pc:sldMk cId="2064312132" sldId="269"/>
            <ac:picMk id="6" creationId="{A78365F9-37F5-A6B1-DDEB-DE2DF0C7DE42}"/>
          </ac:picMkLst>
        </pc:picChg>
        <pc:picChg chg="add mod">
          <ac:chgData name="lu jiaxuan" userId="9247156b4823de1e" providerId="LiveId" clId="{91EA4D20-1BFC-41A7-8E1C-6B07052E0239}" dt="2023-10-14T07:27:12.347" v="6662" actId="1076"/>
          <ac:picMkLst>
            <pc:docMk/>
            <pc:sldMk cId="2064312132" sldId="269"/>
            <ac:picMk id="8" creationId="{9B57C016-D3CA-6CE4-5F49-83D3FDF1E417}"/>
          </ac:picMkLst>
        </pc:picChg>
        <pc:picChg chg="add del mod">
          <ac:chgData name="lu jiaxuan" userId="9247156b4823de1e" providerId="LiveId" clId="{91EA4D20-1BFC-41A7-8E1C-6B07052E0239}" dt="2023-10-14T07:26:48.219" v="6655" actId="478"/>
          <ac:picMkLst>
            <pc:docMk/>
            <pc:sldMk cId="2064312132" sldId="269"/>
            <ac:picMk id="15" creationId="{5CBEAC67-11AD-28E8-2D47-E1004876DCD7}"/>
          </ac:picMkLst>
        </pc:picChg>
        <pc:picChg chg="add mod">
          <ac:chgData name="lu jiaxuan" userId="9247156b4823de1e" providerId="LiveId" clId="{91EA4D20-1BFC-41A7-8E1C-6B07052E0239}" dt="2023-10-14T07:27:15.629" v="6664" actId="1076"/>
          <ac:picMkLst>
            <pc:docMk/>
            <pc:sldMk cId="2064312132" sldId="269"/>
            <ac:picMk id="17" creationId="{35BEA4A7-8713-8B1C-7A0F-0B448B44163F}"/>
          </ac:picMkLst>
        </pc:picChg>
        <pc:picChg chg="add mod">
          <ac:chgData name="lu jiaxuan" userId="9247156b4823de1e" providerId="LiveId" clId="{91EA4D20-1BFC-41A7-8E1C-6B07052E0239}" dt="2023-10-14T07:27:13.498" v="6663" actId="1076"/>
          <ac:picMkLst>
            <pc:docMk/>
            <pc:sldMk cId="2064312132" sldId="269"/>
            <ac:picMk id="19" creationId="{DB23085C-2C21-8DEF-5DF3-7E7E79A3CD34}"/>
          </ac:picMkLst>
        </pc:picChg>
      </pc:sldChg>
      <pc:sldChg chg="addSp delSp modSp add mod modAnim modNotesTx">
        <pc:chgData name="lu jiaxuan" userId="9247156b4823de1e" providerId="LiveId" clId="{91EA4D20-1BFC-41A7-8E1C-6B07052E0239}" dt="2023-10-21T09:29:20.274" v="10098"/>
        <pc:sldMkLst>
          <pc:docMk/>
          <pc:sldMk cId="950094049" sldId="270"/>
        </pc:sldMkLst>
        <pc:spChg chg="add del mod">
          <ac:chgData name="lu jiaxuan" userId="9247156b4823de1e" providerId="LiveId" clId="{91EA4D20-1BFC-41A7-8E1C-6B07052E0239}" dt="2023-10-01T12:21:46.674" v="669" actId="478"/>
          <ac:spMkLst>
            <pc:docMk/>
            <pc:sldMk cId="950094049" sldId="270"/>
            <ac:spMk id="3" creationId="{383C9D56-1F14-DFE3-041D-34601B865C05}"/>
          </ac:spMkLst>
        </pc:spChg>
        <pc:spChg chg="del">
          <ac:chgData name="lu jiaxuan" userId="9247156b4823de1e" providerId="LiveId" clId="{91EA4D20-1BFC-41A7-8E1C-6B07052E0239}" dt="2023-10-01T12:21:45.418" v="668" actId="478"/>
          <ac:spMkLst>
            <pc:docMk/>
            <pc:sldMk cId="950094049" sldId="270"/>
            <ac:spMk id="4" creationId="{49698F61-6517-4520-3A1E-6E1FBE908189}"/>
          </ac:spMkLst>
        </pc:spChg>
        <pc:spChg chg="del">
          <ac:chgData name="lu jiaxuan" userId="9247156b4823de1e" providerId="LiveId" clId="{91EA4D20-1BFC-41A7-8E1C-6B07052E0239}" dt="2023-10-01T12:21:43.776" v="667" actId="478"/>
          <ac:spMkLst>
            <pc:docMk/>
            <pc:sldMk cId="950094049" sldId="270"/>
            <ac:spMk id="6" creationId="{89DC37BC-808C-0F39-17DF-0793A85E5CFF}"/>
          </ac:spMkLst>
        </pc:spChg>
        <pc:spChg chg="add del mod">
          <ac:chgData name="lu jiaxuan" userId="9247156b4823de1e" providerId="LiveId" clId="{91EA4D20-1BFC-41A7-8E1C-6B07052E0239}" dt="2023-10-05T14:02:06.196" v="2157" actId="408"/>
          <ac:spMkLst>
            <pc:docMk/>
            <pc:sldMk cId="950094049" sldId="270"/>
            <ac:spMk id="13" creationId="{8BEDF2AA-7D86-35B0-962C-FC758BEA5CD8}"/>
          </ac:spMkLst>
        </pc:spChg>
        <pc:spChg chg="mod">
          <ac:chgData name="lu jiaxuan" userId="9247156b4823de1e" providerId="LiveId" clId="{91EA4D20-1BFC-41A7-8E1C-6B07052E0239}" dt="2023-10-05T14:01:00.567" v="2062"/>
          <ac:spMkLst>
            <pc:docMk/>
            <pc:sldMk cId="950094049" sldId="270"/>
            <ac:spMk id="16" creationId="{C0E8A0D0-8C9A-C639-7A3E-C35481F01D8C}"/>
          </ac:spMkLst>
        </pc:spChg>
        <pc:spChg chg="mod">
          <ac:chgData name="lu jiaxuan" userId="9247156b4823de1e" providerId="LiveId" clId="{91EA4D20-1BFC-41A7-8E1C-6B07052E0239}" dt="2023-10-05T14:01:41.754" v="2125" actId="20577"/>
          <ac:spMkLst>
            <pc:docMk/>
            <pc:sldMk cId="950094049" sldId="270"/>
            <ac:spMk id="17" creationId="{8BBC08B0-651D-4D88-55EB-0C5BE5A5286B}"/>
          </ac:spMkLst>
        </pc:spChg>
        <pc:spChg chg="add mod">
          <ac:chgData name="lu jiaxuan" userId="9247156b4823de1e" providerId="LiveId" clId="{91EA4D20-1BFC-41A7-8E1C-6B07052E0239}" dt="2023-10-06T07:05:23.211" v="3839"/>
          <ac:spMkLst>
            <pc:docMk/>
            <pc:sldMk cId="950094049" sldId="270"/>
            <ac:spMk id="19" creationId="{4EB51A64-722A-62A3-17F8-CD8773301385}"/>
          </ac:spMkLst>
        </pc:spChg>
        <pc:spChg chg="add mod">
          <ac:chgData name="lu jiaxuan" userId="9247156b4823de1e" providerId="LiveId" clId="{91EA4D20-1BFC-41A7-8E1C-6B07052E0239}" dt="2023-10-06T04:24:58.689" v="3390" actId="1037"/>
          <ac:spMkLst>
            <pc:docMk/>
            <pc:sldMk cId="950094049" sldId="270"/>
            <ac:spMk id="24" creationId="{9CFEF7C3-F303-7023-D3D1-3699014C1CA0}"/>
          </ac:spMkLst>
        </pc:spChg>
        <pc:grpChg chg="add del mod">
          <ac:chgData name="lu jiaxuan" userId="9247156b4823de1e" providerId="LiveId" clId="{91EA4D20-1BFC-41A7-8E1C-6B07052E0239}" dt="2023-10-05T14:02:05.177" v="2156" actId="21"/>
          <ac:grpSpMkLst>
            <pc:docMk/>
            <pc:sldMk cId="950094049" sldId="270"/>
            <ac:grpSpMk id="7" creationId="{FC18245D-DEB0-0BFA-EA7D-5208288A17E6}"/>
          </ac:grpSpMkLst>
        </pc:grpChg>
        <pc:grpChg chg="add del mod">
          <ac:chgData name="lu jiaxuan" userId="9247156b4823de1e" providerId="LiveId" clId="{91EA4D20-1BFC-41A7-8E1C-6B07052E0239}" dt="2023-10-05T14:02:28.565" v="2159" actId="408"/>
          <ac:grpSpMkLst>
            <pc:docMk/>
            <pc:sldMk cId="950094049" sldId="270"/>
            <ac:grpSpMk id="10" creationId="{265B2CEE-38AB-B16A-28F2-7A4A6E26F296}"/>
          </ac:grpSpMkLst>
        </pc:grpChg>
        <pc:grpChg chg="add del mod">
          <ac:chgData name="lu jiaxuan" userId="9247156b4823de1e" providerId="LiveId" clId="{91EA4D20-1BFC-41A7-8E1C-6B07052E0239}" dt="2023-10-05T14:02:05.177" v="2156" actId="21"/>
          <ac:grpSpMkLst>
            <pc:docMk/>
            <pc:sldMk cId="950094049" sldId="270"/>
            <ac:grpSpMk id="15" creationId="{E5E17EBD-7248-5CBF-9EAD-0F28483E125E}"/>
          </ac:grpSpMkLst>
        </pc:grpChg>
        <pc:grpChg chg="add">
          <ac:chgData name="lu jiaxuan" userId="9247156b4823de1e" providerId="LiveId" clId="{91EA4D20-1BFC-41A7-8E1C-6B07052E0239}" dt="2023-10-05T14:02:11.464" v="2158" actId="164"/>
          <ac:grpSpMkLst>
            <pc:docMk/>
            <pc:sldMk cId="950094049" sldId="270"/>
            <ac:grpSpMk id="18" creationId="{A49AFC05-5DEB-8184-F6A9-80634B40D98D}"/>
          </ac:grpSpMkLst>
        </pc:grpChg>
        <pc:picChg chg="add mod">
          <ac:chgData name="lu jiaxuan" userId="9247156b4823de1e" providerId="LiveId" clId="{91EA4D20-1BFC-41A7-8E1C-6B07052E0239}" dt="2023-10-06T01:26:12.048" v="2737" actId="1076"/>
          <ac:picMkLst>
            <pc:docMk/>
            <pc:sldMk cId="950094049" sldId="270"/>
            <ac:picMk id="14" creationId="{A0010007-6C0C-9956-F383-81D58CBEF880}"/>
          </ac:picMkLst>
        </pc:picChg>
        <pc:picChg chg="add mod modCrop">
          <ac:chgData name="lu jiaxuan" userId="9247156b4823de1e" providerId="LiveId" clId="{91EA4D20-1BFC-41A7-8E1C-6B07052E0239}" dt="2023-10-06T04:24:58.689" v="3390" actId="1037"/>
          <ac:picMkLst>
            <pc:docMk/>
            <pc:sldMk cId="950094049" sldId="270"/>
            <ac:picMk id="21" creationId="{A085F1EE-A479-0946-9172-BF5030484250}"/>
          </ac:picMkLst>
        </pc:picChg>
        <pc:picChg chg="add del mod modCrop">
          <ac:chgData name="lu jiaxuan" userId="9247156b4823de1e" providerId="LiveId" clId="{91EA4D20-1BFC-41A7-8E1C-6B07052E0239}" dt="2023-10-06T01:42:07.988" v="2871" actId="478"/>
          <ac:picMkLst>
            <pc:docMk/>
            <pc:sldMk cId="950094049" sldId="270"/>
            <ac:picMk id="22" creationId="{FE300553-CCC0-508E-01A2-6F22E201959A}"/>
          </ac:picMkLst>
        </pc:picChg>
        <pc:picChg chg="add del mod">
          <ac:chgData name="lu jiaxuan" userId="9247156b4823de1e" providerId="LiveId" clId="{91EA4D20-1BFC-41A7-8E1C-6B07052E0239}" dt="2023-10-06T07:24:21.265" v="4100" actId="478"/>
          <ac:picMkLst>
            <pc:docMk/>
            <pc:sldMk cId="950094049" sldId="270"/>
            <ac:picMk id="23" creationId="{466CA73F-39B3-17A3-16EB-4C260FF42A05}"/>
          </ac:picMkLst>
        </pc:picChg>
        <pc:inkChg chg="add">
          <ac:chgData name="lu jiaxuan" userId="9247156b4823de1e" providerId="LiveId" clId="{91EA4D20-1BFC-41A7-8E1C-6B07052E0239}" dt="2023-10-21T09:29:20.274" v="10098"/>
          <ac:inkMkLst>
            <pc:docMk/>
            <pc:sldMk cId="950094049" sldId="270"/>
            <ac:inkMk id="2" creationId="{2ED75F29-98F7-4AD9-1151-A97D49672562}"/>
          </ac:inkMkLst>
        </pc:inkChg>
      </pc:sldChg>
      <pc:sldChg chg="addSp delSp modSp add mod modAnim modNotesTx">
        <pc:chgData name="lu jiaxuan" userId="9247156b4823de1e" providerId="LiveId" clId="{91EA4D20-1BFC-41A7-8E1C-6B07052E0239}" dt="2023-10-21T08:25:26.684" v="10039"/>
        <pc:sldMkLst>
          <pc:docMk/>
          <pc:sldMk cId="2568645930" sldId="271"/>
        </pc:sldMkLst>
        <pc:spChg chg="add del">
          <ac:chgData name="lu jiaxuan" userId="9247156b4823de1e" providerId="LiveId" clId="{91EA4D20-1BFC-41A7-8E1C-6B07052E0239}" dt="2023-10-21T08:19:13.564" v="9866" actId="478"/>
          <ac:spMkLst>
            <pc:docMk/>
            <pc:sldMk cId="2568645930" sldId="271"/>
            <ac:spMk id="2" creationId="{A0CC83E1-4B74-367B-CABA-054D863CDD5C}"/>
          </ac:spMkLst>
        </pc:spChg>
        <pc:spChg chg="mod">
          <ac:chgData name="lu jiaxuan" userId="9247156b4823de1e" providerId="LiveId" clId="{91EA4D20-1BFC-41A7-8E1C-6B07052E0239}" dt="2023-10-05T14:03:10.873" v="2168"/>
          <ac:spMkLst>
            <pc:docMk/>
            <pc:sldMk cId="2568645930" sldId="271"/>
            <ac:spMk id="5" creationId="{3D8DE9F6-A873-4065-BE4D-CE4E6A7DB767}"/>
          </ac:spMkLst>
        </pc:spChg>
        <pc:spChg chg="mod">
          <ac:chgData name="lu jiaxuan" userId="9247156b4823de1e" providerId="LiveId" clId="{91EA4D20-1BFC-41A7-8E1C-6B07052E0239}" dt="2023-10-05T14:03:10.873" v="2168"/>
          <ac:spMkLst>
            <pc:docMk/>
            <pc:sldMk cId="2568645930" sldId="271"/>
            <ac:spMk id="6" creationId="{F1AE7962-1777-1C39-0CB2-36C4F96379E7}"/>
          </ac:spMkLst>
        </pc:spChg>
        <pc:spChg chg="add del">
          <ac:chgData name="lu jiaxuan" userId="9247156b4823de1e" providerId="LiveId" clId="{91EA4D20-1BFC-41A7-8E1C-6B07052E0239}" dt="2023-10-21T08:19:52.442" v="9868" actId="478"/>
          <ac:spMkLst>
            <pc:docMk/>
            <pc:sldMk cId="2568645930" sldId="271"/>
            <ac:spMk id="7" creationId="{F8BB4F88-D7EF-47B8-6334-9CEE9EAE9DE9}"/>
          </ac:spMkLst>
        </pc:spChg>
        <pc:spChg chg="del">
          <ac:chgData name="lu jiaxuan" userId="9247156b4823de1e" providerId="LiveId" clId="{91EA4D20-1BFC-41A7-8E1C-6B07052E0239}" dt="2023-10-05T14:03:10.575" v="2167" actId="478"/>
          <ac:spMkLst>
            <pc:docMk/>
            <pc:sldMk cId="2568645930" sldId="271"/>
            <ac:spMk id="13" creationId="{8BEDF2AA-7D86-35B0-962C-FC758BEA5CD8}"/>
          </ac:spMkLst>
        </pc:spChg>
        <pc:spChg chg="mod">
          <ac:chgData name="lu jiaxuan" userId="9247156b4823de1e" providerId="LiveId" clId="{91EA4D20-1BFC-41A7-8E1C-6B07052E0239}" dt="2023-10-05T14:03:10.873" v="2168"/>
          <ac:spMkLst>
            <pc:docMk/>
            <pc:sldMk cId="2568645930" sldId="271"/>
            <ac:spMk id="15" creationId="{F55131D3-1303-6597-CAC1-F85B067B9457}"/>
          </ac:spMkLst>
        </pc:spChg>
        <pc:spChg chg="mod">
          <ac:chgData name="lu jiaxuan" userId="9247156b4823de1e" providerId="LiveId" clId="{91EA4D20-1BFC-41A7-8E1C-6B07052E0239}" dt="2023-10-05T14:03:10.873" v="2168"/>
          <ac:spMkLst>
            <pc:docMk/>
            <pc:sldMk cId="2568645930" sldId="271"/>
            <ac:spMk id="16" creationId="{36665694-D8B7-C76D-B3BA-B9A6737046A4}"/>
          </ac:spMkLst>
        </pc:spChg>
        <pc:spChg chg="add mod">
          <ac:chgData name="lu jiaxuan" userId="9247156b4823de1e" providerId="LiveId" clId="{91EA4D20-1BFC-41A7-8E1C-6B07052E0239}" dt="2023-10-05T14:03:10.873" v="2168"/>
          <ac:spMkLst>
            <pc:docMk/>
            <pc:sldMk cId="2568645930" sldId="271"/>
            <ac:spMk id="17" creationId="{CCE85D2D-7103-FC99-1430-85A20FC3BA55}"/>
          </ac:spMkLst>
        </pc:spChg>
        <pc:spChg chg="mod">
          <ac:chgData name="lu jiaxuan" userId="9247156b4823de1e" providerId="LiveId" clId="{91EA4D20-1BFC-41A7-8E1C-6B07052E0239}" dt="2023-10-05T14:03:10.873" v="2168"/>
          <ac:spMkLst>
            <pc:docMk/>
            <pc:sldMk cId="2568645930" sldId="271"/>
            <ac:spMk id="19" creationId="{51E41615-6768-10A2-1B34-5A34CC1C3D43}"/>
          </ac:spMkLst>
        </pc:spChg>
        <pc:spChg chg="mod">
          <ac:chgData name="lu jiaxuan" userId="9247156b4823de1e" providerId="LiveId" clId="{91EA4D20-1BFC-41A7-8E1C-6B07052E0239}" dt="2023-10-05T14:03:10.873" v="2168"/>
          <ac:spMkLst>
            <pc:docMk/>
            <pc:sldMk cId="2568645930" sldId="271"/>
            <ac:spMk id="20" creationId="{AB274B8B-6CD2-FA3A-2103-755BCFD05559}"/>
          </ac:spMkLst>
        </pc:spChg>
        <pc:grpChg chg="add mod">
          <ac:chgData name="lu jiaxuan" userId="9247156b4823de1e" providerId="LiveId" clId="{91EA4D20-1BFC-41A7-8E1C-6B07052E0239}" dt="2023-10-05T14:03:10.873" v="2168"/>
          <ac:grpSpMkLst>
            <pc:docMk/>
            <pc:sldMk cId="2568645930" sldId="271"/>
            <ac:grpSpMk id="4" creationId="{1C1B823B-CA88-E4CF-60A8-D469A4EFC8BF}"/>
          </ac:grpSpMkLst>
        </pc:grpChg>
        <pc:grpChg chg="del">
          <ac:chgData name="lu jiaxuan" userId="9247156b4823de1e" providerId="LiveId" clId="{91EA4D20-1BFC-41A7-8E1C-6B07052E0239}" dt="2023-10-05T14:03:10.575" v="2167" actId="478"/>
          <ac:grpSpMkLst>
            <pc:docMk/>
            <pc:sldMk cId="2568645930" sldId="271"/>
            <ac:grpSpMk id="7" creationId="{FC18245D-DEB0-0BFA-EA7D-5208288A17E6}"/>
          </ac:grpSpMkLst>
        </pc:grpChg>
        <pc:grpChg chg="del">
          <ac:chgData name="lu jiaxuan" userId="9247156b4823de1e" providerId="LiveId" clId="{91EA4D20-1BFC-41A7-8E1C-6B07052E0239}" dt="2023-10-05T14:03:10.575" v="2167" actId="478"/>
          <ac:grpSpMkLst>
            <pc:docMk/>
            <pc:sldMk cId="2568645930" sldId="271"/>
            <ac:grpSpMk id="10" creationId="{265B2CEE-38AB-B16A-28F2-7A4A6E26F296}"/>
          </ac:grpSpMkLst>
        </pc:grpChg>
        <pc:grpChg chg="add mod">
          <ac:chgData name="lu jiaxuan" userId="9247156b4823de1e" providerId="LiveId" clId="{91EA4D20-1BFC-41A7-8E1C-6B07052E0239}" dt="2023-10-05T14:03:10.873" v="2168"/>
          <ac:grpSpMkLst>
            <pc:docMk/>
            <pc:sldMk cId="2568645930" sldId="271"/>
            <ac:grpSpMk id="14" creationId="{90BBC616-1E0E-C2A6-02F9-0D574772E026}"/>
          </ac:grpSpMkLst>
        </pc:grpChg>
        <pc:grpChg chg="add mod">
          <ac:chgData name="lu jiaxuan" userId="9247156b4823de1e" providerId="LiveId" clId="{91EA4D20-1BFC-41A7-8E1C-6B07052E0239}" dt="2023-10-05T14:03:10.873" v="2168"/>
          <ac:grpSpMkLst>
            <pc:docMk/>
            <pc:sldMk cId="2568645930" sldId="271"/>
            <ac:grpSpMk id="18" creationId="{D123F91F-5E24-54F7-8F57-3C8193203BBC}"/>
          </ac:grpSpMkLst>
        </pc:grpChg>
        <pc:picChg chg="add mod">
          <ac:chgData name="lu jiaxuan" userId="9247156b4823de1e" providerId="LiveId" clId="{91EA4D20-1BFC-41A7-8E1C-6B07052E0239}" dt="2023-10-21T08:25:23.372" v="10038" actId="1076"/>
          <ac:picMkLst>
            <pc:docMk/>
            <pc:sldMk cId="2568645930" sldId="271"/>
            <ac:picMk id="3" creationId="{BEEE35AC-9595-87B9-ED72-8568CDBD9018}"/>
          </ac:picMkLst>
        </pc:picChg>
        <pc:picChg chg="add mod">
          <ac:chgData name="lu jiaxuan" userId="9247156b4823de1e" providerId="LiveId" clId="{91EA4D20-1BFC-41A7-8E1C-6B07052E0239}" dt="2023-10-21T08:24:39.271" v="9986" actId="1076"/>
          <ac:picMkLst>
            <pc:docMk/>
            <pc:sldMk cId="2568645930" sldId="271"/>
            <ac:picMk id="9" creationId="{8016CF41-ABDC-1311-F1F8-3626281C97E9}"/>
          </ac:picMkLst>
        </pc:picChg>
      </pc:sldChg>
      <pc:sldChg chg="addSp delSp modSp add mod delAnim modAnim modNotesTx">
        <pc:chgData name="lu jiaxuan" userId="9247156b4823de1e" providerId="LiveId" clId="{91EA4D20-1BFC-41A7-8E1C-6B07052E0239}" dt="2023-10-06T07:23:03.914" v="4090" actId="1036"/>
        <pc:sldMkLst>
          <pc:docMk/>
          <pc:sldMk cId="109564614" sldId="272"/>
        </pc:sldMkLst>
        <pc:spChg chg="mod">
          <ac:chgData name="lu jiaxuan" userId="9247156b4823de1e" providerId="LiveId" clId="{91EA4D20-1BFC-41A7-8E1C-6B07052E0239}" dt="2023-10-06T07:05:32.088" v="3843"/>
          <ac:spMkLst>
            <pc:docMk/>
            <pc:sldMk cId="109564614" sldId="272"/>
            <ac:spMk id="19" creationId="{4EB51A64-722A-62A3-17F8-CD8773301385}"/>
          </ac:spMkLst>
        </pc:spChg>
        <pc:spChg chg="mod">
          <ac:chgData name="lu jiaxuan" userId="9247156b4823de1e" providerId="LiveId" clId="{91EA4D20-1BFC-41A7-8E1C-6B07052E0239}" dt="2023-10-06T07:23:01.219" v="4085" actId="1035"/>
          <ac:spMkLst>
            <pc:docMk/>
            <pc:sldMk cId="109564614" sldId="272"/>
            <ac:spMk id="24" creationId="{9CFEF7C3-F303-7023-D3D1-3699014C1CA0}"/>
          </ac:spMkLst>
        </pc:spChg>
        <pc:picChg chg="add mod">
          <ac:chgData name="lu jiaxuan" userId="9247156b4823de1e" providerId="LiveId" clId="{91EA4D20-1BFC-41A7-8E1C-6B07052E0239}" dt="2023-10-06T07:23:03.914" v="4090" actId="1036"/>
          <ac:picMkLst>
            <pc:docMk/>
            <pc:sldMk cId="109564614" sldId="272"/>
            <ac:picMk id="3" creationId="{EF2863F2-34A5-D584-2E10-CC5983B5EBF1}"/>
          </ac:picMkLst>
        </pc:picChg>
        <pc:picChg chg="del mod">
          <ac:chgData name="lu jiaxuan" userId="9247156b4823de1e" providerId="LiveId" clId="{91EA4D20-1BFC-41A7-8E1C-6B07052E0239}" dt="2023-10-06T07:03:37.454" v="3817" actId="478"/>
          <ac:picMkLst>
            <pc:docMk/>
            <pc:sldMk cId="109564614" sldId="272"/>
            <ac:picMk id="14" creationId="{A0010007-6C0C-9956-F383-81D58CBEF880}"/>
          </ac:picMkLst>
        </pc:picChg>
        <pc:picChg chg="del">
          <ac:chgData name="lu jiaxuan" userId="9247156b4823de1e" providerId="LiveId" clId="{91EA4D20-1BFC-41A7-8E1C-6B07052E0239}" dt="2023-10-06T07:03:25.470" v="3814" actId="478"/>
          <ac:picMkLst>
            <pc:docMk/>
            <pc:sldMk cId="109564614" sldId="272"/>
            <ac:picMk id="21" creationId="{A085F1EE-A479-0946-9172-BF5030484250}"/>
          </ac:picMkLst>
        </pc:picChg>
        <pc:picChg chg="del mod modCrop">
          <ac:chgData name="lu jiaxuan" userId="9247156b4823de1e" providerId="LiveId" clId="{91EA4D20-1BFC-41A7-8E1C-6B07052E0239}" dt="2023-10-06T07:06:21.122" v="3848" actId="478"/>
          <ac:picMkLst>
            <pc:docMk/>
            <pc:sldMk cId="109564614" sldId="272"/>
            <ac:picMk id="23" creationId="{466CA73F-39B3-17A3-16EB-4C260FF42A05}"/>
          </ac:picMkLst>
        </pc:picChg>
      </pc:sldChg>
      <pc:sldChg chg="addSp delSp modSp add mod ord modNotesTx">
        <pc:chgData name="lu jiaxuan" userId="9247156b4823de1e" providerId="LiveId" clId="{91EA4D20-1BFC-41A7-8E1C-6B07052E0239}" dt="2023-10-21T06:09:57.137" v="9819" actId="20577"/>
        <pc:sldMkLst>
          <pc:docMk/>
          <pc:sldMk cId="953596469" sldId="273"/>
        </pc:sldMkLst>
        <pc:spChg chg="mod">
          <ac:chgData name="lu jiaxuan" userId="9247156b4823de1e" providerId="LiveId" clId="{91EA4D20-1BFC-41A7-8E1C-6B07052E0239}" dt="2023-10-06T07:25:44.403" v="4107"/>
          <ac:spMkLst>
            <pc:docMk/>
            <pc:sldMk cId="953596469" sldId="273"/>
            <ac:spMk id="19" creationId="{4EB51A64-722A-62A3-17F8-CD8773301385}"/>
          </ac:spMkLst>
        </pc:spChg>
        <pc:spChg chg="mod">
          <ac:chgData name="lu jiaxuan" userId="9247156b4823de1e" providerId="LiveId" clId="{91EA4D20-1BFC-41A7-8E1C-6B07052E0239}" dt="2023-10-06T07:31:05.395" v="4129" actId="1076"/>
          <ac:spMkLst>
            <pc:docMk/>
            <pc:sldMk cId="953596469" sldId="273"/>
            <ac:spMk id="24" creationId="{9CFEF7C3-F303-7023-D3D1-3699014C1CA0}"/>
          </ac:spMkLst>
        </pc:spChg>
        <pc:picChg chg="del">
          <ac:chgData name="lu jiaxuan" userId="9247156b4823de1e" providerId="LiveId" clId="{91EA4D20-1BFC-41A7-8E1C-6B07052E0239}" dt="2023-10-06T07:23:22.626" v="4093" actId="478"/>
          <ac:picMkLst>
            <pc:docMk/>
            <pc:sldMk cId="953596469" sldId="273"/>
            <ac:picMk id="3" creationId="{EF2863F2-34A5-D584-2E10-CC5983B5EBF1}"/>
          </ac:picMkLst>
        </pc:picChg>
        <pc:picChg chg="add mod">
          <ac:chgData name="lu jiaxuan" userId="9247156b4823de1e" providerId="LiveId" clId="{91EA4D20-1BFC-41A7-8E1C-6B07052E0239}" dt="2023-10-06T07:26:12.842" v="4112" actId="1076"/>
          <ac:picMkLst>
            <pc:docMk/>
            <pc:sldMk cId="953596469" sldId="273"/>
            <ac:picMk id="4" creationId="{56240D7D-3FDB-0CD8-70B8-9C10C611FE95}"/>
          </ac:picMkLst>
        </pc:picChg>
      </pc:sldChg>
      <pc:sldChg chg="addSp delSp modSp add mod modAnim modNotesTx">
        <pc:chgData name="lu jiaxuan" userId="9247156b4823de1e" providerId="LiveId" clId="{91EA4D20-1BFC-41A7-8E1C-6B07052E0239}" dt="2023-10-21T11:15:39.545" v="10099"/>
        <pc:sldMkLst>
          <pc:docMk/>
          <pc:sldMk cId="27839594" sldId="274"/>
        </pc:sldMkLst>
        <pc:spChg chg="mod">
          <ac:chgData name="lu jiaxuan" userId="9247156b4823de1e" providerId="LiveId" clId="{91EA4D20-1BFC-41A7-8E1C-6B07052E0239}" dt="2023-10-06T07:49:21.314" v="4335"/>
          <ac:spMkLst>
            <pc:docMk/>
            <pc:sldMk cId="27839594" sldId="274"/>
            <ac:spMk id="19" creationId="{4EB51A64-722A-62A3-17F8-CD8773301385}"/>
          </ac:spMkLst>
        </pc:spChg>
        <pc:spChg chg="mod">
          <ac:chgData name="lu jiaxuan" userId="9247156b4823de1e" providerId="LiveId" clId="{91EA4D20-1BFC-41A7-8E1C-6B07052E0239}" dt="2023-10-06T07:50:51.937" v="4372" actId="1036"/>
          <ac:spMkLst>
            <pc:docMk/>
            <pc:sldMk cId="27839594" sldId="274"/>
            <ac:spMk id="24" creationId="{9CFEF7C3-F303-7023-D3D1-3699014C1CA0}"/>
          </ac:spMkLst>
        </pc:spChg>
        <pc:picChg chg="add mod">
          <ac:chgData name="lu jiaxuan" userId="9247156b4823de1e" providerId="LiveId" clId="{91EA4D20-1BFC-41A7-8E1C-6B07052E0239}" dt="2023-10-06T07:50:49.318" v="4366" actId="14100"/>
          <ac:picMkLst>
            <pc:docMk/>
            <pc:sldMk cId="27839594" sldId="274"/>
            <ac:picMk id="3" creationId="{770260C9-D0FB-C556-60BD-DA53B11C64C7}"/>
          </ac:picMkLst>
        </pc:picChg>
        <pc:picChg chg="del">
          <ac:chgData name="lu jiaxuan" userId="9247156b4823de1e" providerId="LiveId" clId="{91EA4D20-1BFC-41A7-8E1C-6B07052E0239}" dt="2023-10-06T07:48:34.591" v="4319" actId="478"/>
          <ac:picMkLst>
            <pc:docMk/>
            <pc:sldMk cId="27839594" sldId="274"/>
            <ac:picMk id="4" creationId="{56240D7D-3FDB-0CD8-70B8-9C10C611FE95}"/>
          </ac:picMkLst>
        </pc:picChg>
        <pc:inkChg chg="add">
          <ac:chgData name="lu jiaxuan" userId="9247156b4823de1e" providerId="LiveId" clId="{91EA4D20-1BFC-41A7-8E1C-6B07052E0239}" dt="2023-10-21T11:15:39.545" v="10099"/>
          <ac:inkMkLst>
            <pc:docMk/>
            <pc:sldMk cId="27839594" sldId="274"/>
            <ac:inkMk id="2" creationId="{20CDCB54-C0D6-F220-2574-93732EC36B3F}"/>
          </ac:inkMkLst>
        </pc:inkChg>
      </pc:sldChg>
      <pc:sldChg chg="addSp delSp modSp add mod modAnim modNotesTx">
        <pc:chgData name="lu jiaxuan" userId="9247156b4823de1e" providerId="LiveId" clId="{91EA4D20-1BFC-41A7-8E1C-6B07052E0239}" dt="2023-10-06T14:41:44.536" v="5546" actId="20577"/>
        <pc:sldMkLst>
          <pc:docMk/>
          <pc:sldMk cId="1770757115" sldId="275"/>
        </pc:sldMkLst>
        <pc:spChg chg="add mod">
          <ac:chgData name="lu jiaxuan" userId="9247156b4823de1e" providerId="LiveId" clId="{91EA4D20-1BFC-41A7-8E1C-6B07052E0239}" dt="2023-10-06T08:17:11.690" v="4879" actId="1036"/>
          <ac:spMkLst>
            <pc:docMk/>
            <pc:sldMk cId="1770757115" sldId="275"/>
            <ac:spMk id="8" creationId="{E4A0931A-64D1-F67E-03F4-73617CA4C454}"/>
          </ac:spMkLst>
        </pc:spChg>
        <pc:spChg chg="add mod">
          <ac:chgData name="lu jiaxuan" userId="9247156b4823de1e" providerId="LiveId" clId="{91EA4D20-1BFC-41A7-8E1C-6B07052E0239}" dt="2023-10-06T08:10:48.812" v="4726" actId="1035"/>
          <ac:spMkLst>
            <pc:docMk/>
            <pc:sldMk cId="1770757115" sldId="275"/>
            <ac:spMk id="9" creationId="{FAFBFFF3-CE75-294F-12DD-8CCEA20CD540}"/>
          </ac:spMkLst>
        </pc:spChg>
        <pc:picChg chg="del">
          <ac:chgData name="lu jiaxuan" userId="9247156b4823de1e" providerId="LiveId" clId="{91EA4D20-1BFC-41A7-8E1C-6B07052E0239}" dt="2023-10-06T08:02:37.499" v="4608" actId="478"/>
          <ac:picMkLst>
            <pc:docMk/>
            <pc:sldMk cId="1770757115" sldId="275"/>
            <ac:picMk id="3" creationId="{BEEE35AC-9595-87B9-ED72-8568CDBD9018}"/>
          </ac:picMkLst>
        </pc:picChg>
        <pc:picChg chg="add mod">
          <ac:chgData name="lu jiaxuan" userId="9247156b4823de1e" providerId="LiveId" clId="{91EA4D20-1BFC-41A7-8E1C-6B07052E0239}" dt="2023-10-06T08:17:15.700" v="4881" actId="1035"/>
          <ac:picMkLst>
            <pc:docMk/>
            <pc:sldMk cId="1770757115" sldId="275"/>
            <ac:picMk id="7" creationId="{D4B78695-68DA-94CF-337C-21FA476579D2}"/>
          </ac:picMkLst>
        </pc:picChg>
      </pc:sldChg>
      <pc:sldChg chg="add del modNotesTx">
        <pc:chgData name="lu jiaxuan" userId="9247156b4823de1e" providerId="LiveId" clId="{91EA4D20-1BFC-41A7-8E1C-6B07052E0239}" dt="2023-10-15T03:22:37.426" v="9803" actId="47"/>
        <pc:sldMkLst>
          <pc:docMk/>
          <pc:sldMk cId="1829701993" sldId="276"/>
        </pc:sldMkLst>
      </pc:sldChg>
      <pc:sldChg chg="delSp modSp add del mod delAnim modNotesTx">
        <pc:chgData name="lu jiaxuan" userId="9247156b4823de1e" providerId="LiveId" clId="{91EA4D20-1BFC-41A7-8E1C-6B07052E0239}" dt="2023-10-14T11:09:22.466" v="8040" actId="47"/>
        <pc:sldMkLst>
          <pc:docMk/>
          <pc:sldMk cId="2298268517" sldId="277"/>
        </pc:sldMkLst>
        <pc:spChg chg="mod">
          <ac:chgData name="lu jiaxuan" userId="9247156b4823de1e" providerId="LiveId" clId="{91EA4D20-1BFC-41A7-8E1C-6B07052E0239}" dt="2023-10-14T01:46:16.906" v="5607" actId="20577"/>
          <ac:spMkLst>
            <pc:docMk/>
            <pc:sldMk cId="2298268517" sldId="277"/>
            <ac:spMk id="8" creationId="{E4A0931A-64D1-F67E-03F4-73617CA4C454}"/>
          </ac:spMkLst>
        </pc:spChg>
        <pc:spChg chg="del">
          <ac:chgData name="lu jiaxuan" userId="9247156b4823de1e" providerId="LiveId" clId="{91EA4D20-1BFC-41A7-8E1C-6B07052E0239}" dt="2023-10-06T14:33:24.390" v="5389" actId="478"/>
          <ac:spMkLst>
            <pc:docMk/>
            <pc:sldMk cId="2298268517" sldId="277"/>
            <ac:spMk id="9" creationId="{FAFBFFF3-CE75-294F-12DD-8CCEA20CD540}"/>
          </ac:spMkLst>
        </pc:spChg>
        <pc:picChg chg="del">
          <ac:chgData name="lu jiaxuan" userId="9247156b4823de1e" providerId="LiveId" clId="{91EA4D20-1BFC-41A7-8E1C-6B07052E0239}" dt="2023-10-06T14:33:23.004" v="5388" actId="478"/>
          <ac:picMkLst>
            <pc:docMk/>
            <pc:sldMk cId="2298268517" sldId="277"/>
            <ac:picMk id="7" creationId="{D4B78695-68DA-94CF-337C-21FA476579D2}"/>
          </ac:picMkLst>
        </pc:picChg>
      </pc:sldChg>
      <pc:sldChg chg="addSp delSp modSp add mod modAnim modNotesTx">
        <pc:chgData name="lu jiaxuan" userId="9247156b4823de1e" providerId="LiveId" clId="{91EA4D20-1BFC-41A7-8E1C-6B07052E0239}" dt="2023-10-21T13:20:50.370" v="10114"/>
        <pc:sldMkLst>
          <pc:docMk/>
          <pc:sldMk cId="1518733625" sldId="278"/>
        </pc:sldMkLst>
        <pc:spChg chg="mod">
          <ac:chgData name="lu jiaxuan" userId="9247156b4823de1e" providerId="LiveId" clId="{91EA4D20-1BFC-41A7-8E1C-6B07052E0239}" dt="2023-10-14T01:46:23.371" v="5614"/>
          <ac:spMkLst>
            <pc:docMk/>
            <pc:sldMk cId="1518733625" sldId="278"/>
            <ac:spMk id="8" creationId="{E4A0931A-64D1-F67E-03F4-73617CA4C454}"/>
          </ac:spMkLst>
        </pc:spChg>
        <pc:spChg chg="mod">
          <ac:chgData name="lu jiaxuan" userId="9247156b4823de1e" providerId="LiveId" clId="{91EA4D20-1BFC-41A7-8E1C-6B07052E0239}" dt="2023-10-14T01:47:29.376" v="5639" actId="1036"/>
          <ac:spMkLst>
            <pc:docMk/>
            <pc:sldMk cId="1518733625" sldId="278"/>
            <ac:spMk id="9" creationId="{FAFBFFF3-CE75-294F-12DD-8CCEA20CD540}"/>
          </ac:spMkLst>
        </pc:spChg>
        <pc:spChg chg="add mod">
          <ac:chgData name="lu jiaxuan" userId="9247156b4823de1e" providerId="LiveId" clId="{91EA4D20-1BFC-41A7-8E1C-6B07052E0239}" dt="2023-10-14T08:24:18.979" v="7379" actId="1036"/>
          <ac:spMkLst>
            <pc:docMk/>
            <pc:sldMk cId="1518733625" sldId="278"/>
            <ac:spMk id="12" creationId="{B64294EA-B792-D71F-9D8C-4B1FECC1E42C}"/>
          </ac:spMkLst>
        </pc:spChg>
        <pc:picChg chg="add mod">
          <ac:chgData name="lu jiaxuan" userId="9247156b4823de1e" providerId="LiveId" clId="{91EA4D20-1BFC-41A7-8E1C-6B07052E0239}" dt="2023-10-14T01:51:12.945" v="5699" actId="1076"/>
          <ac:picMkLst>
            <pc:docMk/>
            <pc:sldMk cId="1518733625" sldId="278"/>
            <ac:picMk id="3" creationId="{4582DC32-823E-84D3-73E7-6035B7EE4BAD}"/>
          </ac:picMkLst>
        </pc:picChg>
        <pc:picChg chg="del">
          <ac:chgData name="lu jiaxuan" userId="9247156b4823de1e" providerId="LiveId" clId="{91EA4D20-1BFC-41A7-8E1C-6B07052E0239}" dt="2023-10-14T01:29:50.070" v="5548" actId="478"/>
          <ac:picMkLst>
            <pc:docMk/>
            <pc:sldMk cId="1518733625" sldId="278"/>
            <ac:picMk id="7" creationId="{D4B78695-68DA-94CF-337C-21FA476579D2}"/>
          </ac:picMkLst>
        </pc:picChg>
        <pc:picChg chg="add mod">
          <ac:chgData name="lu jiaxuan" userId="9247156b4823de1e" providerId="LiveId" clId="{91EA4D20-1BFC-41A7-8E1C-6B07052E0239}" dt="2023-10-14T08:24:18.979" v="7379" actId="1036"/>
          <ac:picMkLst>
            <pc:docMk/>
            <pc:sldMk cId="1518733625" sldId="278"/>
            <ac:picMk id="11" creationId="{8521CD2F-D8E5-1051-38D4-D900D20EE4CC}"/>
          </ac:picMkLst>
        </pc:picChg>
        <pc:inkChg chg="add">
          <ac:chgData name="lu jiaxuan" userId="9247156b4823de1e" providerId="LiveId" clId="{91EA4D20-1BFC-41A7-8E1C-6B07052E0239}" dt="2023-10-21T13:20:50.370" v="10114"/>
          <ac:inkMkLst>
            <pc:docMk/>
            <pc:sldMk cId="1518733625" sldId="278"/>
            <ac:inkMk id="2" creationId="{DDC4BF72-CC5F-1DF7-C11A-E3BF81BB7351}"/>
          </ac:inkMkLst>
        </pc:inkChg>
      </pc:sldChg>
      <pc:sldChg chg="addSp delSp modSp add mod delAnim modNotesTx">
        <pc:chgData name="lu jiaxuan" userId="9247156b4823de1e" providerId="LiveId" clId="{91EA4D20-1BFC-41A7-8E1C-6B07052E0239}" dt="2023-10-21T13:10:39.627" v="10113" actId="20577"/>
        <pc:sldMkLst>
          <pc:docMk/>
          <pc:sldMk cId="1687089531" sldId="279"/>
        </pc:sldMkLst>
        <pc:spChg chg="add del">
          <ac:chgData name="lu jiaxuan" userId="9247156b4823de1e" providerId="LiveId" clId="{91EA4D20-1BFC-41A7-8E1C-6B07052E0239}" dt="2023-10-14T09:01:32.403" v="8032"/>
          <ac:spMkLst>
            <pc:docMk/>
            <pc:sldMk cId="1687089531" sldId="279"/>
            <ac:spMk id="2" creationId="{4703CC8F-A369-19E3-B6B1-8DDA148AA186}"/>
          </ac:spMkLst>
        </pc:spChg>
        <pc:spChg chg="del">
          <ac:chgData name="lu jiaxuan" userId="9247156b4823de1e" providerId="LiveId" clId="{91EA4D20-1BFC-41A7-8E1C-6B07052E0239}" dt="2023-10-14T09:00:23.096" v="8029" actId="478"/>
          <ac:spMkLst>
            <pc:docMk/>
            <pc:sldMk cId="1687089531" sldId="279"/>
            <ac:spMk id="9" creationId="{FAFBFFF3-CE75-294F-12DD-8CCEA20CD540}"/>
          </ac:spMkLst>
        </pc:spChg>
        <pc:spChg chg="del">
          <ac:chgData name="lu jiaxuan" userId="9247156b4823de1e" providerId="LiveId" clId="{91EA4D20-1BFC-41A7-8E1C-6B07052E0239}" dt="2023-10-14T09:00:23.096" v="8029" actId="478"/>
          <ac:spMkLst>
            <pc:docMk/>
            <pc:sldMk cId="1687089531" sldId="279"/>
            <ac:spMk id="12" creationId="{B64294EA-B792-D71F-9D8C-4B1FECC1E42C}"/>
          </ac:spMkLst>
        </pc:spChg>
        <pc:picChg chg="del">
          <ac:chgData name="lu jiaxuan" userId="9247156b4823de1e" providerId="LiveId" clId="{91EA4D20-1BFC-41A7-8E1C-6B07052E0239}" dt="2023-10-14T09:00:20.890" v="8028" actId="478"/>
          <ac:picMkLst>
            <pc:docMk/>
            <pc:sldMk cId="1687089531" sldId="279"/>
            <ac:picMk id="3" creationId="{4582DC32-823E-84D3-73E7-6035B7EE4BAD}"/>
          </ac:picMkLst>
        </pc:picChg>
        <pc:picChg chg="add mod">
          <ac:chgData name="lu jiaxuan" userId="9247156b4823de1e" providerId="LiveId" clId="{91EA4D20-1BFC-41A7-8E1C-6B07052E0239}" dt="2023-10-14T09:02:01.732" v="8037" actId="1076"/>
          <ac:picMkLst>
            <pc:docMk/>
            <pc:sldMk cId="1687089531" sldId="279"/>
            <ac:picMk id="10" creationId="{C516897D-71F4-8805-2920-FB54651857B1}"/>
          </ac:picMkLst>
        </pc:picChg>
        <pc:picChg chg="del">
          <ac:chgData name="lu jiaxuan" userId="9247156b4823de1e" providerId="LiveId" clId="{91EA4D20-1BFC-41A7-8E1C-6B07052E0239}" dt="2023-10-14T09:00:24.251" v="8030" actId="478"/>
          <ac:picMkLst>
            <pc:docMk/>
            <pc:sldMk cId="1687089531" sldId="279"/>
            <ac:picMk id="11" creationId="{8521CD2F-D8E5-1051-38D4-D900D20EE4CC}"/>
          </ac:picMkLst>
        </pc:picChg>
      </pc:sldChg>
      <pc:sldChg chg="addSp delSp modSp add mod modAnim modNotesTx">
        <pc:chgData name="lu jiaxuan" userId="9247156b4823de1e" providerId="LiveId" clId="{91EA4D20-1BFC-41A7-8E1C-6B07052E0239}" dt="2023-10-22T11:52:33.548" v="10117"/>
        <pc:sldMkLst>
          <pc:docMk/>
          <pc:sldMk cId="2712612632" sldId="280"/>
        </pc:sldMkLst>
        <pc:spChg chg="add mod">
          <ac:chgData name="lu jiaxuan" userId="9247156b4823de1e" providerId="LiveId" clId="{91EA4D20-1BFC-41A7-8E1C-6B07052E0239}" dt="2023-10-14T13:14:15.638" v="8349" actId="1036"/>
          <ac:spMkLst>
            <pc:docMk/>
            <pc:sldMk cId="2712612632" sldId="280"/>
            <ac:spMk id="2" creationId="{E9CF8D53-6A93-D471-EA4A-26FA74E21B4A}"/>
          </ac:spMkLst>
        </pc:spChg>
        <pc:spChg chg="mod">
          <ac:chgData name="lu jiaxuan" userId="9247156b4823de1e" providerId="LiveId" clId="{91EA4D20-1BFC-41A7-8E1C-6B07052E0239}" dt="2023-10-14T11:12:48.309" v="8097" actId="1076"/>
          <ac:spMkLst>
            <pc:docMk/>
            <pc:sldMk cId="2712612632" sldId="280"/>
            <ac:spMk id="6" creationId="{F1AE7962-1777-1C39-0CB2-36C4F96379E7}"/>
          </ac:spMkLst>
        </pc:spChg>
        <pc:spChg chg="mod">
          <ac:chgData name="lu jiaxuan" userId="9247156b4823de1e" providerId="LiveId" clId="{91EA4D20-1BFC-41A7-8E1C-6B07052E0239}" dt="2023-10-14T12:32:24.593" v="8139" actId="20577"/>
          <ac:spMkLst>
            <pc:docMk/>
            <pc:sldMk cId="2712612632" sldId="280"/>
            <ac:spMk id="8" creationId="{E4A0931A-64D1-F67E-03F4-73617CA4C454}"/>
          </ac:spMkLst>
        </pc:spChg>
        <pc:spChg chg="mod ord">
          <ac:chgData name="lu jiaxuan" userId="9247156b4823de1e" providerId="LiveId" clId="{91EA4D20-1BFC-41A7-8E1C-6B07052E0239}" dt="2023-10-14T11:13:39.694" v="8115" actId="166"/>
          <ac:spMkLst>
            <pc:docMk/>
            <pc:sldMk cId="2712612632" sldId="280"/>
            <ac:spMk id="17" creationId="{CCE85D2D-7103-FC99-1430-85A20FC3BA55}"/>
          </ac:spMkLst>
        </pc:spChg>
        <pc:spChg chg="mod">
          <ac:chgData name="lu jiaxuan" userId="9247156b4823de1e" providerId="LiveId" clId="{91EA4D20-1BFC-41A7-8E1C-6B07052E0239}" dt="2023-10-14T11:13:15.327" v="8109" actId="1076"/>
          <ac:spMkLst>
            <pc:docMk/>
            <pc:sldMk cId="2712612632" sldId="280"/>
            <ac:spMk id="20" creationId="{AB274B8B-6CD2-FA3A-2103-755BCFD05559}"/>
          </ac:spMkLst>
        </pc:spChg>
        <pc:grpChg chg="mod">
          <ac:chgData name="lu jiaxuan" userId="9247156b4823de1e" providerId="LiveId" clId="{91EA4D20-1BFC-41A7-8E1C-6B07052E0239}" dt="2023-10-14T11:12:43.727" v="8095" actId="1076"/>
          <ac:grpSpMkLst>
            <pc:docMk/>
            <pc:sldMk cId="2712612632" sldId="280"/>
            <ac:grpSpMk id="4" creationId="{1C1B823B-CA88-E4CF-60A8-D469A4EFC8BF}"/>
          </ac:grpSpMkLst>
        </pc:grpChg>
        <pc:grpChg chg="mod">
          <ac:chgData name="lu jiaxuan" userId="9247156b4823de1e" providerId="LiveId" clId="{91EA4D20-1BFC-41A7-8E1C-6B07052E0239}" dt="2023-10-14T11:13:29.395" v="8113" actId="1076"/>
          <ac:grpSpMkLst>
            <pc:docMk/>
            <pc:sldMk cId="2712612632" sldId="280"/>
            <ac:grpSpMk id="18" creationId="{D123F91F-5E24-54F7-8F57-3C8193203BBC}"/>
          </ac:grpSpMkLst>
        </pc:grpChg>
        <pc:picChg chg="add mod">
          <ac:chgData name="lu jiaxuan" userId="9247156b4823de1e" providerId="LiveId" clId="{91EA4D20-1BFC-41A7-8E1C-6B07052E0239}" dt="2023-10-15T02:58:09.495" v="8929" actId="1035"/>
          <ac:picMkLst>
            <pc:docMk/>
            <pc:sldMk cId="2712612632" sldId="280"/>
            <ac:picMk id="7" creationId="{C540C554-31F5-BBED-E2AF-FC7AFB4E258B}"/>
          </ac:picMkLst>
        </pc:picChg>
        <pc:picChg chg="del">
          <ac:chgData name="lu jiaxuan" userId="9247156b4823de1e" providerId="LiveId" clId="{91EA4D20-1BFC-41A7-8E1C-6B07052E0239}" dt="2023-10-14T11:12:28.159" v="8090" actId="478"/>
          <ac:picMkLst>
            <pc:docMk/>
            <pc:sldMk cId="2712612632" sldId="280"/>
            <ac:picMk id="10" creationId="{C516897D-71F4-8805-2920-FB54651857B1}"/>
          </ac:picMkLst>
        </pc:picChg>
        <pc:picChg chg="add mod">
          <ac:chgData name="lu jiaxuan" userId="9247156b4823de1e" providerId="LiveId" clId="{91EA4D20-1BFC-41A7-8E1C-6B07052E0239}" dt="2023-10-15T02:59:23.322" v="8931" actId="1035"/>
          <ac:picMkLst>
            <pc:docMk/>
            <pc:sldMk cId="2712612632" sldId="280"/>
            <ac:picMk id="11" creationId="{D576B6ED-98D0-548B-C179-E3D5172417B1}"/>
          </ac:picMkLst>
        </pc:picChg>
        <pc:picChg chg="add mod">
          <ac:chgData name="lu jiaxuan" userId="9247156b4823de1e" providerId="LiveId" clId="{91EA4D20-1BFC-41A7-8E1C-6B07052E0239}" dt="2023-10-15T02:05:21.875" v="8772" actId="1038"/>
          <ac:picMkLst>
            <pc:docMk/>
            <pc:sldMk cId="2712612632" sldId="280"/>
            <ac:picMk id="2050" creationId="{CC79F45C-77DB-EFC5-D337-ED4A7ED772D6}"/>
          </ac:picMkLst>
        </pc:picChg>
        <pc:inkChg chg="add">
          <ac:chgData name="lu jiaxuan" userId="9247156b4823de1e" providerId="LiveId" clId="{91EA4D20-1BFC-41A7-8E1C-6B07052E0239}" dt="2023-10-22T11:52:33.548" v="10117"/>
          <ac:inkMkLst>
            <pc:docMk/>
            <pc:sldMk cId="2712612632" sldId="280"/>
            <ac:inkMk id="3" creationId="{CD983B92-5155-B156-F918-5E9F6F195262}"/>
          </ac:inkMkLst>
        </pc:inkChg>
      </pc:sldChg>
      <pc:sldChg chg="addSp delSp add mod modAnim modNotesTx">
        <pc:chgData name="lu jiaxuan" userId="9247156b4823de1e" providerId="LiveId" clId="{91EA4D20-1BFC-41A7-8E1C-6B07052E0239}" dt="2023-10-21T12:07:45.539" v="10106"/>
        <pc:sldMkLst>
          <pc:docMk/>
          <pc:sldMk cId="3736089869" sldId="281"/>
        </pc:sldMkLst>
        <pc:picChg chg="del">
          <ac:chgData name="lu jiaxuan" userId="9247156b4823de1e" providerId="LiveId" clId="{91EA4D20-1BFC-41A7-8E1C-6B07052E0239}" dt="2023-10-21T05:48:24.379" v="9806" actId="478"/>
          <ac:picMkLst>
            <pc:docMk/>
            <pc:sldMk cId="3736089869" sldId="281"/>
            <ac:picMk id="6" creationId="{A78365F9-37F5-A6B1-DDEB-DE2DF0C7DE42}"/>
          </ac:picMkLst>
        </pc:picChg>
        <pc:inkChg chg="add">
          <ac:chgData name="lu jiaxuan" userId="9247156b4823de1e" providerId="LiveId" clId="{91EA4D20-1BFC-41A7-8E1C-6B07052E0239}" dt="2023-10-21T11:51:18.404" v="10104"/>
          <ac:inkMkLst>
            <pc:docMk/>
            <pc:sldMk cId="3736089869" sldId="281"/>
            <ac:inkMk id="2" creationId="{DFF458E2-1360-F834-53C9-2E18EF34C5FA}"/>
          </ac:inkMkLst>
        </pc:inkChg>
        <pc:inkChg chg="add">
          <ac:chgData name="lu jiaxuan" userId="9247156b4823de1e" providerId="LiveId" clId="{91EA4D20-1BFC-41A7-8E1C-6B07052E0239}" dt="2023-10-21T12:02:04.372" v="10105"/>
          <ac:inkMkLst>
            <pc:docMk/>
            <pc:sldMk cId="3736089869" sldId="281"/>
            <ac:inkMk id="3" creationId="{92B70100-BB06-67A1-58C6-AF71F8D052ED}"/>
          </ac:inkMkLst>
        </pc:inkChg>
        <pc:inkChg chg="add">
          <ac:chgData name="lu jiaxuan" userId="9247156b4823de1e" providerId="LiveId" clId="{91EA4D20-1BFC-41A7-8E1C-6B07052E0239}" dt="2023-10-21T12:07:45.539" v="10106"/>
          <ac:inkMkLst>
            <pc:docMk/>
            <pc:sldMk cId="3736089869" sldId="281"/>
            <ac:inkMk id="4" creationId="{81D54DB6-9066-9DB0-812C-E2A217FE75C8}"/>
          </ac:inkMkLst>
        </pc:inkChg>
      </pc:sldChg>
    </pc:docChg>
  </pc:docChgLst>
  <pc:docChgLst>
    <pc:chgData name="lu jiaxuan" userId="9247156b4823de1e" providerId="LiveId" clId="{00C3B82C-5F12-4C51-9254-9F54200179C6}"/>
    <pc:docChg chg="undo redo custSel addSld delSld modSld">
      <pc:chgData name="lu jiaxuan" userId="9247156b4823de1e" providerId="LiveId" clId="{00C3B82C-5F12-4C51-9254-9F54200179C6}" dt="2023-09-29T10:49:37.028" v="1926" actId="20577"/>
      <pc:docMkLst>
        <pc:docMk/>
      </pc:docMkLst>
      <pc:sldChg chg="modNotesTx">
        <pc:chgData name="lu jiaxuan" userId="9247156b4823de1e" providerId="LiveId" clId="{00C3B82C-5F12-4C51-9254-9F54200179C6}" dt="2023-09-29T10:26:21.290" v="1390" actId="20577"/>
        <pc:sldMkLst>
          <pc:docMk/>
          <pc:sldMk cId="1227051739" sldId="256"/>
        </pc:sldMkLst>
      </pc:sldChg>
      <pc:sldChg chg="modSp mod modNotesTx">
        <pc:chgData name="lu jiaxuan" userId="9247156b4823de1e" providerId="LiveId" clId="{00C3B82C-5F12-4C51-9254-9F54200179C6}" dt="2023-09-29T10:41:53.298" v="1720" actId="1076"/>
        <pc:sldMkLst>
          <pc:docMk/>
          <pc:sldMk cId="3423431225" sldId="258"/>
        </pc:sldMkLst>
        <pc:picChg chg="mod">
          <ac:chgData name="lu jiaxuan" userId="9247156b4823de1e" providerId="LiveId" clId="{00C3B82C-5F12-4C51-9254-9F54200179C6}" dt="2023-09-29T10:41:51.749" v="1719" actId="1076"/>
          <ac:picMkLst>
            <pc:docMk/>
            <pc:sldMk cId="3423431225" sldId="258"/>
            <ac:picMk id="9" creationId="{4B8DAFC1-29C7-B33B-E9D7-ACCBE133A54D}"/>
          </ac:picMkLst>
        </pc:picChg>
        <pc:picChg chg="mod">
          <ac:chgData name="lu jiaxuan" userId="9247156b4823de1e" providerId="LiveId" clId="{00C3B82C-5F12-4C51-9254-9F54200179C6}" dt="2023-09-29T10:41:53.298" v="1720" actId="1076"/>
          <ac:picMkLst>
            <pc:docMk/>
            <pc:sldMk cId="3423431225" sldId="258"/>
            <ac:picMk id="11" creationId="{CDFB5895-B0D6-F8A6-56DA-A840D5D31FFB}"/>
          </ac:picMkLst>
        </pc:picChg>
      </pc:sldChg>
      <pc:sldChg chg="modSp mod modNotesTx">
        <pc:chgData name="lu jiaxuan" userId="9247156b4823de1e" providerId="LiveId" clId="{00C3B82C-5F12-4C51-9254-9F54200179C6}" dt="2023-09-29T10:30:45.744" v="1507" actId="1035"/>
        <pc:sldMkLst>
          <pc:docMk/>
          <pc:sldMk cId="745698173" sldId="259"/>
        </pc:sldMkLst>
        <pc:spChg chg="mod">
          <ac:chgData name="lu jiaxuan" userId="9247156b4823de1e" providerId="LiveId" clId="{00C3B82C-5F12-4C51-9254-9F54200179C6}" dt="2023-09-29T10:30:45.744" v="1507" actId="1035"/>
          <ac:spMkLst>
            <pc:docMk/>
            <pc:sldMk cId="745698173" sldId="259"/>
            <ac:spMk id="8" creationId="{B19AEDB3-6A41-0862-292B-1D2CB9F82BAF}"/>
          </ac:spMkLst>
        </pc:spChg>
      </pc:sldChg>
      <pc:sldChg chg="addSp delSp modSp add del mod modNotesTx">
        <pc:chgData name="lu jiaxuan" userId="9247156b4823de1e" providerId="LiveId" clId="{00C3B82C-5F12-4C51-9254-9F54200179C6}" dt="2023-09-29T10:47:01.087" v="1800" actId="1036"/>
        <pc:sldMkLst>
          <pc:docMk/>
          <pc:sldMk cId="10000179" sldId="260"/>
        </pc:sldMkLst>
        <pc:spChg chg="del mod">
          <ac:chgData name="lu jiaxuan" userId="9247156b4823de1e" providerId="LiveId" clId="{00C3B82C-5F12-4C51-9254-9F54200179C6}" dt="2023-09-29T09:37:35.529" v="91" actId="478"/>
          <ac:spMkLst>
            <pc:docMk/>
            <pc:sldMk cId="10000179" sldId="260"/>
            <ac:spMk id="12" creationId="{2A5FE7A6-0552-9676-C294-CED3526DBF06}"/>
          </ac:spMkLst>
        </pc:spChg>
        <pc:spChg chg="add del mod">
          <ac:chgData name="lu jiaxuan" userId="9247156b4823de1e" providerId="LiveId" clId="{00C3B82C-5F12-4C51-9254-9F54200179C6}" dt="2023-09-29T09:37:08.021" v="81" actId="478"/>
          <ac:spMkLst>
            <pc:docMk/>
            <pc:sldMk cId="10000179" sldId="260"/>
            <ac:spMk id="27" creationId="{1B016AFA-8D18-E272-BE56-F6F9BEBBB97B}"/>
          </ac:spMkLst>
        </pc:spChg>
        <pc:spChg chg="mod">
          <ac:chgData name="lu jiaxuan" userId="9247156b4823de1e" providerId="LiveId" clId="{00C3B82C-5F12-4C51-9254-9F54200179C6}" dt="2023-09-29T09:37:10.865" v="82"/>
          <ac:spMkLst>
            <pc:docMk/>
            <pc:sldMk cId="10000179" sldId="260"/>
            <ac:spMk id="29" creationId="{3E2505B5-F3EE-CE9F-1F85-3941EF3666E8}"/>
          </ac:spMkLst>
        </pc:spChg>
        <pc:spChg chg="mod">
          <ac:chgData name="lu jiaxuan" userId="9247156b4823de1e" providerId="LiveId" clId="{00C3B82C-5F12-4C51-9254-9F54200179C6}" dt="2023-09-29T09:37:10.865" v="82"/>
          <ac:spMkLst>
            <pc:docMk/>
            <pc:sldMk cId="10000179" sldId="260"/>
            <ac:spMk id="30" creationId="{8830A2BB-F634-3E8F-12C5-AB0FE01342BD}"/>
          </ac:spMkLst>
        </pc:spChg>
        <pc:spChg chg="add del mod">
          <ac:chgData name="lu jiaxuan" userId="9247156b4823de1e" providerId="LiveId" clId="{00C3B82C-5F12-4C51-9254-9F54200179C6}" dt="2023-09-29T09:37:18.028" v="85" actId="478"/>
          <ac:spMkLst>
            <pc:docMk/>
            <pc:sldMk cId="10000179" sldId="260"/>
            <ac:spMk id="31" creationId="{5705BE30-B36A-0BDB-B230-67CC6EF4CD6F}"/>
          </ac:spMkLst>
        </pc:spChg>
        <pc:spChg chg="add mod">
          <ac:chgData name="lu jiaxuan" userId="9247156b4823de1e" providerId="LiveId" clId="{00C3B82C-5F12-4C51-9254-9F54200179C6}" dt="2023-09-29T09:37:32.818" v="90" actId="1076"/>
          <ac:spMkLst>
            <pc:docMk/>
            <pc:sldMk cId="10000179" sldId="260"/>
            <ac:spMk id="32" creationId="{BC2EB9E2-51A2-8D1D-6F59-A9346B542450}"/>
          </ac:spMkLst>
        </pc:spChg>
        <pc:grpChg chg="mod">
          <ac:chgData name="lu jiaxuan" userId="9247156b4823de1e" providerId="LiveId" clId="{00C3B82C-5F12-4C51-9254-9F54200179C6}" dt="2023-09-29T09:37:20.782" v="87" actId="1076"/>
          <ac:grpSpMkLst>
            <pc:docMk/>
            <pc:sldMk cId="10000179" sldId="260"/>
            <ac:grpSpMk id="4" creationId="{1DD20C29-9067-5D5E-03C0-10E8382AF32F}"/>
          </ac:grpSpMkLst>
        </pc:grpChg>
        <pc:grpChg chg="add del mod">
          <ac:chgData name="lu jiaxuan" userId="9247156b4823de1e" providerId="LiveId" clId="{00C3B82C-5F12-4C51-9254-9F54200179C6}" dt="2023-09-29T09:37:12.187" v="83" actId="478"/>
          <ac:grpSpMkLst>
            <pc:docMk/>
            <pc:sldMk cId="10000179" sldId="260"/>
            <ac:grpSpMk id="28" creationId="{4B542BE5-D01C-715E-1DFF-273F8596BAD4}"/>
          </ac:grpSpMkLst>
        </pc:grpChg>
        <pc:cxnChg chg="mod">
          <ac:chgData name="lu jiaxuan" userId="9247156b4823de1e" providerId="LiveId" clId="{00C3B82C-5F12-4C51-9254-9F54200179C6}" dt="2023-09-29T10:47:01.087" v="1800" actId="1036"/>
          <ac:cxnSpMkLst>
            <pc:docMk/>
            <pc:sldMk cId="10000179" sldId="260"/>
            <ac:cxnSpMk id="22" creationId="{B8FA3DD9-1087-8F79-882D-9ADF277F1F0F}"/>
          </ac:cxnSpMkLst>
        </pc:cxnChg>
      </pc:sldChg>
      <pc:sldChg chg="del">
        <pc:chgData name="lu jiaxuan" userId="9247156b4823de1e" providerId="LiveId" clId="{00C3B82C-5F12-4C51-9254-9F54200179C6}" dt="2023-09-29T10:02:12.652" v="1040" actId="47"/>
        <pc:sldMkLst>
          <pc:docMk/>
          <pc:sldMk cId="3654797919" sldId="261"/>
        </pc:sldMkLst>
      </pc:sldChg>
      <pc:sldChg chg="modSp mod modNotesTx">
        <pc:chgData name="lu jiaxuan" userId="9247156b4823de1e" providerId="LiveId" clId="{00C3B82C-5F12-4C51-9254-9F54200179C6}" dt="2023-09-29T10:37:11.762" v="1645" actId="20577"/>
        <pc:sldMkLst>
          <pc:docMk/>
          <pc:sldMk cId="1591456085" sldId="262"/>
        </pc:sldMkLst>
        <pc:spChg chg="mod">
          <ac:chgData name="lu jiaxuan" userId="9247156b4823de1e" providerId="LiveId" clId="{00C3B82C-5F12-4C51-9254-9F54200179C6}" dt="2023-09-29T10:35:37.388" v="1622" actId="20577"/>
          <ac:spMkLst>
            <pc:docMk/>
            <pc:sldMk cId="1591456085" sldId="262"/>
            <ac:spMk id="3" creationId="{8C3CFCA7-6A20-E1EB-8D85-760C3BE25830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7" creationId="{CA966321-B27B-6151-6E25-0F3EC829351C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9" creationId="{26CBD50A-6113-6E84-64FC-525ABDBA4E3F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12" creationId="{615F4AC8-ADB9-4305-E001-F16921FBD113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13" creationId="{A725DBC3-00FD-1963-37E4-430F2159358C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2" creationId="{F829FD1E-4DFF-CB7B-8C6A-C9BDE988C63D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3" creationId="{77463460-3F04-34B4-BCE9-FF36CCB0101D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4" creationId="{40605E3D-C4B3-AF6A-E441-27E056CADB7B}"/>
          </ac:spMkLst>
        </pc:spChg>
        <pc:picChg chg="mod">
          <ac:chgData name="lu jiaxuan" userId="9247156b4823de1e" providerId="LiveId" clId="{00C3B82C-5F12-4C51-9254-9F54200179C6}" dt="2023-09-29T10:36:02.711" v="1624" actId="1076"/>
          <ac:picMkLst>
            <pc:docMk/>
            <pc:sldMk cId="1591456085" sldId="262"/>
            <ac:picMk id="20" creationId="{7734D472-48E6-3587-4F6F-AE4AFAE51011}"/>
          </ac:picMkLst>
        </pc:pic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5" creationId="{4D860012-172F-8945-DA50-9C514E6CC488}"/>
          </ac:cxnSpMkLst>
        </pc:cxn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6" creationId="{B89F9755-401E-C6BC-28BD-8B3469D617E3}"/>
          </ac:cxnSpMkLst>
        </pc:cxn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7" creationId="{5DFBCF0B-DBAE-DF32-95A3-151258999DC6}"/>
          </ac:cxnSpMkLst>
        </pc:cxnChg>
      </pc:sldChg>
      <pc:sldChg chg="addSp modSp mod modAnim modNotesTx">
        <pc:chgData name="lu jiaxuan" userId="9247156b4823de1e" providerId="LiveId" clId="{00C3B82C-5F12-4C51-9254-9F54200179C6}" dt="2023-09-29T10:47:07.595" v="1809" actId="1035"/>
        <pc:sldMkLst>
          <pc:docMk/>
          <pc:sldMk cId="1835906208" sldId="263"/>
        </pc:sldMkLst>
        <pc:spChg chg="mod">
          <ac:chgData name="lu jiaxuan" userId="9247156b4823de1e" providerId="LiveId" clId="{00C3B82C-5F12-4C51-9254-9F54200179C6}" dt="2023-09-29T09:54:18.552" v="761" actId="1076"/>
          <ac:spMkLst>
            <pc:docMk/>
            <pc:sldMk cId="1835906208" sldId="263"/>
            <ac:spMk id="19" creationId="{01F27E11-11C1-A64C-6A1F-2F3445B748AF}"/>
          </ac:spMkLst>
        </pc:spChg>
        <pc:picChg chg="add mod modCrop">
          <ac:chgData name="lu jiaxuan" userId="9247156b4823de1e" providerId="LiveId" clId="{00C3B82C-5F12-4C51-9254-9F54200179C6}" dt="2023-09-29T10:42:27.957" v="1727" actId="1076"/>
          <ac:picMkLst>
            <pc:docMk/>
            <pc:sldMk cId="1835906208" sldId="263"/>
            <ac:picMk id="28" creationId="{C95EAAA8-E91E-FFE0-FFA0-A267EFA2B0A4}"/>
          </ac:picMkLst>
        </pc:picChg>
        <pc:cxnChg chg="mod">
          <ac:chgData name="lu jiaxuan" userId="9247156b4823de1e" providerId="LiveId" clId="{00C3B82C-5F12-4C51-9254-9F54200179C6}" dt="2023-09-29T10:47:07.595" v="1809" actId="1035"/>
          <ac:cxnSpMkLst>
            <pc:docMk/>
            <pc:sldMk cId="1835906208" sldId="263"/>
            <ac:cxnSpMk id="22" creationId="{B8FA3DD9-1087-8F79-882D-9ADF277F1F0F}"/>
          </ac:cxnSpMkLst>
        </pc:cxnChg>
      </pc:sldChg>
      <pc:sldChg chg="addSp delSp modSp new mod modAnim modNotesTx">
        <pc:chgData name="lu jiaxuan" userId="9247156b4823de1e" providerId="LiveId" clId="{00C3B82C-5F12-4C51-9254-9F54200179C6}" dt="2023-09-29T10:28:29.999" v="1447" actId="20577"/>
        <pc:sldMkLst>
          <pc:docMk/>
          <pc:sldMk cId="3218750398" sldId="264"/>
        </pc:sldMkLst>
        <pc:spChg chg="del">
          <ac:chgData name="lu jiaxuan" userId="9247156b4823de1e" providerId="LiveId" clId="{00C3B82C-5F12-4C51-9254-9F54200179C6}" dt="2023-09-29T09:34:05.656" v="5" actId="478"/>
          <ac:spMkLst>
            <pc:docMk/>
            <pc:sldMk cId="3218750398" sldId="264"/>
            <ac:spMk id="2" creationId="{0A2C670A-C9A1-1EC6-8972-203136F4D82E}"/>
          </ac:spMkLst>
        </pc:spChg>
        <pc:spChg chg="del">
          <ac:chgData name="lu jiaxuan" userId="9247156b4823de1e" providerId="LiveId" clId="{00C3B82C-5F12-4C51-9254-9F54200179C6}" dt="2023-09-29T09:34:05.656" v="5" actId="478"/>
          <ac:spMkLst>
            <pc:docMk/>
            <pc:sldMk cId="3218750398" sldId="264"/>
            <ac:spMk id="3" creationId="{A82A7EAE-DC6F-95E3-2EE5-7B7D9C3E4CB4}"/>
          </ac:spMkLst>
        </pc:spChg>
        <pc:spChg chg="add mod">
          <ac:chgData name="lu jiaxuan" userId="9247156b4823de1e" providerId="LiveId" clId="{00C3B82C-5F12-4C51-9254-9F54200179C6}" dt="2023-09-29T09:35:19.741" v="25" actId="1076"/>
          <ac:spMkLst>
            <pc:docMk/>
            <pc:sldMk cId="3218750398" sldId="264"/>
            <ac:spMk id="4" creationId="{30249874-4139-F78D-3118-305A04DD040E}"/>
          </ac:spMkLst>
        </pc:spChg>
        <pc:spChg chg="add mod">
          <ac:chgData name="lu jiaxuan" userId="9247156b4823de1e" providerId="LiveId" clId="{00C3B82C-5F12-4C51-9254-9F54200179C6}" dt="2023-09-29T09:38:51.687" v="96" actId="1076"/>
          <ac:spMkLst>
            <pc:docMk/>
            <pc:sldMk cId="3218750398" sldId="264"/>
            <ac:spMk id="6" creationId="{20C78F22-C574-AF6B-0ADB-BAACEB47C7D8}"/>
          </ac:spMkLst>
        </pc:spChg>
        <pc:spChg chg="add mod">
          <ac:chgData name="lu jiaxuan" userId="9247156b4823de1e" providerId="LiveId" clId="{00C3B82C-5F12-4C51-9254-9F54200179C6}" dt="2023-09-29T10:28:29.999" v="1447" actId="20577"/>
          <ac:spMkLst>
            <pc:docMk/>
            <pc:sldMk cId="3218750398" sldId="264"/>
            <ac:spMk id="7" creationId="{B3535375-E1F7-3F0A-4C4A-7D34A4518604}"/>
          </ac:spMkLst>
        </pc:spChg>
        <pc:graphicFrameChg chg="add mod modGraphic">
          <ac:chgData name="lu jiaxuan" userId="9247156b4823de1e" providerId="LiveId" clId="{00C3B82C-5F12-4C51-9254-9F54200179C6}" dt="2023-09-29T09:38:51.687" v="96" actId="1076"/>
          <ac:graphicFrameMkLst>
            <pc:docMk/>
            <pc:sldMk cId="3218750398" sldId="264"/>
            <ac:graphicFrameMk id="5" creationId="{F3FFE17C-5450-2392-05F5-2EEBB4DC10C8}"/>
          </ac:graphicFrameMkLst>
        </pc:graphicFrameChg>
      </pc:sldChg>
      <pc:sldChg chg="addSp delSp modSp add mod delAnim modAnim modNotesTx">
        <pc:chgData name="lu jiaxuan" userId="9247156b4823de1e" providerId="LiveId" clId="{00C3B82C-5F12-4C51-9254-9F54200179C6}" dt="2023-09-29T10:47:12.269" v="1825" actId="1036"/>
        <pc:sldMkLst>
          <pc:docMk/>
          <pc:sldMk cId="3691110825" sldId="265"/>
        </pc:sldMkLst>
        <pc:spChg chg="mod">
          <ac:chgData name="lu jiaxuan" userId="9247156b4823de1e" providerId="LiveId" clId="{00C3B82C-5F12-4C51-9254-9F54200179C6}" dt="2023-09-29T09:45:20.164" v="391" actId="1076"/>
          <ac:spMkLst>
            <pc:docMk/>
            <pc:sldMk cId="3691110825" sldId="265"/>
            <ac:spMk id="12" creationId="{2A5FE7A6-0552-9676-C294-CED3526DBF06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13" creationId="{E7A98FC0-DBD1-69E6-8349-DBA571497401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14" creationId="{9440E210-8746-08BB-A9DD-420BDDE9A5EA}"/>
          </ac:spMkLst>
        </pc:spChg>
        <pc:spChg chg="mod">
          <ac:chgData name="lu jiaxuan" userId="9247156b4823de1e" providerId="LiveId" clId="{00C3B82C-5F12-4C51-9254-9F54200179C6}" dt="2023-09-29T09:48:41.438" v="492" actId="1035"/>
          <ac:spMkLst>
            <pc:docMk/>
            <pc:sldMk cId="3691110825" sldId="265"/>
            <ac:spMk id="15" creationId="{E45C15C0-5A5F-1F1D-A934-A9FEEA038C54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6" creationId="{AEDA0326-68F1-FAA9-F073-DE56F37A36B2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7" creationId="{95F57C6D-1F97-D680-5F07-1F6EFE793386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8" creationId="{E58EC21D-E8FF-4104-BEDC-DB328BEB6F60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9" creationId="{01F27E11-11C1-A64C-6A1F-2F3445B748AF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24" creationId="{7B8D2BE4-2B2F-0374-826D-A5B46AC2F088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25" creationId="{678DFCBA-820F-0CBA-D059-9F808C83B9A4}"/>
          </ac:spMkLst>
        </pc:spChg>
        <pc:spChg chg="add mod">
          <ac:chgData name="lu jiaxuan" userId="9247156b4823de1e" providerId="LiveId" clId="{00C3B82C-5F12-4C51-9254-9F54200179C6}" dt="2023-09-29T09:52:12.959" v="736" actId="20577"/>
          <ac:spMkLst>
            <pc:docMk/>
            <pc:sldMk cId="3691110825" sldId="265"/>
            <ac:spMk id="30" creationId="{B533341B-8D62-7052-20CC-6C8481F8A5BB}"/>
          </ac:spMkLst>
        </pc:spChg>
        <pc:spChg chg="add mod">
          <ac:chgData name="lu jiaxuan" userId="9247156b4823de1e" providerId="LiveId" clId="{00C3B82C-5F12-4C51-9254-9F54200179C6}" dt="2023-09-29T09:54:21.650" v="762"/>
          <ac:spMkLst>
            <pc:docMk/>
            <pc:sldMk cId="3691110825" sldId="265"/>
            <ac:spMk id="31" creationId="{9C7BCEE8-A473-B3B8-7C81-E5C9AF782A3C}"/>
          </ac:spMkLst>
        </pc:spChg>
        <pc:picChg chg="del">
          <ac:chgData name="lu jiaxuan" userId="9247156b4823de1e" providerId="LiveId" clId="{00C3B82C-5F12-4C51-9254-9F54200179C6}" dt="2023-09-29T09:45:13.140" v="390" actId="478"/>
          <ac:picMkLst>
            <pc:docMk/>
            <pc:sldMk cId="3691110825" sldId="265"/>
            <ac:picMk id="7" creationId="{CAB720DF-3572-F738-9B3C-A828F1AE75B2}"/>
          </ac:picMkLst>
        </pc:picChg>
        <pc:picChg chg="add mod">
          <ac:chgData name="lu jiaxuan" userId="9247156b4823de1e" providerId="LiveId" clId="{00C3B82C-5F12-4C51-9254-9F54200179C6}" dt="2023-09-29T09:47:26.110" v="474" actId="1076"/>
          <ac:picMkLst>
            <pc:docMk/>
            <pc:sldMk cId="3691110825" sldId="265"/>
            <ac:picMk id="9" creationId="{13A3A52A-D240-E34B-D7FF-686AA8F53CCA}"/>
          </ac:picMkLst>
        </pc:picChg>
        <pc:picChg chg="del">
          <ac:chgData name="lu jiaxuan" userId="9247156b4823de1e" providerId="LiveId" clId="{00C3B82C-5F12-4C51-9254-9F54200179C6}" dt="2023-09-29T09:45:13.140" v="390" actId="478"/>
          <ac:picMkLst>
            <pc:docMk/>
            <pc:sldMk cId="3691110825" sldId="265"/>
            <ac:picMk id="23" creationId="{1D363EE1-6EB8-3090-F44D-1A82CB3E2810}"/>
          </ac:picMkLst>
        </pc:picChg>
        <pc:picChg chg="add mod">
          <ac:chgData name="lu jiaxuan" userId="9247156b4823de1e" providerId="LiveId" clId="{00C3B82C-5F12-4C51-9254-9F54200179C6}" dt="2023-09-29T09:52:00.577" v="708"/>
          <ac:picMkLst>
            <pc:docMk/>
            <pc:sldMk cId="3691110825" sldId="265"/>
            <ac:picMk id="29" creationId="{B574BEF9-4AA1-0FEC-3B9F-8D013B5F2A8E}"/>
          </ac:picMkLst>
        </pc:pic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0" creationId="{B442E5E6-69C4-88EC-79E6-0AD5B9977B00}"/>
          </ac:cxnSpMkLst>
        </pc:cxn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1" creationId="{230B1937-2062-B9B4-A393-EF26CCB63FF3}"/>
          </ac:cxnSpMkLst>
        </pc:cxn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2" creationId="{B8FA3DD9-1087-8F79-882D-9ADF277F1F0F}"/>
          </ac:cxnSpMkLst>
        </pc:cxnChg>
        <pc:cxnChg chg="add mod">
          <ac:chgData name="lu jiaxuan" userId="9247156b4823de1e" providerId="LiveId" clId="{00C3B82C-5F12-4C51-9254-9F54200179C6}" dt="2023-09-29T09:52:00.577" v="708"/>
          <ac:cxnSpMkLst>
            <pc:docMk/>
            <pc:sldMk cId="3691110825" sldId="265"/>
            <ac:cxnSpMk id="26" creationId="{FB777686-F36D-223F-90F5-0039FF4FB701}"/>
          </ac:cxnSpMkLst>
        </pc:cxnChg>
        <pc:cxnChg chg="add mod">
          <ac:chgData name="lu jiaxuan" userId="9247156b4823de1e" providerId="LiveId" clId="{00C3B82C-5F12-4C51-9254-9F54200179C6}" dt="2023-09-29T09:52:00.577" v="708"/>
          <ac:cxnSpMkLst>
            <pc:docMk/>
            <pc:sldMk cId="3691110825" sldId="265"/>
            <ac:cxnSpMk id="27" creationId="{59B75F52-374C-FC45-0D71-B22727CD756A}"/>
          </ac:cxnSpMkLst>
        </pc:cxnChg>
        <pc:cxnChg chg="add mod">
          <ac:chgData name="lu jiaxuan" userId="9247156b4823de1e" providerId="LiveId" clId="{00C3B82C-5F12-4C51-9254-9F54200179C6}" dt="2023-09-29T10:47:12.269" v="1825" actId="1036"/>
          <ac:cxnSpMkLst>
            <pc:docMk/>
            <pc:sldMk cId="3691110825" sldId="265"/>
            <ac:cxnSpMk id="28" creationId="{7F0BE81F-9514-093B-31E8-4607E027A252}"/>
          </ac:cxnSpMkLst>
        </pc:cxnChg>
      </pc:sldChg>
      <pc:sldChg chg="addSp delSp modSp add mod delAnim modNotesTx">
        <pc:chgData name="lu jiaxuan" userId="9247156b4823de1e" providerId="LiveId" clId="{00C3B82C-5F12-4C51-9254-9F54200179C6}" dt="2023-09-29T10:49:37.028" v="1926" actId="20577"/>
        <pc:sldMkLst>
          <pc:docMk/>
          <pc:sldMk cId="795776144" sldId="266"/>
        </pc:sldMkLst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13" creationId="{E7A98FC0-DBD1-69E6-8349-DBA571497401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14" creationId="{9440E210-8746-08BB-A9DD-420BDDE9A5EA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25" creationId="{678DFCBA-820F-0CBA-D059-9F808C83B9A4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30" creationId="{B533341B-8D62-7052-20CC-6C8481F8A5BB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31" creationId="{9C7BCEE8-A473-B3B8-7C81-E5C9AF782A3C}"/>
          </ac:spMkLst>
        </pc:spChg>
        <pc:picChg chg="add mod">
          <ac:chgData name="lu jiaxuan" userId="9247156b4823de1e" providerId="LiveId" clId="{00C3B82C-5F12-4C51-9254-9F54200179C6}" dt="2023-09-29T10:12:08.981" v="1169" actId="1076"/>
          <ac:picMkLst>
            <pc:docMk/>
            <pc:sldMk cId="795776144" sldId="266"/>
            <ac:picMk id="7" creationId="{49214BA7-7A4C-36FB-E1D0-99FD4CE6DB86}"/>
          </ac:picMkLst>
        </pc:picChg>
        <pc:picChg chg="del">
          <ac:chgData name="lu jiaxuan" userId="9247156b4823de1e" providerId="LiveId" clId="{00C3B82C-5F12-4C51-9254-9F54200179C6}" dt="2023-09-29T10:02:21.609" v="1043" actId="478"/>
          <ac:picMkLst>
            <pc:docMk/>
            <pc:sldMk cId="795776144" sldId="266"/>
            <ac:picMk id="9" creationId="{13A3A52A-D240-E34B-D7FF-686AA8F53CCA}"/>
          </ac:picMkLst>
        </pc:picChg>
        <pc:picChg chg="add mod modCrop">
          <ac:chgData name="lu jiaxuan" userId="9247156b4823de1e" providerId="LiveId" clId="{00C3B82C-5F12-4C51-9254-9F54200179C6}" dt="2023-09-29T10:12:23.624" v="1172" actId="1076"/>
          <ac:picMkLst>
            <pc:docMk/>
            <pc:sldMk cId="795776144" sldId="266"/>
            <ac:picMk id="17" creationId="{A3A8B6B3-2C29-BEA6-3605-C013CA684092}"/>
          </ac:picMkLst>
        </pc:picChg>
        <pc:picChg chg="add mod">
          <ac:chgData name="lu jiaxuan" userId="9247156b4823de1e" providerId="LiveId" clId="{00C3B82C-5F12-4C51-9254-9F54200179C6}" dt="2023-09-29T10:13:45.198" v="1222" actId="1035"/>
          <ac:picMkLst>
            <pc:docMk/>
            <pc:sldMk cId="795776144" sldId="266"/>
            <ac:picMk id="19" creationId="{C9F126E7-8807-510F-FA40-A8B210F40841}"/>
          </ac:picMkLst>
        </pc:picChg>
        <pc:picChg chg="del">
          <ac:chgData name="lu jiaxuan" userId="9247156b4823de1e" providerId="LiveId" clId="{00C3B82C-5F12-4C51-9254-9F54200179C6}" dt="2023-09-29T10:02:41.485" v="1046" actId="478"/>
          <ac:picMkLst>
            <pc:docMk/>
            <pc:sldMk cId="795776144" sldId="266"/>
            <ac:picMk id="29" creationId="{B574BEF9-4AA1-0FEC-3B9F-8D013B5F2A8E}"/>
          </ac:picMkLst>
        </pc:pic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6" creationId="{FB777686-F36D-223F-90F5-0039FF4FB701}"/>
          </ac:cxnSpMkLst>
        </pc:cxn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7" creationId="{59B75F52-374C-FC45-0D71-B22727CD756A}"/>
          </ac:cxnSpMkLst>
        </pc:cxn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8" creationId="{7F0BE81F-9514-093B-31E8-4607E027A252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0-21T09:28:06.2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10550 7307 836 0,'0'0'338'0,"0"0"-317"15,0 0 10-15,0 0 69 0,0 0-65 16,0 0-28-16,0 54 12 16,0 4 18-16,-8 15-3 15,-5-2-21-15,0-8-10 16,6-11 1 0,7-14-3-16,0-5 1 0,0-10-2 15,7-5-6-15,9-4 5 16,8-4 1-16,10-2 0 15,12-3 1-15,16-4 3 16,12-1-1-16,11 0-1 16,1 0 3-16,-1 0-4 0,-4 0 0 15,-12 0 1 1,-9 0-1 0,-8 0-1-16,-13 0 0 0,-1 0 1 0,-3 4-1 15,1-2-2-15,0 2 0 16,0-1-1-16,-5-1-3 15,-4-1-5-15,-8 2-11 16,-7-1-25-16,-5-2-40 16,-5 0-43-16,2 0-53 15,-2-2-43-15,-2-18-16 16</inkml:trace>
  <inkml:trace contextRef="#ctx0" brushRef="#br0" timeOffset="436.55">10677 7283 924 0,'0'0'0'0,"0"0"8"16,0 0 5-16,151-36 40 15,-82 33-22 1,2 3 33-16,-4 0-4 0,-7 0-21 0,-6 0-15 16,-10 13-4-1,-8-1-11-15,-7 0-2 0,-9-1-1 16,-2-2-3 0,-3-1 3-16,-1 0-4 0,1-1 8 15,3-3-3-15,0-1-1 16,6 1 0-16,3-1-3 15,-2 6-2-15,-3 1 1 16,-6 7 4-16,-8 8 1 16,-6 11 10-16,-2 10 8 15,0 8-1-15,-10 3-7 16,-13-3-2 0,8-6-8-16,-3-8-6 0,7-6-1 15,9-5-16-15,2-8-45 16,0-7-96-16,6-8-246 15</inkml:trace>
  <inkml:trace contextRef="#ctx0" brushRef="#br0" timeOffset="951.93">12223 7374 1154 0,'0'0'42'15,"0"0"-41"-15,0 0 59 16,0 0-12-16,0 0-34 16,-9 137 0-16,-5-92-4 15,-3-1 10-15,-6 0-14 16,-1-6 1-16,5-7 6 16,11-4 2-16,8-3-15 15,0-4 4-15,16 2-3 16,28-4 4-16,18-1 0 15,15-5 10-15,9-7-5 0,5-3-8 16,6-2 1 0,-4 0-1-16,-11 0-4 15,-6 0 2-15,-9-4-11 0,-11 1-5 16,-12 0-2-16,-8 3-10 16,-14 0 7-16,-9 0 10 15,-1 0 4-15,-6 0-16 16,3 0-29-1,-2 0-26-15,-2 0-68 0,-5-7-160 16,0-18-113-16</inkml:trace>
  <inkml:trace contextRef="#ctx0" brushRef="#br0" timeOffset="1316">12501 7247 851 0,'0'0'231'16,"0"0"-226"-16,0 0-5 15,129-40 46-15,-39 40-35 16,3 0-11-16,3 0-1 16,-9 8-6-16,-12 2-8 15,-9-2-10-15,-18-3 5 16,-12-1 11-16,-7 1 9 15,-5-1 2-15,-5-2 13 16,0 3 3-16,-5 4 5 0,-3 3 0 16,-5 12 6-16,-6 11 8 15,0 18 2-15,-11 11 1 16,-13 6-3-16,-1-2-16 16,3-5-12-16,4-9-9 15,7-8-4-15,7-8-42 16,4-12-45-16,0-10-106 15,17-11-305-15</inkml:trace>
  <inkml:trace contextRef="#ctx0" brushRef="#br0" timeOffset="1771.28">13968 7275 685 0,'0'0'199'16,"0"0"-182"-16,0 0 111 15,0 0-12-15,-19 107-72 0,1-61-12 16,3-2 7-16,1 0-4 16,8-7-7-16,6 2-8 15,0-5-7-15,0-4-5 16,24-2-1-16,18-1 3 16,21-4 2-16,24-3 0 15,18-6-4-15,12-2 0 16,9-4-4-16,-6-2-3 15,-13 0 2-15,-20 0-3 16,-27-1-11-16,-20 0-2 16,-17-1-1-16,-15-2 7 15,-3-2 4-15,-5 0-3 16,0 0-22-16,2 0-26 0,-2 0-49 16,0-2-86-1,0-15-102-15</inkml:trace>
  <inkml:trace contextRef="#ctx0" brushRef="#br0" timeOffset="2150.96">14112 7172 1032 0,'0'0'0'0,"0"0"0"0,127-5 38 0,-22 5-23 16,20 4-14 0,10 6 0-16,0 0-2 0,-16-7-12 15,-22 2-10-15,-28-4 23 16,-34 3 1-16,-20-1 4 16,-12 1 42-16,-3 2 42 15,0 8-28-15,-5 8-15 16,-12 13-7-16,-8 13-10 15,0 11-6-15,6 9-18 16,3 2 4-16,3-1-3 16,3-5 0-16,8-8-3 15,2-8-3-15,0-10-2 16,0-5-36-16,4-6-78 16,-4-7-68-16,0-1-397 0</inkml:trace>
  <inkml:trace contextRef="#ctx0" brushRef="#br0" timeOffset="2718.97">15797 7269 461 0,'0'0'604'0,"0"0"-591"0,0 0 7 0,0 0 75 16,4 130-71-1,-11-68-14-15,-9-1-7 0,1-8 4 16,3-9-3-16,8-7 5 16,4-9 6-16,0-5 12 15,0-2-6-15,18 0-2 16,16-4 5-16,17 3-4 15,18-2 0-15,18 0-10 16,15 1 2-16,14-6-3 16,1 0-3-16,0-6-6 15,-1-3-1-15,-9-1-23 16,-11-2-10-16,-16-1-9 16,-22 0 5-16,-23 0 10 15,-17 0 4-15,-9 0 16 16,-5 3-21-16,2-2-4 0,0 4-23 15,1-5-123 1,-7 0-143-16</inkml:trace>
  <inkml:trace contextRef="#ctx0" brushRef="#br0" timeOffset="3150.57">16283 7149 488 0,'0'0'66'0,"184"11"-65"15,-88 7 26-15,-4-2-22 16,-11-1-5-16,-4-7-43 15,-19-3 11-15,-16-2 32 16,-20-3 60-16,-13 0 61 16,-7 0 15-16,-2 0 45 15,0 2-45-15,0-2-57 16,0 2-26-16,0 4-25 16,0 1-11-16,4 4-1 15,2 5 1-15,-2 0-9 0,-2 6 6 16,-2 9 3-1,0 13 7-15,-10 13-4 0,-11 7-5 16,-6 7-4-16,0-1-5 16,7-1-2-1,7-2-4-15,6-6-3 0,7-14-8 16,0-8-26-16,7-13-35 16,8-16-37-16,-1-8-129 15,-12-2-529 1</inkml:trace>
  <inkml:trace contextRef="#ctx0" brushRef="#br0" timeOffset="4884.35">9591 8118 1047 0,'0'0'257'15,"0"0"-221"-15,0 0 39 16,0 0-34-16,0 0-39 16,0 0-2-16,159-17 7 15,-104 17-5-15,-8 0-1 0,-9 6-2 16,-7 13 2 0,-6 8-1-16,-7 3 5 0,-5 5 6 15,-2-2-5-15,-7-1-2 16,1-5 2-16,-3-8-3 15,-2-5-3-15,0-3-14 16,0-2-15-16,0-3 6 16,-11-3-2-16,-11-3-47 15,2 0-49-15,4-12-83 16,9-16-82-16,7-11-101 16</inkml:trace>
  <inkml:trace contextRef="#ctx0" brushRef="#br0" timeOffset="5093.35">10220 7893 1147 0,'0'0'211'16,"0"0"-183"-16,0 0 72 0,0 0-74 16,0 0-26-16,-137 68-5 15,68-4 3-15,-6 4-13 16,1 2-28-16,12-8-40 15,15-8-47-15,25-11-110 16,22-15-158-16</inkml:trace>
  <inkml:trace contextRef="#ctx0" brushRef="#br0" timeOffset="5450.89">10313 8126 1243 0,'0'0'30'16,"0"0"-5"-16,0 0-1 15,0 0-16-15,0 0-8 16,0 0 2-16,-93 134-2 16,59-109 0-16,10-7 0 15,13-8 0-15,6-7 0 16,5-3-7-16,0 0-22 15,22 0 25-15,9-16 4 0,9-2 4 16,-3-1-4-16,-6 7 0 16,-10 8 0-16,-9 4 16 15,-5 0 9-15,-5 0 1 16,-2 22 8-16,2 10 1 16,-2 9-12-16,0 3-17 15,6-4-6-15,6-6-37 16,10-12-72-1,3-14-113-15,1-8-277 0</inkml:trace>
  <inkml:trace contextRef="#ctx0" brushRef="#br0" timeOffset="5619.88">10583 8368 1389 0,'0'0'7'0,"0"0"6"15,0 0 0-15,0 0-13 16,134-5-7-16,-103 18-59 16,-9 3-112-16,-13-2-176 15</inkml:trace>
  <inkml:trace contextRef="#ctx0" brushRef="#br0" timeOffset="5886.85">10920 8307 327 0,'0'0'812'0,"0"0"-801"15,0 0 43-15,0 0 8 0,119 62-47 16,-98-37-12-16,-15 1-3 16,-6 0 0-16,-11 2 11 15,-26 2 21-15,-11-2 24 16,4 0 2-16,9-8-16 15,12-4-4-15,17-4-18 16,6-2-19-16,2 4-1 16,33-2-12-16,19-3-6 15,6-9 1-15,3 0-60 16,-15-4-131-16,-15-14-258 0</inkml:trace>
  <inkml:trace contextRef="#ctx0" brushRef="#br0" timeOffset="6654.96">12117 8333 1144 0,'0'0'51'0,"0"0"-26"16,0 0-25-16,141-23 36 16,-64 13-22-16,-6 3-5 15,-9 3-2-15,-8 3-3 16,-19 1-3-16,-13 0 2 15,-8 0 4-15,-12 15 11 16,-2 10 13-16,0 9-1 16,-9 5-3-16,-9 0-20 0,3-1-7 15,3-12-52 1,6-6-60-16,6-14-71 0,0-6-185 16</inkml:trace>
  <inkml:trace contextRef="#ctx0" brushRef="#br0" timeOffset="6847.05">12711 8195 962 0,'0'0'355'0,"0"0"-350"16,-114 40 74-16,78-12-30 15,-1 9-49-15,-8 6 0 16,3 2-4-16,2-1-52 15,13-6-45-15,15-11-81 0,12-17-192 16</inkml:trace>
  <inkml:trace contextRef="#ctx0" brushRef="#br0" timeOffset="7189.56">12865 8362 1327 0,'0'0'7'0,"0"0"16"0,0 0-20 16,0 0-3-1,0 0 0-15,0 0 3 16,-56 82 4-16,25-52-1 0,6-4-5 16,10-12 0-16,13-8-1 15,2-4-26-15,0-2-44 16,23 0 31-16,13-16 26 15,5-8 4-15,-4-2 9 16,-3 8 1-16,-14 6 1 16,-9 6 11-16,-9 6 25 15,-2 0 27-15,0 0-14 16,0 8-32 0,0 14-18-16,0 4 11 0,0 5-12 15,0-1-45-15,6-9-49 16,13-9-37-16,8-12-126 15,4 0-117-15</inkml:trace>
  <inkml:trace contextRef="#ctx0" brushRef="#br0" timeOffset="7326.6">13247 8450 1147 0,'0'0'63'15,"0"0"-51"-15,0 0 23 0,0 0-5 16,148 4-30-16,-113 4-10 15,-8 2-115-15,-9-4-205 16,-9-2-380-16</inkml:trace>
  <inkml:trace contextRef="#ctx0" brushRef="#br0" timeOffset="7526.08">13544 8324 1156 0,'0'0'227'0,"0"0"-192"0,0 0 22 16,0 0-34-16,0 0-20 16,-4 116 27-16,-12-42-18 15,5 5-12-15,1-8 0 16,10-10-44-16,0-23-130 16,10-16-329-16</inkml:trace>
  <inkml:trace contextRef="#ctx0" brushRef="#br0" timeOffset="8220.44">14266 8189 1055 0,'0'0'38'0,"0"0"-27"0,149-32 34 16,-93 30-20-16,-8 2-7 15,-7 0-3-15,-12 13-3 16,-12 2 2-16,-3 5 6 0,-7 3 16 16,-7 8 2-1,0 8 0-15,0 3-8 0,-2 3-22 16,-7-2-8-16,-3-7-1 15,8-10-40-15,0-14-61 16,4-12-63-16,0 0-127 16,0-16-182-16</inkml:trace>
  <inkml:trace contextRef="#ctx0" brushRef="#br0" timeOffset="8424.44">14785 8071 1226 0,'0'0'79'0,"0"0"-33"16,0 0 53-16,0 0-73 0,0 0-13 15,0 0-10-15,-89 54 3 16,28-4-3-16,-5 6-3 16,6-5-25-16,15-11-31 15,27-8-57-15,18-12-114 16,9-12-176-16</inkml:trace>
  <inkml:trace contextRef="#ctx0" brushRef="#br0" timeOffset="8761.53">14920 8316 899 0,'0'0'301'16,"0"0"-296"-16,0 0 62 15,0 0-44-15,0 0-21 16,0 0 7-16,-108 110-8 16,74-79-2-16,12-8 0 15,11-10 0-15,11-12-45 16,0-1-23-16,23-4 11 16,14-23 49-16,7-2 8 15,2-1 1-15,-9 4 1 16,-6 5 49-16,-10 7 20 0,-8 4 16 15,-5 6-3-15,-1 4-32 16,-2 0-19-16,-1 0-20 16,3 11-12-16,6 17 2 15,3 10-6-15,6 7 2 16,12 3-68-16,8-13-119 16,11-7-244-16</inkml:trace>
  <inkml:trace contextRef="#ctx0" brushRef="#br0" timeOffset="9329.79">15934 8338 931 0,'0'0'59'0,"0"0"-48"0,137-59 49 16,-75 43-33-16,0 9-15 15,-6 2-6-15,-12 5 27 16,-12 0 19-16,-8 0-2 16,-9 2-1-16,-3 13 2 15,-1 6 3-15,-5 6-12 0,0 4-17 16,-4 12-11-16,-2-3-13 16,0 0-1-16,0-4-19 15,0-12-49 1,0-4-59-16,0-12-33 15,0-8-190-15</inkml:trace>
  <inkml:trace contextRef="#ctx0" brushRef="#br0" timeOffset="9531.79">16599 8201 1084 0,'0'0'186'0,"0"0"-107"0,0 0 41 0,0 0-107 16,0 0-10-16,-143 78-1 16,74-28-2-16,-4 3-22 15,6-5-18 1,20-6-47-16,22-10-81 0,25-12-197 16</inkml:trace>
  <inkml:trace contextRef="#ctx0" brushRef="#br0" timeOffset="9897.31">16672 8390 1096 0,'0'0'137'0,"0"0"-129"16,0 0 67-16,0 0-65 0,0 0 3 15,0 0-6-15,-86 107-7 16,63-86 1-16,9-7-1 16,12-8 0-16,2-6-9 15,8 0-70-15,29-14 15 16,9-13 16-16,8-8-25 16,-2 5 11-16,-10 4 25 0,-11 6 37 15,-13 10 50 1,-9 3 62-16,-9 7-12 15,0 0 1-15,0 0-24 0,0 9-52 16,0 14-4 0,-2 14-9-16,-3 3-11 0,5 0-1 15,0 0-15-15,0-7-42 16,7-7-71-16,8-12-59 31,1-8-191-31</inkml:trace>
  <inkml:trace contextRef="#ctx0" brushRef="#br0" timeOffset="10120.82">17118 8462 692 0,'0'0'564'15,"0"0"-538"-15,0 0-26 0,114-2 12 16,-41 2-12-1,0 6-47-15,-8 2-7 16,-16 0-30-16,-22-2-93 0,-18 3-81 16,-9-2-379-1</inkml:trace>
  <inkml:trace contextRef="#ctx0" brushRef="#br0" timeOffset="10329.5">17349 8296 671 0,'0'0'551'16,"0"0"-536"-16,0 0 61 0,0 0-38 15,0 0-22-15,0 0 6 16,10 22 20-16,-10 16-14 16,-12 10-16-1,-7-1-12-15,2 2-2 0,9 0-37 16,8-7-86-16,0-11-106 15,2-9-267-15</inkml:trace>
  <inkml:trace contextRef="#ctx0" brushRef="#br0" timeOffset="10561.42">17679 8350 1214 0,'0'0'29'16,"0"0"61"-16,0 0 4 16,0 0-75-16,0 0 0 15,0 0 0-15,67 82 5 16,-67-14-4-16,-7 10-8 16,-13 4-12-16,5-4-8 15,6-11-36-15,9-15-141 16,0-14-331-16</inkml:trace>
  <inkml:trace contextRef="#ctx0" brushRef="#br0" timeOffset="21708.69">10066 8868 1116 0,'0'0'0'15,"0"0"0"-15,0 0 30 16,0 0 18-16,0 0-48 0,0 0 0 15,0 0 18-15,67 0 17 16,-36 0 7-16,2 0-9 16,9 0 3-16,3 0-7 15,2 1-13-15,4 1 5 16,5 3-6-16,4 0-3 16,3 1-4-16,-1-4-4 15,3 0 0-15,-3-2 1 16,-2 0-4-1,0 0 5-15,-2 0-4 0,0 0 0 16,0-4 1-16,3-1-1 16,-1 4-1-16,2 1 1 0,7 0-1 15,2 0 0 1,7 0 0-16,-2 0-1 16,0 0-1-16,-7 0 0 15,-5 0 1-15,-3 4 0 0,-3 4-2 16,2 0 2-16,0 0 1 15,2-2-1-15,1 3 0 16,-1-7 0-16,3 4 1 16,-3-3 0-16,3-1-1 15,-3-2 0-15,2 0 1 16,-3 0 0-16,-3 0-1 16,-10 0 1-16,-3 2-1 15,-7 2 0-15,-7 0 0 16,0-2 1-16,-2 2-1 0,2 2 1 15,3-3-1 1,1 1 2-16,8-2-2 0,3-1 0 16,4 1 0-1,1 1 0-15,2-2-2 0,1 0 2 16,0-1 3-16,-4 0-3 16,-2 0-1-1,-7 0 1-15,0 0 0 0,-3 0 0 16,0 0-1-16,1 0 1 15,4 0-1-15,1 0 0 16,8 0 1-16,2 0-1 0,3 0 0 16,-1 0 1-1,-3 3 1-15,-3 1-1 16,-4-2 0-16,-1 1 2 16,-3-2-2-16,0 2 0 15,3-2 0-15,-3 3 0 0,3-2-1 16,-1 0 1-16,-2 0 0 15,1 1 3-15,2-2-2 16,-3-1-1 0,0 3 0-16,0-1 0 0,-3-2 1 15,-1 0-1-15,-1 0 0 16,3 0 0-16,-1 0 1 16,-2 0-1-16,1 0 1 15,-7 0-1-15,-2 1 0 0,-4-1 0 16,0 3 1-1,-4-1-1-15,0-1 0 0,-3-1 1 16,-5 0-1-16,2 2 0 16,-5-2-2-16,5 0 2 15,1 0 0-15,-1 0 0 16,7 0 1-16,3 0-1 16,0 0-1-16,-1 0-2 15,0 0 3-15,-3 0 2 16,-8 0-2-16,-2 3 0 15,-6-3 0-15,-3 1 0 16,-2-1 1-16,0 0 5 16,0 0 7-16,0 0 0 15,0 0-4-15,0 0 2 0,0 0-11 16,0 0 2-16,0 0 0 16,0 0-2-1,0 3 0-15,0-3 0 0,0 0 0 16,0 1 0-16,0 2-3 15,-4-2-10-15,-15 4-29 16,4-4-122-16,-5-1-267 16</inkml:trace>
  <inkml:trace contextRef="#ctx0" brushRef="#br0" timeOffset="28653.64">12310 9288 1062 0,'0'0'0'0,"0"0"39"0,0 0-37 15,0 0 49 1,0 0-42-16,0 0 37 0,0 0 11 16,60 24-9-16,-38-22 3 15,0 0-2-15,1-2-22 16,4 0 0-16,-1 0-12 16,6 0-1-16,3 0-5 0,1 0-2 15,-1 0-1-15,-2 0 2 16,-3 0-6-16,1 0 1 15,-2 0 0-15,0 0 2 16,0 2-3-16,4 2 2 16,3 0-2-16,1 0 1 15,6-2-2-15,1 0 0 16,4-2 0-16,0 3 1 16,4-3-1-16,-1 1 0 15,-2 1 1-15,-4 1-2 16,-3-3 0-16,-5 1 0 15,2 1 1-15,1 1-1 16,-3-1-1-16,11 1 1 16,2-1 0-16,13 0 2 0,9 0-1 15,5-2 0-15,6 3 0 16,-6-2-1-16,0 2 1 16,-6 0-1-16,-13-1 1 15,-7 2-1-15,-13 2 0 16,-5 2 0-16,-6-2 0 15,0 2 0 1,2-2-1-16,4 2 1 0,7 0 5 16,9 1-3-16,6-6-1 15,6 3 0-15,3 0 1 16,-2-2-2-16,2 0 0 16,0 1 2-16,-1-3-1 0,-5 0-1 15,-8 3 1 1,-7-2-1-16,-5-2-2 0,-3 4 2 15,5-1 0-15,1-1 0 16,5-1 0-16,6 5-3 16,4-5 2-16,6 4 1 15,0-3 0-15,1 1 0 16,-6 1 0-16,-6-1 0 16,-1-1 1-16,-6-3 0 15,-3 0-1-15,-1 0-1 16,-1 0 1-16,1 0 0 0,1 0 0 15,1 0 0 1,0 0 2-16,3-5-1 16,-1 5-1-16,3 0 0 0,0 0 1 15,2 0-1-15,1 0 1 16,-6 0-1-16,3 0 0 16,-3 0 1-1,-2 0-1-15,-1 0 0 0,-1 0 1 16,-3 0-1-16,3 0 0 15,3 0 0-15,-1 0 1 16,3 0-1-16,4 0 0 16,-2 0 0-16,-3 0-3 15,3 0 1-15,-5 0-1 16,3 0 2-16,-5-4 0 16,2 1-1-16,-1 2 0 0,-1-3 0 15,2 0 2-15,1 2 0 16,-4 0 0-16,1 2-1 15,1 0 1 1,-3 0 0-16,-1 0 0 0,-1 0 0 16,-5 0-2-16,-2 0 2 15,0 0 2-15,-2 0-2 16,-2 0 0-16,-6 0 1 16,-1 0-1-16,-7 0 0 15,-1 0-1-15,-6 0 2 16,-2 0-1-16,-2 0 1 15,0 0-1-15,0 0 0 16,0 0 0-16,0 0 0 16,4 2-1-16,3 0 0 15,-1 3 1-15,4-2-3 0,-4 1 3 16,-3-2-8-16,-3 0-37 16,0-2-100-16,-36 0-218 15</inkml:trace>
  <inkml:trace contextRef="#ctx0" brushRef="#br0" timeOffset="32724.71">18346 7409 919 0,'0'0'164'0,"0"0"-156"16,0 0 44-16,0 0 24 15,0 0-39-15,0 0 10 16,-10 138-9-16,-1-88-14 0,5-1-11 16,-1-11-1-1,2-6 6-15,5-10-12 0,0-4-3 16,14-4 1-16,17 0-4 15,23-1 11-15,19-6 1 16,25 0 5-16,20-2 2 16,21-3-7-16,17 0-1 15,8-2 1-15,-1 0-2 16,-16 0-5-16,-27 2-3 16,-28 0-2-16,-26 2 0 15,-24 0-4-15,-17-2-3 16,-13 0 3-1,-6 0-1-15,-6-2-4 0,0 0-4 16,0 0-29-16,-4 0-42 0,-19-14-117 16,-6-10-202-16</inkml:trace>
  <inkml:trace contextRef="#ctx0" brushRef="#br0" timeOffset="33336.96">18444 7332 747 0,'0'0'149'0,"0"0"-149"15,0 0 66-15,126-29 47 16,-43 12-28-16,13 2-29 16,10 2-8-16,6 4-8 15,-1 2-10-15,-8 6-15 16,-14 1-10-16,-20 0-5 16,-19 0 0-16,-19 0 0 15,-14 6 0-15,-5 0 0 16,-10-2 8-16,0-3 10 15,0 2 3-15,3-1-3 16,1 2-6-16,3 0-7 0,5 4-1 16,3-1 3-1,3 2 1-15,5-1-5 0,0 0-1 16,-2-2 3-16,9 1 0 31,4-2-4-31,4-2 1 0,4 3 0 0,-3-2-2 16,-10 1 3-16,-16-3 0 15,-8 0 2-15,-7 0 11 16,0-2 8-16,0 2 4 16,0 2-9-16,0 2-9 15,-7 10-2-15,-4 12-2 16,-3 15-4-16,-1 11 2 16,1 6-2-16,1 4 3 0,3-2-5 15,-4-5 2 1,5-6-5-16,0-8-8 0,7-8-13 15,2-10-43 1,0-14-155-16,9-11-274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0-21T11:14:14.9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5828 9422 679 0,'0'0'262'0,"0"0"-239"0,0 0-20 16,78-129 28-16,-36 80-31 0,1 5-2 16,-9 7-27-1,-19 10-8-15,-15 9 6 0,-2 10 31 16,-34 4 3-16,-13 4 5 16,-4 0-1-16,-1 18-2 15,3 8 13-15,4 2 5 16,9 1-9-16,12 2 21 15,10-3 3-15,11-1-33 16,5-8-5-16,3-3-28 16,19-7-43-16,9-9-2 0,3 0 43 15,-1-3 6 1,-2-15 7-16,-2-8 9 0,-2-2 2 16,0 0 1-1,-8 6-12-15,-3 6-4 0,-7 10 20 16,-9 6 1-16,0 0 26 15,0 10 46-15,-9 24-3 16,-13 14 32-16,-3 4 8 16,6-1-69-16,7-8-19 15,12-10-11-15,0-13-10 16,16-13-79-16,17-7-117 16,-1-9-141-16</inkml:trace>
  <inkml:trace contextRef="#ctx0" brushRef="#br0" timeOffset="399.81">5639 8893 983 0,'0'0'6'16,"0"0"18"-16,0 0 90 16,0 0-80-16,-76 146-22 15,52-53 30-15,3 5 17 16,6-6-28-16,8-11-27 16,7-16-4-16,0-14-80 15,7-21-130-15,10-22-180 16</inkml:trace>
  <inkml:trace contextRef="#ctx0" brushRef="#br0" timeOffset="975.91">6414 8735 993 0,'0'0'190'0,"0"0"-183"15,0 0 66-15,0 0-18 16,-27 133-41-16,27-92-5 16,-4 9 24-16,-9 9-5 15,-10 5-12-15,-8 4-1 16,-7 2-3-16,-1-6-9 16,-2-8-2-16,12-11-1 15,9-20 0-15,11-13-3 16,9-8-10-16,0-4-22 15,5-5-33-15,35-31 23 0,10-9 26 16,8-1-30-16,-8 12 20 16,-17 18 12-16,-10 16 9 15,-10 0-4 1,-7 13 12-16,-6 23 19 0,0-1 11 16,0 5-21-16,-6-2-7 15,-14-4-2-15,-7-3-8 16,-11-8 1-16,-6-6 2 15,-6-9 1-15,4-8-7 16,6 0-12-16,13 0-68 16,18-20-4-16,9-3-61 15,11 0-52-15,31 1-3 16</inkml:trace>
  <inkml:trace contextRef="#ctx0" brushRef="#br0" timeOffset="1275.82">6530 9363 719 0,'0'0'83'16,"0"0"30"-16,0 0-8 0,0 0-71 16,0 0-20-16,0 0-6 15,145-29-2-15,-109 1-6 16,-3 0-3-16,-6 0-6 16,-10 8 9-16,-7 3-2 15,-10 5 4-15,0 10 3 16,-12-1 4-16,-17 3 11 15,-11 0 11-15,-6 22-30 16,-8 10 16-16,0 5 2 0,10 0 9 16,15 2 11-1,13-3-1-15,16 0-25 16,0 0-13-16,33-6-2 0,17-7-19 16,10-18-21-16,9-5-61 15,-5-14-77-15,-8-20-167 16</inkml:trace>
  <inkml:trace contextRef="#ctx0" brushRef="#br0" timeOffset="1524.07">6998 8921 957 0,'0'0'94'0,"0"0"-93"0,0 0 91 16,0 0-38-16,0 0-16 16,14 167 18-16,-26-75-42 15,-5 0-10-15,3-6-4 16,5-7-15-16,9-13-60 16,0-14-102-16,2-22-151 15</inkml:trace>
  <inkml:trace contextRef="#ctx0" brushRef="#br0" timeOffset="1719.99">7261 9318 900 0,'0'0'294'16,"0"0"-267"-16,0 0-27 15,136 0 26-15,-85 0-26 16,-9 0-16-16,-15 2-109 16,-16-2-129-16,-11 4-176 15</inkml:trace>
  <inkml:trace contextRef="#ctx0" brushRef="#br0" timeOffset="1875.86">7292 9458 1204 0,'0'0'10'0,"0"0"9"16,0 0 19 0,0 0-28-16,116 9-8 0,-61-4-2 15,-3 2-3-15,-3-1-52 16,-11-4-94-16,-9-1-93 16,-12-1-237-16</inkml:trace>
  <inkml:trace contextRef="#ctx0" brushRef="#br0" timeOffset="2120.46">7963 8797 1182 0,'0'0'8'16,"0"0"13"-16,-25 191 108 16,3-89-84-16,1 4-38 15,11-2-7-15,3-11 0 0,7-14-65 16,0-16-130 0,0-19-267-16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0-21T11:48:58.6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4821 9837 1244 0,'0'0'13'16,"0"0"-4"-16,0 0 73 15,0 0-69-15,0 0-13 16,120-88 2-16,-60 60 0 16,0 0 9-16,-2 6 3 15,0-2-5-15,-4 6-2 16,0 2 7-16,-4 4-10 0,-2 8-2 15,-6 4 1 1,-7 0-1-16,-6 16-2 0,-2 14 4 16,-7 8 3-16,2 10 11 15,-4 6 7-15,-5 3-9 16,3-1-2-16,-3-3-4 16,-1-8-3-16,-1-5 1 15,-5-10-5-15,2-10-2 16,-4-8-1-16,-2-4 0 15,0-6-5-15,-2-2-18 16,0 0-26-16,0 0-28 16,0 0-65-16,0-7-125 15,0-14-173-15</inkml:trace>
  <inkml:trace contextRef="#ctx0" brushRef="#br0" timeOffset="278.41">5813 9417 656 0,'0'0'397'0,"0"0"-388"15,0 0 84-15,-116 140 31 16,47-68-80-16,-12 6-1 0,-8 0-8 16,-7-6-17-16,5-10-6 15,13-13-8-15,20-16-4 16,21-6-6-16,12-5-52 16,15-2-98-16,8-3-197 15</inkml:trace>
  <inkml:trace contextRef="#ctx0" brushRef="#br0" timeOffset="4145.07">6501 9725 1087 0,'0'0'187'0,"0"0"-187"16,0 0 0-16,147 0 61 0,-47 0-7 16,25 0-17-1,18-4 1-15,15 4-7 0,16-3-10 16,17 0 6-16,19 0-6 16,-1-4-16-16,3 5-5 15,-18 0-2-15,-29 2-1 16,-26 0-10-16,-25 0-2 15,-24 8-2-15,-24-2-2 16,-18-2 0-16,-19 1 2 16,-12-5-3-16,-8 0 7 0,-4 0 2 15,-3 0-12-15,7 0-32 16,-1-12-26-16,2-7-120 16,-8 5-166-16</inkml:trace>
  <inkml:trace contextRef="#ctx0" brushRef="#br0" timeOffset="4502.46">8643 9437 809 0,'0'0'560'0,"0"0"-553"15,0 0-7-15,0 0 29 0,0 0-28 16,0 0 1-16,148 70 12 16,-80-39-13-16,0 6 5 15,-3-3-6-15,-7 0 0 16,-14-2-2-16,-11-4-2 16,-14-5-6-16,-11 0 5 15,-8-1 4-15,-2 4 1 16,-31 5 12-16,-11 0 0 15,-12 4-3-15,-4-5-4 16,2 0-5-16,6-6-18 16,10-3-19-16,13-8-62 15,14-7-96-15,7-6-215 0</inkml:trace>
  <inkml:trace contextRef="#ctx0" brushRef="#br0" timeOffset="5594.06">6543 8153 1237 0,'0'0'0'15,"0"0"-42"-15,0 0 42 16,0 0 0-16,0 0-153 15,0 0-210-15</inkml:trace>
  <inkml:trace contextRef="#ctx0" brushRef="#br0" timeOffset="5735.16">6920 8043 1264 0,'0'0'6'0,"0"0"7"0,0 0 48 16,-89 104-61 0,64-60-53-16,-2-4-23 0,-4-5-107 15,-2-8-147-15</inkml:trace>
  <inkml:trace contextRef="#ctx0" brushRef="#br0" timeOffset="5913.87">6345 8332 613 0,'0'0'612'15,"0"0"-609"-15,0 0 74 0,0 0-33 16,0 0-32-16,0 0-6 16,187-36 16-16,-96 28-15 15,3 3-5-15,-11 5-2 16,-17 0-27-16,-14 0-71 16,-19 0-77-16,-18 9-103 15,-15-5-72-15</inkml:trace>
  <inkml:trace contextRef="#ctx0" brushRef="#br0" timeOffset="6146">6728 8021 1270 0,'0'0'26'0,"0"0"-5"0,0 0-21 15,0 0 35-15,0 0-10 16,58 155-11-16,-56-80-10 16,-2 10-4-16,-2-1-14 15,-15-4-39-15,3-14-40 16,7-22-89-16,5-19-118 16,-2-22-387-16</inkml:trace>
  <inkml:trace contextRef="#ctx0" brushRef="#br0" timeOffset="6295.84">6628 8480 1086 0,'0'0'45'0,"0"0"6"0,0 0-14 15,0 0-37-15,0 0-3 16,0 0-2-16,51 27-30 16,-26-27-102-16,2-7-86 15,-1-23-87-15</inkml:trace>
  <inkml:trace contextRef="#ctx0" brushRef="#br0" timeOffset="6642.01">7203 7830 636 0,'0'0'699'0,"0"0"-678"16,0 0 32-1,0 0 7-15,-56 117-55 0,23-57-5 16,-5-4 0-16,0-4-12 15,0-6-13-15,2-8-1 16,9-11 1-16,8-8 16 16,12-13 2-16,4-4 5 15,3-2-28-15,0 0 7 16,25 0 14-16,13-15 9 16,9 1 7-16,-1 3-7 15,-3 7 0-15,-9 4-1 16,-14 0 1-16,-9 0-3 15,-9 10 3-15,-2 10 12 0,-4 4 29 16,-28 9-14-16,-8 0-23 16,-9 1-4-16,-5 4-15 15,1-3-41-15,6-5-58 16,14-14-88-16,15-14-161 16</inkml:trace>
  <inkml:trace contextRef="#ctx0" brushRef="#br0" timeOffset="6805.39">6987 8366 764 0,'0'0'694'0,"0"0"-633"16,0 0 8-16,0 0-29 15,0 0-36-15,0 0-4 16,77 41 0-16,-25-14 1 0,6-1-1 16,9-4-22-16,-1-5-61 15,-6-10-146-15,-12-6-302 16</inkml:trace>
  <inkml:trace contextRef="#ctx0" brushRef="#br0" timeOffset="7024.9">7367 8257 1366 0,'0'0'0'16,"0"0"69"-16,0 0-69 0,34-106 0 15,28 84-11 1,1 8-6-16,-5 8-49 0,-11 4-22 16,-14 0-67-1,-10 2-33-15,-17 0 33 0,-4 0 3 16,-2-2-1-16,0-2-99 16</inkml:trace>
  <inkml:trace contextRef="#ctx0" brushRef="#br0" timeOffset="7304.89">7619 8029 655 0,'0'0'383'0,"0"0"-330"16,0 0 83-16,0 0-47 0,0 0-70 15,0 0-8 1,-31 84 14-16,27-40-18 0,1 4-5 16,3-2-2-16,0 0 1 15,0-3 0-15,0-3-1 16,0-7-2-1,0-6-30-15,0-10-50 0,0-6 13 16,0-9 5 0,-6-2 45-16,-7 0 18 0,-1-14 1 15,-1-10 7-15,3-8 15 16,8-6-19-16,4-6-3 16,0-2-57-16,0 0-60 15,14 9-41-15,3 9-30 0,-1 10-52 16</inkml:trace>
  <inkml:trace contextRef="#ctx0" brushRef="#br0" timeOffset="7638.87">7619 8029 576 0,'12'46'131'16,"7"-70"-10"-16,16-2-31 15,9-6-5-15,14 0-24 16,6 2 0-16,-6 6-5 16,-11 5-23-16,-18 9-19 15,-18 9-11-15,-8 1 14 16,-3 0 33-16,-5 26 30 15,-26 18-16-15,-14 20-19 16,-1 10-26-16,1 2 2 16,9-2-16-16,9-8-5 15,10-7-3-15,9-15-34 0,8-12-40 16,0-14-41 0,0-10-47-16,0-8-59 0,0 0-6 15,0-5 64-15,0-8 96 16,0 1 70-16,0-2 126 15,0 2 24-15,5-4-16 16,17-2-48-16,14-4-33 16,13-4-25-16,3-1-25 15,1 5-3-15,-8 9-8 16,-10 4-95-16,-12 7-41 16,-17 2-115-16</inkml:trace>
  <inkml:trace contextRef="#ctx0" brushRef="#br0" timeOffset="7931.48">7991 8189 966 0,'0'0'255'0,"0"0"-223"0,0 0 98 16,0 0-98-16,0 0-32 15,-53 118 0-15,49-83 2 16,4-3-2-16,0-7-4 15,0-8-25-15,6-5-14 16,5-4 0-16,-4-4 17 16,0-2 17-16,-5-2 9 0,-2 2 1 15,0 3 1 1,0-3 20-16,-9 4-10 0,-2-1-12 16,4-4-14-16,5-1-21 15,2 0-44-15,0 0-55 16,0 0-91-16,0 0-59 15</inkml:trace>
  <inkml:trace contextRef="#ctx0" brushRef="#br0" timeOffset="8179.96">8190 8235 1186 0,'0'0'0'0,"0"0"0"0,0 0 10 0,135-56-10 16,-72 46-7-16,-14 0-44 15,-15 4-101-15,-22 2-157 16</inkml:trace>
  <inkml:trace contextRef="#ctx0" brushRef="#br0" timeOffset="8369.59">8306 8043 947 0,'0'0'180'16,"0"0"-126"-16,0 0 37 15,0 0 0-15,-2 112-42 16,2-68 2-16,0-1-19 15,0-7-13-15,13-11-19 16,5-4-1-16,9-16-35 16,8-5-43-16,5-1-60 15,-2-30-74-15,-7-6-151 16</inkml:trace>
  <inkml:trace contextRef="#ctx0" brushRef="#br0" timeOffset="8534.12">8578 7768 985 0,'0'0'274'0,"0"0"-271"16,0 0 117-1,0 0-113-15,0 0-7 0,0 0-42 16,0 92-58-16,0-70-38 16,9-7-97-16,4-13-95 15</inkml:trace>
  <inkml:trace contextRef="#ctx0" brushRef="#br0" timeOffset="8808.76">8847 7690 864 0,'0'0'121'0,"0"0"6"16,0 0-8-16,0 0-99 0,-158 159-6 16,93-100-5-16,1-2-9 15,4-9-5-15,6-12-24 16,16-10 5-16,13-13 17 15,17-8 5-15,8-5-5 16,0 0-41-16,4 0 22 16,19 0 26-16,1 0 7 15,5 8 0-15,-3 6 2 16,-3 10-9-16,-5 5 0 16,-3-2-19-16,-5 0-106 15,-4-10-124-15,-4-7-202 16</inkml:trace>
  <inkml:trace contextRef="#ctx0" brushRef="#br0" timeOffset="9070.99">8483 8085 1248 0,'0'0'8'16,"0"0"-8"-16,0 0 31 15,0 0-25 1,143-50-6-16,-91 41-1 0,-16 7-11 15,-21 2-77-15,-15 0-9 16,0 5 44-16,-24 19 37 16,-13 5-12-16,4 4 29 15,4-3 16-15,12 0-16 0,3 0-5 16,10 0-10-16,1 1-27 16,3-1 34-16,0 2 8 15,0-3 0-15,0 0 1 16,0-8-3-16,3-6-75 15,13-11-125-15,-1-4-415 16</inkml:trace>
  <inkml:trace contextRef="#ctx0" brushRef="#br0" timeOffset="9307.11">8580 8211 926 0,'0'0'246'0,"0"0"-209"16,0 0-10-16,0 0-21 15,0 0-6-15,0 0 0 0,111-8-1 16,-73 8 0 0,-9 0 1-16,-11 0 0 0,-5 0 14 15,-6 0 24-15,-2 2 5 16,-5 22-3-16,0 13-8 16,0 7-12-16,0 0-20 15,-10-4-43-15,4-8-76 16,1-16-100-16,-1-8-234 15</inkml:trace>
  <inkml:trace contextRef="#ctx0" brushRef="#br0" timeOffset="9440.12">8666 8363 618 0,'0'0'0'0,"0"0"-7"0,0 0-76 16</inkml:trace>
  <inkml:trace contextRef="#ctx0" brushRef="#br0" timeOffset="9522.71">8666 8363 834 0,'21'138'0'16,"-21"-138"-31"-16,29-8 3 16,2-19-235-16</inkml:trace>
  <inkml:trace contextRef="#ctx0" brushRef="#br0" timeOffset="10037.1">9215 7941 1215 0,'0'0'17'16,"0"0"-17"-16,0 0 0 15,0 0-41-15,0 0-48 16,0 0 69-16,-5 45-33 16,-3-28 2-16,-2-5 23 15,6-2-24-15,4-4 10 16,0-2 33-16,0-3 9 0,0 1 3 16,0-2 49-16,0 3 73 15,0-1-62-15,0 0-42 16,4 2 0-16,10 2-4 15,6 2-8-15,0 0-5 16,-2 2-1-16,-7 0-3 16,-7 6 0-16,-4 6-3 15,0 6 3-15,-25 4 26 16,-8 4-3-16,-2-1-1 16,1-3 6-16,5-6-1 15,12-11 1-15,7-2-28 16,10-8-11-16,0-2-37 0,0-1 30 15,10-2 7 1,-4 0 7-16,1 0 4 0,-5 0 7 16,-2 0 12-16,0 0 9 15,0 0-17-15,0 0-11 16,0 0-8-16,4 0-58 16,4 0-145-16,3 0-179 15</inkml:trace>
  <inkml:trace contextRef="#ctx0" brushRef="#br0" timeOffset="10225.14">9366 7918 1425 0,'0'0'0'0,"0"0"0"16,0 0 13-1,0 0-13-15,0 0 0 0,0 0-60 16,52 117-70-16,-52-101-190 16,0-12-274-16</inkml:trace>
  <inkml:trace contextRef="#ctx0" brushRef="#br0" timeOffset="10413.93">9366 7918 1229 0,'67'-69'67'0,"-58"69"-48"0,7 0 58 16,4 0-53-16,2 0-20 15,-6 9-4-15,-8 5-11 16,-8 7-21-16,0 4-33 16,-13 4-26-16,-18-1-76 15,-7 0-62-15,2-5-38 16</inkml:trace>
  <inkml:trace contextRef="#ctx0" brushRef="#br0" timeOffset="10581.12">9304 8147 696 0,'0'0'250'16,"0"0"-120"0,0 0-7-16,0 0-79 0,0 0-37 15,0 0-7-15,27 104-23 16,-19-92-100-16,-3-6-84 15,0-6-20-15,-3 0-86 16</inkml:trace>
  <inkml:trace contextRef="#ctx0" brushRef="#br0" timeOffset="11001.21">9304 8147 558 0,'49'21'49'16,"-47"-40"26"-16,7 2 43 16,2 9-64-16,3-1-34 15,-4 5-16-15,4 2 2 0,-3 2 1 16,-2-2 13-1,3 2 18-15,-4-4 2 16,1 2-8-16,-5 0-14 16,-2 0 5-16,-2 2 17 0,0 0 20 15,0 4-8-15,-4 26-33 16,-18 13-16-16,-4 7 4 16,3-2 1-16,10-4-5 15,6-10 2-15,7-8-5 16,0-10 0-16,9-7-3 15,13-9-20-15,3 0-28 16,-1 0-78-16,-3-15-71 16,-4-2 14-16,-3 4-2 0,-6 3-62 15,-5 4 250 1,-3 4 249-16,0 2-8 16,0 0-80-16,2-2-20 15,0 2-17-15,-2 0-48 0,4 0-40 16,1 0-14-16,0 0 0 15,3 2 2 1,-3 20-8-16,-1 12 8 0,-2 4-9 16,3 4-15-16,2-10-61 15,8-14-104-15,6-18-403 16</inkml:trace>
  <inkml:trace contextRef="#ctx0" brushRef="#br0" timeOffset="13876.05">7029 8997 1231 0,'0'0'121'0,"0"0"-92"16,0 0-18-16,185 0 31 15,-100-4-36-15,-10 0-6 16,-15 3-8-16,-17 1-80 16,-23 0-57-16,-20 0-166 0,0 1-218 15</inkml:trace>
  <inkml:trace contextRef="#ctx0" brushRef="#br0" timeOffset="14063.53">7234 9025 949 0,'0'0'258'0,"0"0"-257"16,0 0 98-16,0 0-26 15,0 0-45-15,0 0 24 16,-4 137-16-16,-17-77-25 16,-1 2-11-16,-2-2-21 15,4-8-66-15,11-16-92 16,7-15-214-16</inkml:trace>
  <inkml:trace contextRef="#ctx0" brushRef="#br0" timeOffset="14335.42">7747 8957 1058 0,'0'0'174'0,"0"0"-172"15,0 0 80-15,-145 59-22 16,105-13-52-16,1 4 16 0,8 4 22 16,12 2-14-16,11-2-22 15,8-2-8-15,0-6-2 16,32-6-20-16,13-11-38 15,11-15-55-15,2-13-94 16,-1-1-211-16</inkml:trace>
  <inkml:trace contextRef="#ctx0" brushRef="#br0" timeOffset="14515.92">7820 9257 1321 0,'0'0'104'0,"0"0"-93"16,0 0 13-16,0 0-24 0,0 0 0 16,0 0-15-16,42 59-43 15,-30-51-75-15,-4-6-60 16,-5-2-144-16</inkml:trace>
  <inkml:trace contextRef="#ctx0" brushRef="#br0" timeOffset="14785.16">8128 8857 289 0,'0'0'1017'0,"0"0"-1012"0,0 0 71 16,0 0-27-16,137 61-22 15,-112 0-13-15,-11 17-8 16,-12 15 3-16,-2 1-8 16,-12-6 1-1,-17-16 4-15,3-13-4 0,2-17 2 16,1-15-4-16,10-10-3 16,1-13-38-16,8-4-49 15,2 0-156-15,0-15-256 16</inkml:trace>
  <inkml:trace contextRef="#ctx0" brushRef="#br0" timeOffset="22397.93">10775 8769 424 0,'0'0'858'16,"0"0"-858"-16,-150 72 0 15,70-1 45-15,-10 9-45 16,4 2-18-16,8-6 13 16,20-13 5-16,20-14 5 15,23-12-4-15,15-10-1 16,0-3-9-16,6-2 8 15,21-4 1-15,2 0 0 0,3-1 10 16,-1 1 5 0,-10 2-4-16,-2 7 18 0,-13 12 10 15,-6 13 3-15,0 14 7 16,0 13-15-16,-17 13-19 16,-1 3-2-16,1 6-2 15,9 3-2-15,6 7-2 16,2 3-4-16,0 5 0 15,8-6-1-15,11-4-1 16,-1-15 0-16,-3-16 0 16,-7-16-1-16,0-16-3 15,-8-11-6-15,0-9-4 16,-14-8-21-16,-15-4-79 16,-4-4-110-16,-3-4-205 0</inkml:trace>
  <inkml:trace contextRef="#ctx0" brushRef="#br0" timeOffset="26439.02">11178 8763 1229 0,'0'0'90'0,"0"0"-73"15,141-82-17-15,-62 51 30 16,4 7-28-16,-10 6-1 15,-11 10-1-15,-12 7 0 16,-15 1 1-16,-12 7 8 0,-10 31 11 16,-11 18 18-16,-2 18 22 15,0 1-32-15,0-3-16 16,0-10-7-16,0-10-5 16,0-9-2-1,0-15-6-15,0-12-26 0,0-10-48 16,2-6-66-16,2-10-104 15,-1-22-233-15</inkml:trace>
  <inkml:trace contextRef="#ctx0" brushRef="#br0" timeOffset="26678.04">11924 8507 1236 0,'0'0'174'0,"0"0"-170"16,0 0 101-16,0 0-72 16,0 0-31-16,-162 151 1 15,106-84-2-15,-2 1 2 16,2-6-6-16,5-4-12 16,8-9-50-16,16-10-65 15,14-8-101-15,11-13-209 16</inkml:trace>
  <inkml:trace contextRef="#ctx0" brushRef="#br0" timeOffset="26906.07">12071 8993 1400 0,'0'0'1'16,"0"0"10"-16,0 0 17 16,0 0-28-16,0 0 0 15,0 0-1-15,15 125-30 0,-15-103-51 16,0-13-87 0,0-9-142-16,6-3-285 0</inkml:trace>
  <inkml:trace contextRef="#ctx0" brushRef="#br0" timeOffset="27055.87">12142 8660 1515 0,'0'0'62'0,"0"0"-47"16,0 0 29-16,0 0-44 15,0 0-32-15,0 0-16 16,31 25-114-16,-28 5-375 15</inkml:trace>
  <inkml:trace contextRef="#ctx0" brushRef="#br0" timeOffset="28743.97">11198 10613 1038 0,'0'0'76'15,"0"0"-45"-15,152-84-31 16,-68 50 35-16,1 4-25 0,-17 8-9 16,-14 8 6-1,-18 11 2-15,-14 3 17 0,-9 0 7 16,-1 9 12-16,-6 15 12 16,-1 12-4-16,-1 12-6 15,-2 9-21-15,0 6-9 16,-2 6-9-16,0-5-6 15,0-4 0-15,0-12-2 16,0-12-13-16,0-9-13 16,0-13-20-16,0-11-30 15,0-3-65-15,0-12-169 16</inkml:trace>
  <inkml:trace contextRef="#ctx0" brushRef="#br0" timeOffset="28990.07">11864 10381 948 0,'0'0'414'0,"0"0"-409"16,0 0 91-16,0 0-28 15,0 0-58-15,0 0-10 16,-167 143 1-16,91-64-2 15,-4 0-16-15,4-4-23 0,11-6-11 16,23-14-51 0,26-19-90-16,16-16-130 0,14-20-257 15</inkml:trace>
  <inkml:trace contextRef="#ctx0" brushRef="#br0" timeOffset="29162.34">12002 10613 1226 0,'0'0'24'15,"0"0"-22"-15,0 0 6 16,0 0-8-16,0 0-85 16,0 0-239-16</inkml:trace>
  <inkml:trace contextRef="#ctx0" brushRef="#br0" timeOffset="29428.59">12013 10917 1217 0,'0'0'17'0,"0"0"-13"15,0 117 32-15,0-56-22 16,0 1 12-1,0-1 26-15,-6-8-12 0,-10-6-5 16,3-14 1-16,-3-8-11 0,0-11-2 16,-4-7 9-1,-9-7 2-15,-6 0-13 0,-7-19-11 16,1-17-10-16,7-13-1 16,9-5-27-16,9 0-33 15,5 8-124-15,9 12-237 16</inkml:trace>
  <inkml:trace contextRef="#ctx0" brushRef="#br0" timeOffset="40276.71">12283 8360 1294 0,'0'0'77'0,"0"0"-58"16,114-54 3-16,-52 37 3 15,3 3-23-15,-3 7-2 16,-9 2-14-16,-8 5-27 16,-12 0-29-16,-12 0 3 0,-13 0-8 15,-8 0-63-15,0 5-78 16,-18 2-183-16</inkml:trace>
  <inkml:trace contextRef="#ctx0" brushRef="#br0" timeOffset="40477.11">12532 8115 1273 0,'0'0'122'16,"0"0"-117"-16,0 0 102 15,0 0-70-15,0 0-37 0,-49 110 4 16,38-53 2-1,5-6-6-15,6-8-3 0,0-7-61 16,6-12-127-16,3-11-412 16</inkml:trace>
  <inkml:trace contextRef="#ctx0" brushRef="#br0" timeOffset="41296.75">12298 10244 1448 0,'0'0'17'0,"0"0"19"16,0 0 3-16,121-1-14 15,-59-5-7-15,-2 3-9 16,-8 3-9-16,-15 0-1 16,-8 0-20-16,-10 0-14 15,-13 0-21-15,-2 0-36 16,-4 0-59-16,0-8-82 16,-8-1-184-16</inkml:trace>
  <inkml:trace contextRef="#ctx0" brushRef="#br0" timeOffset="41498.21">12497 10004 1178 0,'0'0'113'16,"0"0"-79"-16,0 0 102 15,0 0-82-15,0 0-33 16,0 0 10-16,6 74 2 15,-6-21-14-15,0 4-9 16,0-1-10-16,0-1-17 16,0-7-41-16,-2-8-164 15,-16-6-493-15</inkml:trace>
  <inkml:trace contextRef="#ctx0" brushRef="#br0" timeOffset="50679.94">14043 8788 896 0,'0'0'15'0,"0"0"-7"15,0 0-8-15,0 0 63 16,0 0-51-16,52-106-10 0,-44 105 21 15,-3 1 20-15,-1 0 31 16,0 0-13-16,-2 10-13 16,-2 21 28-1,0 14 17-15,0 13-20 0,0 16-29 16,0 15-21-16,-6 13-2 16,-1 14-2-16,-1 12-6 15,0 10-7-15,-2 11 2 16,3 4 2-16,1-5-2 15,1-6-8-15,0-13 0 16,3-15 0-16,0-16 0 0,2-22 0 16,0-18 0-16,0-14-7 15,0-14-2-15,0-10-2 16,0-7-8-16,0-8-15 16,0 0-1-16,0-4-28 15,0-1-44-15,0 0-65 16,2-21-99-16,14-9-5 15</inkml:trace>
  <inkml:trace contextRef="#ctx0" brushRef="#br0" timeOffset="51372.11">14174 8832 846 0,'0'0'56'15,"0"0"-50"-15,0 0 68 16,0 0-23-16,0 0-9 16,0 0 12-16,110-27 20 15,-93 23-21-15,-5 4-9 16,-4 0 16-16,3 0-8 16,5 24-5-16,11 10 2 0,9 6-10 15,10 6-22-15,12-2-9 16,12 5 3-16,14 3 2 15,21-2 4-15,18-2-9 16,14 0-4 0,6-2 9-16,1 2-12 0,4 0-1 15,-5-1-1-15,-6-5 1 16,-14-4-4-16,-22 0-5 16,-22-7 2-16,-16-8-6 15,-20-5 6-15,-14-7-3 16,-14-6 1-16,-6-4 2 15,-4-1 5-15,-1 0-13 16,3 0-28-16,-3-13-5 0,5-7-49 16,-5-3-153-1,-4 8-203-15</inkml:trace>
  <inkml:trace contextRef="#ctx0" brushRef="#br0" timeOffset="51715.31">16102 9574 540 0,'0'0'198'0,"0"0"-198"16,0 0 0-16,0 0 42 15,0 0-4-15,0 0 36 0,-4 21 52 16,4-9 14-16,-3 6-31 15,-4 8-1-15,1 12-41 16,-3 8-12-16,0 12-27 16,-3 11-6-16,-3 5-9 15,-5 10-5-15,-3 8-5 16,0 0-2-16,0 1-1 16,3-9 0-16,3-12 0 15,0-7 0-15,4-18 0 16,0-9-2-16,4-13-4 15,5-13-20-15,1-6-34 0,3-6-46 16,0-2-96 0,0-18-183-16</inkml:trace>
  <inkml:trace contextRef="#ctx0" brushRef="#br0" timeOffset="52518.35">13765 10899 917 0,'0'0'97'0,"0"0"-70"16,0 0 159-16,0 0-74 16,0 0-33-16,149-27-32 15,-101 11-2-15,10-3-17 16,14-4-3-16,6-4-2 0,13-4-13 16,7 1 2-1,5 3-5-15,10-3-5 0,8 5 3 16,8-1-3-16,3-5 2 15,-3 0-4 1,-4-1-1-16,-7-3 1 0,-9 3 0 16,-14 6-7-1,-18 4 3-15,-24 6-3 0,-22 5 1 16,-13 8 4-16,-12 3 1 16,-4 0 1-16,-2 0 0 15,0 0-3-15,0 0-1 16,3 0-1-16,4 0-3 15,4 0 7-15,3 0-12 16,1 0-14-16,1 0 3 16,-5-3 0-16,-1 3 0 15,-5-1 3-15,-5-3-6 0,0 1-33 16,-2 3-79-16,-20 0-257 16</inkml:trace>
  <inkml:trace contextRef="#ctx0" brushRef="#br0" timeOffset="59250.97">14170 7452 1275 0,'0'0'161'16,"0"0"-159"-16,0 0 67 0,0 0 0 16,0 0-61-16,0 0-1 15,0 0-1-15,-13 5-6 16,9 44 1-16,-12 20 17 16,-9 16-3-16,-4 5-1 15,-7-4-8-15,5-4-4 16,2-9-2-16,7-11-4 15,4-10-13-15,4-14-12 16,6-9-14-16,-1-12-29 16,3-9-39-16,4-6-45 0,2-2-102 15,0 0-78 1,2-24-241-16</inkml:trace>
  <inkml:trace contextRef="#ctx0" brushRef="#br0" timeOffset="59634.73">14208 7466 1019 0,'0'0'110'15,"0"0"-103"-15,0 0 65 16,0 0-21-16,0 0-40 15,0 0-4-15,134 47 2 16,-115-27-7-16,-5 4-1 16,-9 7-1-16,-5 7 7 15,-17 10 1-15,-27 6-8 16,-16 0 0-16,-7 0 0 16,3-8 0-16,6-10 1 15,15-11 20-15,19-14 3 16,15-2-5-16,9-7-19 15,0-2-21-15,5 0-5 16,26 0 21 0,9 0-10-16,4 0 4 0,1 0-13 15,-5 0-24-15,-5 3-41 0,-8 10-77 16,-8-1-54-16,-13-2-94 16</inkml:trace>
  <inkml:trace contextRef="#ctx0" brushRef="#br0" timeOffset="60275.4">14261 8025 1031 0,'0'0'0'0,"0"0"0"0,0 0 6 16,148-18-6-1,-109 2 2-15,-3-3-4 0,-11 4-1 16,-9-4-4-16,-10 3 4 15,-4 4-4-15,-2 2 3 16,0 3-3-16,0 2-15 16,-8 2 8-16,-6 3-34 15,-4 0 33-15,-8 0 15 16,-6 18 2-16,1 6 25 16,2 3 43-16,9 4-26 15,5-1 32-15,7 0-24 16,8-4-30-16,0-2-16 15,19-8-6-15,12-9-8 16,4-7 3-16,8 0-13 16,1-27-15-16,3-5-2 0,0-6 9 15,2-4-5-15,-3-2 11 16,2 2 17-16,-4 2 3 16,-4 7 34-16,-13 12 38 15,-11 8-10-15,-12 9-18 16,-4 4 60-16,-7 0-10 15,-31 12-67-15,-11 14-27 16,-6 8-6-16,-1 3 6 16,16-6 2-16,11-4 9 15,13-4 0-15,16-2-11 16,0-1-7-16,14-2-2 16,21 0 4-16,12-2 2 15,6-5 3-15,-1-2-8 0,-12-6-6 16,-14 2 2-16,-14-1 7 15,-12-4 5-15,0 4 8 16,-12 2 35-16,-21 0-39 16,-9 3-4-16,7-5-27 15,8-1-27-15,11-3-60 16,13 0-64-16,3 0-173 16</inkml:trace>
  <inkml:trace contextRef="#ctx0" brushRef="#br0" timeOffset="60600.08">15387 7567 1075 0,'0'0'204'0,"0"0"-99"16,0 0 14-16,0 0-65 16,0 0-40-16,0 0-5 15,-72 136 11-15,21-67-11 0,-5 3-8 16,7-6-2-16,14-8-24 15,14-15-40-15,21-16-114 16,0-20-160-16,21-7-286 16</inkml:trace>
  <inkml:trace contextRef="#ctx0" brushRef="#br0" timeOffset="60751.56">15319 7808 1281 0,'0'0'119'0,"0"0"-84"15,0 0 5-15,0 0-40 16,0 0 0-16,35 110-14 16,-20-87-34-16,-7-6-96 0,-3-8-61 15,-5-9-118-15,0 0-392 16</inkml:trace>
  <inkml:trace contextRef="#ctx0" brushRef="#br0" timeOffset="60955.39">15564 7466 1265 0,'0'0'103'15,"0"0"-13"-15,0 0 12 16,0 0-78-16,0 0-23 16,-13 106 9-16,-9-32-2 0,-5 6-7 15,0-3 1 1,1-3-2-16,8-10-15 0,9-14-34 15,9-15-106-15,3-18-171 16,21-17-412-16</inkml:trace>
  <inkml:trace contextRef="#ctx0" brushRef="#br0" timeOffset="61254.57">15661 7907 1014 0,'0'0'227'15,"0"0"-227"-15,0 0 0 16,0 0-3-16,144-60-62 16,-121 41-86-16,-12 5 40 15,-11 3 57-15,-3 1 54 0,-23 7 52 16,-10 3 23-16,-4 0-1 16,3 20 16-16,-2 8-6 15,13 6-28-15,8 2-16 16,9 0-11-16,9-1-17 15,0-6-12-15,20-5-2 16,16-9-12-16,6-11-18 16,6-4-14-16,6-13-35 15,-2-20-134-15,-8-5-184 16</inkml:trace>
  <inkml:trace contextRef="#ctx0" brushRef="#br0" timeOffset="61517.98">16193 7415 1300 0,'0'0'26'15,"0"0"34"-15,0 0 12 16,0 0-56-16,-56 148-15 16,36-81 17-16,-4 7 5 15,-3 2-3-15,1 0-6 16,7-5-6-16,11-12-5 15,6-9-3-15,2-12 0 16,0-15-26-16,12-13-50 16,13-10-28-16,4-8-9 15,7-24-9-15,-1-10-24 0,-4-1-118 16,-6 4-405-16</inkml:trace>
  <inkml:trace contextRef="#ctx0" brushRef="#br0" timeOffset="61738.35">15897 7646 1361 0,'0'0'117'0,"0"0"-49"15,0 0 15-15,0 0-67 0,0 0-16 16,149-30 4-16,-58 30-3 15,-6 6 4-15,-18 10-5 16,-25 2-34-16,-15 0-52 16,-21 0-205-16,-6-4-644 15</inkml:trace>
  <inkml:trace contextRef="#ctx0" brushRef="#br0" timeOffset="63550.28">14830 9812 680 0,'0'0'61'0,"0"0"-41"0,0 0-12 16,0 0 8-16,0 0-15 15,0 0 14-15,0 0 80 16,17-38-6-16,-17 33-15 15,0 1 6-15,0-4-7 16,0 2-27-16,0-6-33 16,0-1-7-16,0 0-5 15,0-5-1-15,0-1 0 16,0 2 2-16,0-1 0 16,0 6 3-16,0 1 21 0,-8 0 18 15,-4 3-19-15,3 2-10 16,1-2-3-16,-1 2-1 15,2 1-6-15,-2 0-3 16,2 1 5-16,1 4-3 16,2 0 10-16,4 0 4 15,-4 0-6 1,4 0-6-16,-4 0-1 0,0 6 3 16,0 14-4-16,-3 4 2 15,1 4 1-15,-2 5 0 16,0 6 2-16,-3 11 0 15,-5 14-5-15,-7 13 2 16,-3 7 0-16,-3 6-4 16,2-2-2-16,5-3 2 0,1-12-2 15,11-14 0-15,7-13 0 16,3-18-10-16,0-11-18 16,0-8-29-16,13-9-21 15,-1 0-26-15,-1-9-63 16,-7-12-118-16</inkml:trace>
  <inkml:trace contextRef="#ctx0" brushRef="#br0" timeOffset="63795.34">14359 10016 1398 0,'0'0'10'0,"0"0"-1"16,0 0 58-16,185-10-24 16,-96 10-18-16,-4 0-5 15,-12 0-12-15,-17 4-2 16,-18 2-6-16,-16 0-19 16,-13 0-54-16,-9 0-128 15,0-2-204-15</inkml:trace>
  <inkml:trace contextRef="#ctx0" brushRef="#br0" timeOffset="64251.62">15242 9731 1010 0,'0'0'203'0,"0"0"-135"15,0 0 83-15,0 0-99 16,0 0-41-16,0 0 5 16,-118 120 5-16,76-59-2 15,6-1-9-15,11 0 2 16,7-5 1-16,12-4-12 15,6-5-2-15,0-8-5 0,8-6-22 16,17-12-35 0,4-15-41-16,9-5-47 0,-1-4-114 15,2-18-235-15</inkml:trace>
  <inkml:trace contextRef="#ctx0" brushRef="#br0" timeOffset="64419.18">15315 10064 1461 0,'0'0'28'15,"0"0"-28"-15,0 0 0 16,0 0-1-16,0 0-30 16,0 0-56-16,43 46-69 0,-37-46-187 15,-6 0-519-15</inkml:trace>
  <inkml:trace contextRef="#ctx0" brushRef="#br0" timeOffset="64688.03">15447 9733 1275 0,'0'0'103'15,"0"0"-97"-15,0 0 34 16,0 0 6-16,0 0-34 16,127 100-1-16,-112-55-2 15,-8 5-4-15,-7 0-3 0,0-4 3 16,-18-8-2-16,-6-4 0 16,-1-10-3-1,3-4-28-15,4-6-25 0,2-6-53 16,7-6-113-16,7-2-206 15</inkml:trace>
  <inkml:trace contextRef="#ctx0" brushRef="#br0" timeOffset="77261.89">17652 8172 1222 0,'0'0'13'0,"0"0"-12"16,0 0 52-16,0 0-41 15,0 0-11-15,0 0 3 16,0 0 37-16,0 0 11 0,52-25 5 16,-52 25-11-16,0 0 0 15,0 0-8-15,-7 32-6 16,-29 32-13-16,-17 29-3 15,-13 21-6-15,-9 6-10 16,9-5 0-16,8-13 3 16,11-15-3-16,16-24-1 15,11-15 1-15,9-15-11 16,6-13 10-16,3-11-5 16,-1-6-1-16,3-3-3 15,0 0 6-15,0 0 3 16,0-11-3-16,10-21 1 15,16-4 3-15,10-3 0 16,8 4 3-16,6 3-6 0,1 2 5 16,0 2-2-16,-5 8 0 15,-7 4 2-15,-12 8 1 16,-12 6-1-16,-11-1 1 16,-4 3 5-16,0 0 5 15,0 0-4-15,0 17-1 16,0 11-3-16,0 6 1 15,0 5-2-15,0 6-4 16,0 0 0-16,0-4-4 16,2-1-14-16,10-5-10 15,-1-10-20-15,7-13-78 0,4-12-155 16,3 0-323 0</inkml:trace>
  <inkml:trace contextRef="#ctx0" brushRef="#br0" timeOffset="77440.2">17920 8918 1440 0,'0'0'42'0,"0"0"3"16,0 0-5-16,0 0-38 16,0 0-2-16,0 0-13 15,0 61-31-15,0-51-52 16,0-4-75-16,0-6-113 0,0 0-97 15</inkml:trace>
  <inkml:trace contextRef="#ctx0" brushRef="#br0" timeOffset="77594.17">17940 8572 1048 0,'0'0'331'0,"0"0"-329"0,0 0 64 15,0 0-66-15,0 0-58 16,0 0-175-16,-9 71-510 16</inkml:trace>
  <inkml:trace contextRef="#ctx0" brushRef="#br0" timeOffset="78699.39">17534 10046 153 0,'0'0'1046'0,"0"0"-1029"16,0 0 82-16,0 0-16 0,-48 135-58 15,3-42 4-15,-4 7-5 16,-5 2-19-16,5 0-1 15,3-8 1-15,4-13-4 16,13-12 2-16,8-21-3 16,10-22-5-16,8-16-8 15,3-10-2-15,0 0 6 16,6-30 9-16,23-16 8 16,10-10-1-16,6 0-5 15,0 10 1-15,-8 11-2 16,-8 16 1-16,-10 8 2 15,-11 10 12-15,-3 1 3 16,-3 0 15-16,2 13-9 16,-2 14 0-16,2 3-10 0,2 3-5 15,0 7-6 1,3-2-3-16,0-1-1 0,4 1-1 16,-2-1-6-16,3-5-15 15,-1-9-32-15,7-9-58 16,0-11-85-16,5-3-168 15</inkml:trace>
  <inkml:trace contextRef="#ctx0" brushRef="#br0" timeOffset="78862.59">17766 10582 1398 0,'0'0'104'0,"0"0"-104"0,0 0 0 0,0 0-22 16,0 0-57-16,0 0-68 16,11 24-166-16,-5-15-365 15</inkml:trace>
  <inkml:trace contextRef="#ctx0" brushRef="#br0" timeOffset="79098.67">17688 10934 638 0,'0'0'703'0,"0"0"-696"16,0 0 41-16,-5 148-6 0,19-87-25 15,-9 8-3-15,-5 0 1 16,-2 1-5-16,-27-7-1 16,-7-9 3-16,-3-14 19 15,2-14-11 1,3-13-2-16,-1-13-10 0,6 0-8 15,2-29-5-15,10-17-25 16,5-8-39-16,6-2-55 16,-1 12-124-16,-7 11-368 15</inkml:trace>
  <inkml:trace contextRef="#ctx0" brushRef="#br0" timeOffset="93266.15">19377 8871 1352 0,'0'0'23'0,"0"0"-22"16,0 0 82-16,0 0-27 15,0 0-46 1,0 0 6-16,-11 158 14 0,11-63-1 16,0 15-3-16,0 7-2 15,-4 4-6-15,-1 2-6 16,2-6-5-16,3-11-2 15,0-15-1-15,0-12-4 0,0-17-1 16,10-12-3 0,-1-16-13-16,-3-12-15 0,-2-10-28 15,-2-12-82 1,-2 0-198-16,0-19-369 0</inkml:trace>
  <inkml:trace contextRef="#ctx0" brushRef="#br0" timeOffset="93737.77">19522 8913 670 0,'0'0'551'16,"0"0"-545"-16,0 0-6 0,0 0 128 15,158 38-47-15,-87-4-25 16,12 13-8 0,12 7-12-16,8 2-9 0,15-2-11 15,11-10-6-15,7-10-8 16,2-7-2-16,-1-6 0 16,-6 0 0-16,-13-1-4 15,-12 2 3-15,-18 1-4 16,-20 4-9-16,-16-5-16 15,-14-3 0-15,-7-2-21 16,-9-7-30-16,-3-8-29 16,-6-2-31-16,-11 0-177 0,-2-11-430 15</inkml:trace>
  <inkml:trace contextRef="#ctx0" brushRef="#br0" timeOffset="93991.01">21273 9458 1402 0,'0'0'33'16,"0"0"-26"-16,0 0 38 15,0 0 6-15,-35 109-37 16,19-51 7-16,-5 4-8 16,-5 4-5-16,-3 0 0 15,0-3-3-15,7-9-4 16,1-8-1-16,11-8-12 15,5-9-12-15,5-10-53 0,0-7-84 16,0-10-154-16,0-2-291 16</inkml:trace>
  <inkml:trace contextRef="#ctx0" brushRef="#br0" timeOffset="94581.53">19504 10426 87 0,'0'0'794'16,"0"0"-789"-16,0 0 55 16,0 0 75-16,0 0-101 15,0 0-5-15,4-8 37 16,35-15 10-16,19-4 14 16,21-10-24-16,23-1-10 15,19-2-12-15,20 2-12 16,15 4-11-16,2 3-12 15,-5 7 0-15,-21 2-9 16,-23 5-3-16,-24 2 3 16,-23 0-12-16,-17 4-4 0,-21 3 4 15,-9 2 2 1,-9 4 10-16,-4 2 2 0,-2 0-1 16,0-2 2-16,0 2-1 15,0 0-2-15,2 0-2 16,-2 0-5-16,0-4-46 15,0-4-78-15,0-2-78 16,-10 0-355-16</inkml:trace>
  <inkml:trace contextRef="#ctx0" brushRef="#br0" timeOffset="95418.95">19528 7644 1315 0,'0'0'65'0,"0"0"-46"15,0 0 74-15,0 0-49 16,0 0-37-16,0 0 2 16,-53 132 7-16,15-61-5 15,-4 0-9-15,-1-3-2 16,10-7-6-16,6-11-28 16,16-15-80-16,11-18-146 0,0-17-292 15</inkml:trace>
  <inkml:trace contextRef="#ctx0" brushRef="#br0" timeOffset="95616.48">19607 7626 1470 0,'0'0'130'0,"0"0"-129"0,0 0 27 15,0 0-15-15,0 0-11 16,17 160 1-16,-5-102-3 15,-3-5-11-15,-5-9-16 16,-2-13-31-16,-2-9-88 16,0-11-129-16,0-11-259 0</inkml:trace>
  <inkml:trace contextRef="#ctx0" brushRef="#br0" timeOffset="95831.45">19807 7506 1463 0,'0'0'48'15,"0"0"-13"-15,0 0 25 16,0 0-45-16,-46 105-8 16,19-46 1-16,-7 7-5 15,-6 2-2-15,2-2-2 0,2-5-12 16,14-16-29-16,13-13-46 15,9-19-152-15,5-13-243 16</inkml:trace>
  <inkml:trace contextRef="#ctx0" brushRef="#br0" timeOffset="96020.01">19885 7528 1427 0,'0'0'119'15,"0"0"-119"-15,0 0 38 16,0 0-18-16,40 112-6 16,-29-36 2-16,-11 7-11 15,0-5-5-15,0-12-21 16,0-16-29-16,0-17-102 0,7-18-155 16,2-15-359-16</inkml:trace>
  <inkml:trace contextRef="#ctx0" brushRef="#br0" timeOffset="96347.92">20175 7475 1321 0,'0'0'80'0,"0"0"-73"16,0 0 48-1,0 103-14-15,0-51-36 0,-5 4 1 16,-15-2-6 0,0-6 4-16,4-6-2 0,6-8 13 15,10-7 1-15,0-5-10 16,13-4-3-16,24-2-1 16,19-2 2-16,9-4 0 15,4-5-4-15,-2-5 0 16,-9 0-6-16,-9 0-7 15,-14 0-2-15,-15 0-19 16,-9 0-24-16,-5 0-43 16,-6-5-72-16,0-8-177 0</inkml:trace>
  <inkml:trace contextRef="#ctx0" brushRef="#br0" timeOffset="96648.06">20736 7506 1437 0,'0'0'37'16,"0"0"-10"-16,0 0 20 16,0 0-33-16,0 0 0 0,0 0 10 15,47 127-2-15,-47-47-3 16,-4 11-11-16,-19 5 2 15,1 3-9-15,2-12 0 16,4-4-1-16,10-13-17 16,6-16-11-16,0-15-13 15,0-17-29-15,2-19-67 16,13-3-103-16,1-15-161 16</inkml:trace>
  <inkml:trace contextRef="#ctx0" brushRef="#br0" timeOffset="96936.45">20814 7263 1244 0,'0'0'79'0,"0"0"17"16,0 0-8-16,0 0-55 15,0 0-9-15,160 111-14 16,-112-72-5-16,-4-5-5 15,-6 0 0-15,-14 2-1 16,-13 3-4-16,-11 2 1 16,-4 4-2-16,-30-1 6 15,-12-4 2-15,-10-9-2 16,0-8 0-16,5-9-4 16,9-8-12-16,17-6-16 15,16 0-22-15,9-16-57 16,16-8-136-16,15 0-189 0</inkml:trace>
  <inkml:trace contextRef="#ctx0" brushRef="#br0" timeOffset="105302.67">19927 9745 819 0,'0'0'158'0,"0"0"-54"16,0 0 51-16,0 0-89 15,0 0-3-15,0 0-12 16,0 0-11-16,112-130-11 15,-79 94-7-15,1 0-4 16,-7 4-12-16,-12 8 0 16,-9 5-3-16,-6 8 3 15,0 7 3-15,-17 4-3 16,-19 0-6-16,-11 26-1 16,-9 10-1-16,4 4 2 0,-2-2 0 15,9-6-2 1,14-6 1-16,13-3-5 0,14-12-6 15,4-1-15-15,0-6 4 16,22-4 7-16,14 0 9 16,8-6 7-16,8-16 2 15,-6-2-1-15,-3 2-1 16,-12 6-8-16,-14 6-7 16,-10 4 15-16,-7 1 2 15,0 5 11-15,0-1 2 16,-4 1 8-16,-7 0-11 15,2 0-8-15,2 0-1 16,-2 8-2-16,3 8 2 0,1 2-3 16,1 4 0-1,-1 6 6-15,0 0 0 0,-1 4 4 16,2 0-3-16,-3-2-3 16,-3-2-2-16,2-1 1 15,-1-7-1-15,3-6-2 16,0-5 1-16,2-4 0 15,-2-2 0-15,-5 2 5 16,-7-1-2-16,-7-2-1 16,-8-1-3-16,-1-1 2 15,3 0-3-15,2 0 1 16,10-10-8-16,5-9-10 16,9-3-39-16,5-4-44 15,0-1-56-15,27 4-111 0,4-1-97 16</inkml:trace>
  <inkml:trace contextRef="#ctx0" brushRef="#br0" timeOffset="105593.93">20544 9378 834 0,'0'0'214'0,"0"0"-148"16,0 0 56-16,0 0-52 0,-131 93-41 15,96-53 25-15,1 6-6 16,10 2-18-16,10 4-7 16,9-4-18-16,5-4-5 15,9-4-3-15,25-10-24 16,6-9-34-16,2-15-32 15,3-6-41-15,-5-13-161 16,-4-17-196-16</inkml:trace>
  <inkml:trace contextRef="#ctx0" brushRef="#br0" timeOffset="105736.03">20605 9655 912 0,'0'0'368'0,"0"0"-366"15,0 0 23-15,0 0-21 0,0 0-4 16,0 0-12-16,16 57-94 16,-14-51-188-16,-2-6-246 15</inkml:trace>
  <inkml:trace contextRef="#ctx0" brushRef="#br0" timeOffset="105984.9">20692 9458 1114 0,'0'0'180'0,"0"0"-161"0,0 0 10 16,0 0 30-16,129 54-51 16,-100-11 2-16,-13 9-3 15,-16 6-4 1,0 1 5-16,-34-4 1 0,-4-5-2 15,-2-14-2-15,5-7-3 16,8-17-2-16,8-11-3 16,9-1-73-16,5-8-100 15,5-17-200-15</inkml:trace>
  <inkml:trace contextRef="#ctx0" brushRef="#br0" timeOffset="121766.19">22059 8476 1139 0,'0'0'228'0,"0"0"-228"0,0 0 0 16,0 0 42-16,170-25-14 15,-83 23-24-15,1 2 1 16,-9 0-5-16,-21 0 2 16,-23 0-1-16,-22 0-1 15,-13 19 2-15,-23 31 44 16,-38 14 5-16,-17 14-32 16,-9-6-8-16,7-13 11 15,18-12-8-15,21-10-7 16,24-9-4-16,17-6-3 15,11-4-8-15,32-2 2 16,9-6 5-16,9-3-11 0,-3-7-10 16,-5 0-21-16,-6 0-18 15,-11-2-41-15,-16-15-55 16,-11-1-146-16,-9-2-163 16</inkml:trace>
  <inkml:trace contextRef="#ctx0" brushRef="#br0" timeOffset="121940.73">21990 8681 1032 0,'0'0'414'0,"0"0"-410"16,0 0 3-16,0 0 8 0,0 0 1 16,179 77-11-16,-108-42-5 15,-11-3-63-15,-6 0-94 16,-14-7-192-16,-9-6-451 15</inkml:trace>
  <inkml:trace contextRef="#ctx0" brushRef="#br0" timeOffset="122133.56">22668 8838 1427 0,'0'0'8'0,"0"0"-1"16,0 0 34-16,0 0-36 0,0 0-5 16,0 0-24-16,27 130-78 15,-27-109-69-15,2-9-158 16,2-12-216-16</inkml:trace>
  <inkml:trace contextRef="#ctx0" brushRef="#br0" timeOffset="122267.48">22799 8482 1327 0,'0'0'56'16,"0"0"-56"-16,0 0-11 0,0 0-80 16,14 109-204-16</inkml:trace>
  <inkml:trace contextRef="#ctx0" brushRef="#br0" timeOffset="123042.96">21893 10393 1283 0,'0'0'34'0,"0"0"17"0,0 0 27 0,114-19-39 16,-41 13-21 0,4 1-4-16,-3 3 0 0,-9 2-4 15,-19 0-7-15,-19 4-2 16,-23 22 6-16,-4 12 0 16,-31 9 3-16,-26 8-5 15,-15 1 0-15,-8 1-1 16,4-2-3-16,14-8 0 15,16-4 0-15,19-10 3 16,18-4-4-16,9-4-1 16,15-2-3-16,32-5 0 15,14-9 1-15,3-7 0 16,-7-2-8-16,-10 0-23 16,-13 0-30-16,-16-7-51 15,-12-10-46-15,-6 0-126 0,-4-4-183 16</inkml:trace>
  <inkml:trace contextRef="#ctx0" brushRef="#br0" timeOffset="123210.74">21806 10583 1479 0,'0'0'26'0,"0"0"-3"15,0 0 4-15,0 0-6 16,140 99-11-16,-69-61-10 15,-6-5-4-15,-5-4-63 16,-16-15-145-16,-7-9-279 0</inkml:trace>
  <inkml:trace contextRef="#ctx0" brushRef="#br0" timeOffset="123374.52">22441 10613 918 0,'0'0'431'16,"0"0"-431"-16,0 0-9 15,0 0-5-15,0 0-250 16,0 0-713-16</inkml:trace>
  <inkml:trace contextRef="#ctx0" brushRef="#br0" timeOffset="123651.15">22485 10946 1439 0,'0'0'0'0,"0"0"0"16,14 119 36-16,1-69-32 16,-4 3 0-16,-9-3-4 15,-2-4 3 1,0-9 2-16,-13-6 0 0,-5-7 20 15,-2-8-5-15,-4-6-11 16,-12-6 1-16,-4-4 0 0,-7 0-5 16,-2-17 0-16,5-9-5 15,4-8 0-15,13-4-13 16,11 0-33-16,14-2-67 16,2 9-123-16,0 8-327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0-21T12:01:40.3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23490 10070 1270 0,'0'0'0'0,"0"0"-257"0,0 0 257 15,0 0 0-15,0 0-24 16,0 0-1-16,0 0 12 16,47 47-112-16,-12-47-180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0-21T12:05:42.5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28247 13372 378 0,'0'0'760'15,"0"0"-747"-15,0 0 21 16,0 0 70-16,0 0-89 16,0 0-12-16,0 0-3 15,-60 31 22-15,18 5-12 0,-10 2-7 16,4-1-3 0,5-4-40-16,14-5-25 0,18-3-78 15,11-10-106-15,11-8-88 16</inkml:trace>
  <inkml:trace contextRef="#ctx0" brushRef="#br0" timeOffset="201">28398 13391 1137 0,'0'0'207'0,"0"0"-204"0,0 0 60 16,0 0-29-1,0 0-34-15,0 0 0 0,125 62 0 16,-96-38-49 0,-8-4-67-16,-9-2-85 0,-9-8-116 15,-3 0-174-15</inkml:trace>
  <inkml:trace contextRef="#ctx0" brushRef="#br0" timeOffset="506.97">28240 13393 554 0,'0'0'377'0,"0"0"-355"16,0 0 16-1,0 0 80-15,0 0-34 0,0 0-27 16,36 106-12-16,-24-53 26 15,-4 13-14-15,-6 10 14 16,-2 14-34-16,0 6-12 16,-6 2-10-16,-10-2-3 15,5-11-7-15,-3-17-4 16,10-14-1-16,2-14-4 16,2-15-29-16,0-13-65 15,0-12-153-15,8 0-378 16</inkml:trace>
  <inkml:trace contextRef="#ctx0" brushRef="#br0" timeOffset="5537.29">28878 14811 820 0,'0'0'112'16,"0"0"-101"-16,0 0 97 15,0 0 2-15,0 0-52 0,0 0 5 16,0 0-13 0,29 134-7-16,-29-71-7 0,0 6 1 15,-18 13-12-15,-5-1-9 16,1-5-2-16,2 4-11 16,2-12 0-16,11-9-3 15,5-11-5-15,2-13-13 16,0-12-35-16,7-14-30 15,11-9-51-15,-3 0-102 16,-3-5-140-16</inkml:trace>
  <inkml:trace contextRef="#ctx0" brushRef="#br0" timeOffset="5903.83">28666 15364 1010 0,'0'0'70'16,"0"0"-54"-16,0 0 63 16,0 0 19-16,0 116-67 15,9-72-3-15,-3 3 3 16,-2-7-9-16,8-10-1 0,1-6 6 15,8-4-7 1,5-6-3-16,6-4-6 0,5-3-8 16,3-7 2-16,-1 0-5 15,-4 0 2-15,-6 0 2 16,0-4-2-16,-5-9-1 16,1-9-1-16,-3-4-8 15,-5-7-26-15,2 2-21 16,-9 1-59-16,-4 0-147 15,-6 11-316-15</inkml:trace>
  <inkml:trace contextRef="#ctx0" brushRef="#br0" timeOffset="13081.44">20094 13527 1575 0,'0'0'0'0,"0"0"-6"15,0 0 6-15,181-42 9 16,-76 23-9-16,-12 6-5 16,-17 5-50-16,-20 6-88 0,-21 0-92 15,-19 2-182 1</inkml:trace>
  <inkml:trace contextRef="#ctx0" brushRef="#br0" timeOffset="13337.06">20748 13070 1166 0,'0'0'106'0,"0"0"-101"0,0 0 76 15,0 0-40-15,0 0-41 16,0 0 27-16,10 110 38 0,-28-13-43 15,-8 9-11 1,-3 0-10-16,7-9-1 0,11-21-7 16,11-26-85-16,2-23-112 15,29-27-183-15,9-7-272 16</inkml:trace>
  <inkml:trace contextRef="#ctx0" brushRef="#br0" timeOffset="13590.97">20916 13509 1172 0,'0'0'117'0,"0"0"-116"15,0 0 48-15,0 0-41 16,0 0-8-16,0 0-59 16,146 68 3-16,-115-98-5 0,-9-8 10 15,-7-5 0-15,-8 2 0 16,-7-3 25-16,0 6 26 15,-13 7 10-15,-12 10 15 16,-6 8 28-16,0 13-3 16,0 0-50-16,-1 15-16 15,3 19-42-15,9 5-61 16,14 3-63-16,6-5-57 16</inkml:trace>
  <inkml:trace contextRef="#ctx0" brushRef="#br0" timeOffset="14148.92">21565 13395 1163 0,'0'0'111'0,"0"0"-96"0,51-118 53 16,-28 80-63-16,-6 7-5 15,-13 9-19-15,-4 10-15 16,-15 12 13-16,-30 0-13 15,-13 24 12-15,-11 17 19 16,-4 9 3-16,4 0-1 16,14 2 1-16,19-8 24 15,24-8-1-15,12-8-23 16,21-13-14-16,23-13-22 16,9-2 11-16,1-8-7 15,-5-19-16-15,-11-3 12 0,-11 4 35 16,-12 2 1-1,-8 8 51-15,-7 3 26 0,0 7 2 16,0 5-4 0,0 1-22-16,-7 0-19 0,-11 28-26 15,3 12-1-15,-5 8 1 16,4 8-2-16,2 4 9 16,4 2-3-16,1-1-6 15,7-3 4-15,2-3-7 16,0-10 2-16,0-9-3 15,0-10 1-15,0-12-2 0,0-6 4 16,0-8 0-16,-8 0 13 16,-11 0 10-16,-12 0-17 15,-7-14-8-15,-3-7-3 16,2-6-1-16,-1-5-5 16,6 0-18-16,10 2-15 15,10-2-17-15,14 5-41 16,0 2-86-16,12 0-155 15,17 5-107-15</inkml:trace>
  <inkml:trace contextRef="#ctx0" brushRef="#br0" timeOffset="14477.53">21906 13359 1404 0,'0'0'0'15,"0"0"1"-15,136-34 56 16,-74 30-39-16,-1 4-13 16,-13 0-2-16,-15 1 0 15,-6 18 6-15,-11 4 10 16,-7 2 1-16,-5 8-7 15,-4 10-10-15,0 3 1 0,0 2-4 16,0-5 0-16,0-5-13 16,-6-10-14-16,-1-9-31 15,3-10-51 1,2-9-36-16,2 0-79 0,0-27-144 16</inkml:trace>
  <inkml:trace contextRef="#ctx0" brushRef="#br0" timeOffset="14674.42">22412 13247 1284 0,'0'0'95'0,"0"0"6"16,0 0-34-16,0 0-46 0,0 0-15 15,-120 96 3-15,72-50 1 16,-2 2-5-16,-6-2-5 15,9-4-7-15,13-9-58 16,17-8-161-16,17-8-318 16</inkml:trace>
  <inkml:trace contextRef="#ctx0" brushRef="#br0" timeOffset="52546.42">22053 15909 1215 0,'0'0'0'16,"0"0"-113"-16,0 0 113 16,0 0 103-16,127-13-70 15,-71 9-13-15,2 4-12 16,-2 0 5-16,-8 0 17 15,-5 0 7-15,-3 0-12 16,-5 0-6-16,-1 0-5 16,-1 0 2-16,2 0-3 15,6 0 0-15,3 0-1 0,8 0 1 16,8 0-4 0,9 0 1-16,2 0 1 0,5 0-1 15,-3-5-3 1,-4 5-5-16,-3 0 1 0,-4 0-3 15,0 0 0-15,-5 0 2 16,2 0-1-16,1 5 0 16,-2-5-1-16,4 4 0 15,-2-4 0-15,5 2 0 16,5-2 0-16,5 0 1 16,6 0-1-16,2 0 2 15,-4 0-2-15,-4 0-3 16,-3 0 2-16,-5 0-1 15,0 0 1-15,-5 0-1 0,0 0 1 16,-6 0-2-16,2 0 4 16,0 0-2-16,-1 0 1 15,4 0-3 1,6 0 3-16,2 0 1 0,4 0-1 16,1 0 1-1,2 0-2-15,-3-6 2 0,-6 1-2 16,0 5 0-16,-5-8-5 15,-4 4-5-15,3-2 4 16,1 2 6-16,3-5-3 16,3 8-3-16,3-2-5 15,-1-1-3-15,-1-1 9 0,-2 4 3 16,-3-2-5-16,3 1 4 16,-3-2 4-16,-1 4-1 15,-3-4 1-15,0 0 0 16,3-2 0-16,1 2 0 15,4 0 0-15,-4-3 0 16,1 2-2-16,1 4 2 16,-1 1 0-16,-3 0-1 15,-1 0 0-15,-6 0 1 16,-3 0-1 0,-4 0-3-16,0 0 4 0,-6 0-4 15,0 0-4-15,-2 0 3 16,0 0 2-16,0 0-1 15,3 0 3-15,-1 0 0 16,5 0-3-16,-3 0-1 0,4 0 3 16,-4 0 0-16,-2 0-4 15,1 0 2-15,-1 0 0 16,-3 0-1-16,4 0 4 16,-5 0-1-16,-3 0 1 15,-1 1-1-15,-3 4 2 16,2-3 0-16,-1 3 1 15,-3-1-1-15,-5-4 7 16,1 0 4-16,0 1 5 16,2 4-1-16,2-1 3 0,6-4-13 15,5 4 0 1,9-4-3-16,2 0 2 0,3 4 0 16,-3-2-2-1,-7 2-2-15,-10-1 1 0,-12-2-1 16,-11-1 0-16,-7 0 0 15,-4 0 0-15,0 0-20 16,-2 0-42-16,-17 0-111 16,-8-8-240-16</inkml:trace>
  <inkml:trace contextRef="#ctx0" brushRef="#br0" timeOffset="54972.93">23227 16234 875 0,'0'0'288'0,"0"0"-288"0,0 0 0 16,0 0 24-16,0 0-24 15,0 0-9-15,-145 50 7 16,107-23 2-16,7 0 2 15,6-4 9-15,10-1 21 16,15-4-13-16,0-1-4 16,15 6-5-16,26-2-3 15,7 2-2-15,8-4-5 16,0-2 2-16,-9-3-2 16,-13-1 1-16,-15-7-1 0,-14-4-2 15,-5 3 2 1,0 5 1-16,-26 2 33 15,-22 6-17-15,-14 6-15 0,0-3 0 16,6-8 6 0,16 1-8-16,15-10 0 0,21 0 0 15,4-4-52 1,29 0-87-16,27-8 21 0,15-10-132 16,0-8-135-16</inkml:trace>
  <inkml:trace contextRef="#ctx0" brushRef="#br0" timeOffset="55250.12">23461 16506 931 0,'0'0'59'0,"0"0"-16"0,0 0 90 16,0 0-94-16,0 0-31 16,0 0 22-16,-18 42-2 15,28-29-9-15,9 1-13 16,4-6 4-16,6-8-4 15,2 0-6-15,-4-12-5 16,-6-11-8-16,-3-8-12 16,-9 1-9-16,-9 5-10 15,0 8 18-15,-6 5 22 16,-26 12-23-16,-7 0-14 0,-9 29-67 16,2 4-40-1,7 3-26-15,16-6-72 16</inkml:trace>
  <inkml:trace contextRef="#ctx0" brushRef="#br0" timeOffset="55570.25">24002 16356 1168 0,'0'0'219'0,"0"0"-213"16,0 0-6-1,0 0 4-15,83-126-4 0,-63 100-44 16,-13 3-3-16,-7-2 25 16,0 11 16-16,-14 1 6 0,-8 13 22 15,-2 0 15 1,-3 0-9-16,-2 13-13 0,0 5-6 16,2 12-3-1,3 3 0-15,1 2 5 0,1 18 8 16,2 4 16-16,-4 12-18 15,1 3-9-15,5-2-8 16,3-12-2-16,6-14-7 16,4-12-69-16,5-14-53 15,0-13-106-15,-2-5-177 16</inkml:trace>
  <inkml:trace contextRef="#ctx0" brushRef="#br0" timeOffset="55740.8">23570 16543 1291 0,'0'0'70'0,"0"0"-52"16,0 0 18-16,122-58 1 16,-45 50-22-16,-2 8-13 15,-10 0-2-15,-12 0-59 16,-17 8-51-16,-11 6-65 16,-15-1-174-16,-2-4-293 15</inkml:trace>
  <inkml:trace contextRef="#ctx0" brushRef="#br0" timeOffset="55979.41">24326 16181 1178 0,'0'0'74'0,"0"0"-64"15,0 0 34-15,0 0 16 16,0 0-47-16,-63 148 0 15,32-98-9-15,2 4 9 16,7-2-9-16,13-10-4 16,9-4-5-16,0-5 3 15,29-12-5 1,9-7-11-16,4-14-49 0,1 0-27 16,-10-10-131-16,-8-15-184 15</inkml:trace>
  <inkml:trace contextRef="#ctx0" brushRef="#br0" timeOffset="56131.41">24052 16324 1027 0,'0'0'340'15,"0"0"-321"-15,0 0 29 16,0 0-41-16,0 0-3 16,174-7-4-16,-97 14-1 15,-6 3-50-15,-13 7-63 16,-17 0-95-16,-12 6-132 15</inkml:trace>
  <inkml:trace contextRef="#ctx0" brushRef="#br0" timeOffset="56977.28">24559 16365 1184 0,'0'0'42'0,"0"0"-41"15,0 0 69-15,0 0-38 16,0 0-31-16,0 0 30 16,-19 14-5-16,-13 16-13 15,-5 6-5-15,0 0-8 16,8-11 6-16,12-2-6 16,8-9-2-16,7-3-17 15,2-9-33-15,0-2-1 16,20 0 25-16,9-7 23 0,2-15 0 15,4-6 0-15,1 2 1 16,0 2 4-16,-7 4 0 16,-3 6 3-16,-8 4 7 15,-9 6 16-15,-7 4-15 16,-2 0 3-16,0 0-4 16,0 14-6-16,0 12 8 15,-8-5-12-15,-1-6-2 16,5-5-9-16,4-2 2 15,0-8-9-15,0 0-1 16,0 0 9-16,8 0 10 16,11 0 2-16,2-14-2 15,0 6 0-15,-1-6-2 0,-5 6-7 16,-4 4-7-16,-6 2 0 16,-5 2 16-16,0 0 4 15,0 10 15-15,0 12-1 16,-3 7-7-16,3-4-9 15,0-2-2-15,12-10-5 16,15-9-4-16,4-4 0 16,9 0-6-1,2-23-7-15,3-4 7 0,-1 1-3 16,-7-2 9-16,-4 2-76 16,-10 3-57-16,-11 2-29 15,-12 3 6-15,0 13 140 16,-22 5 25-16,-16 0 43 0,-7 23 48 15,-6 7-7-15,6 5-27 16,12-6-18-16,16 1 22 16,11-12-32-16,6-3-29 15,6-8-41-15,15-7-4 16,6 0 32-16,2 0 13 16,0-5 1-16,-6-8-1 15,-6 5 5-15,-5-2 30 16,-8 6 54-16,0 0 17 15,-2 4-37-15,3 0-31 16,-1 0-17-16,2 0-14 16,6 0-7-16,1 4-3 15,8 4-44-15,-1-2-99 16,-1-6-128-16,0 0-108 0</inkml:trace>
  <inkml:trace contextRef="#ctx0" brushRef="#br0" timeOffset="57144.98">25230 16423 1072 0,'0'0'188'16,"0"0"-169"-16,0 0 88 15,0 0-26-15,0 0-61 16,118 83-20-16,-89-50 0 16,-2 3-25-16,-4-5-39 15,-8 0-59-15,-7-9-74 16,-2-8-116-16,-6-1-194 15</inkml:trace>
  <inkml:trace contextRef="#ctx0" brushRef="#br0" timeOffset="57308.34">25542 16312 1265 0,'0'0'128'16,"0"0"-62"-16,0 0 21 15,0 0-53-15,0 0-32 16,-165 161-2-16,111-99-3 16,4-8-53-16,11-10-128 15,16-14-284-15</inkml:trace>
  <inkml:trace contextRef="#ctx0" brushRef="#br0" timeOffset="75345.14">21376 17570 959 0,'0'0'26'15,"0"0"-26"-15,0 0-7 16,66-115 3-16,-54 102 4 16,-3 2-11-16,-7 7 11 0,-2 4 14 15,0 0 54 1,-9 0 12-16,-22 0-39 0,-12 4-40 16,-10 24-1-16,-9 12-4 15,0 9 4-15,-2 5 0 16,14 4-2-16,16 0-4 15,20-8 2-15,14-10-4 16,34-14-53-16,28-12-41 16,16-14 41-16,14-10-31 15,-1-20-18-15,-4-11-6 16,-14-3 114-16,-12 0 2 16,-17 7 88-16,-17 15-8 15,-13 4-20-15,-14 14 70 16,0 4 58-16,-12 0-73 15,-14 22-88-15,-5 10-10 0,4 8 0 16,6-1-3 0,15 3-9-16,6-13-5 0,0-7-7 15,27-12-15-15,11-10 2 16,13 0 7-16,2-14-8 16,-2-18-10-1,-4-6 4-15,-11 2-5 0,-12 3 18 16,-6-2 3-16,-9 5-5 15,-7 1-3-15,-2 8 17 16,0 7 1-16,-17 10-33 16,-12 4-21-16,-7 10-1 15,1 19-67-15,-2 4 43 0,11-3-45 16,12-6 15-16,12-2-134 16</inkml:trace>
  <inkml:trace contextRef="#ctx0" brushRef="#br0" timeOffset="75689.09">22371 17437 1268 0,'0'0'39'16,"0"0"24"-16,0 0 17 15,0 0-78-15,-150 58-2 16,111-17-12-16,6-7 6 0,15-2 5 15,13-4-15 1,5-2-11-16,3-8-23 0,23-6 13 16,7-2 26-16,4-2 7 15,-6-4 2-15,-9-2 1 16,-11 2 1-16,-8-4 0 16,-3 4 15-16,0 1 46 15,-5 3-11-15,-15 5-25 16,-14 5-25-16,5 4-12 15,5-4-9-15,9 0-54 16,12-8-45-16,3-10-92 16,16 0-118-16</inkml:trace>
  <inkml:trace contextRef="#ctx0" brushRef="#br0" timeOffset="75843.81">22561 17616 1238 0,'0'0'171'15,"0"0"-160"-15,0 0 69 16,0 0-68-16,0 0-12 16,0 0-5-16,-18 94-52 15,12-68-40-15,6-8-36 16,0-14-136-16,2-4-121 16</inkml:trace>
  <inkml:trace contextRef="#ctx0" brushRef="#br0" timeOffset="75988.83">22659 17293 791 0,'0'0'507'0,"0"0"-502"0,0 0 18 0,0 0-16 16,0 0-7-16,0 0-36 16,40 99-71-16,-27-60-131 15,3-3-104-15</inkml:trace>
  <inkml:trace contextRef="#ctx0" brushRef="#br0" timeOffset="76540.38">22875 17526 1212 0,'0'0'73'0,"0"0"-20"16,0 0 19-16,0 0-65 0,0 0-7 15,-72 126-1 1,64-97-17-16,3-6-6 0,5-13 8 15,0-6-25-15,21-4 23 16,10-8 18-16,4-21 0 16,3 0 10-16,-2 6 18 15,-7-4 9-15,2 5-3 16,-4 8-8-16,-3 2-5 16,-1 12-9-16,-6 0-8 15,-5 4 10-15,-6 22-3 16,-3 10-3-16,-3 0-5 15,0 4-3-15,0-6-1 16,6-6-22-16,14-6-35 0,9-8 9 16,7-10 10-16,6-4 4 15,10 0 18 1,1-14-3-16,4-12 14 0,-1-1 6 16,-4 0 0-16,-8-3 4 15,-3-2-1-15,-12 2 11 16,-8-2-11-16,-7 4-2 15,-14 2 1-15,0 13 0 16,-18 8 1-16,-22 5 16 16,-11 14-8-16,-7 18-9 0,-3 12 1 15,6 8 2 1,12 2 23-16,17 0-11 0,19-4-2 16,7-6 8-16,40-9-6 15,28-16-17-15,16-7 0 16,5-12-39-16,-4 0-63 15,-12-4-17-15,-17-13-79 16,-23 3-180-16</inkml:trace>
  <inkml:trace contextRef="#ctx0" brushRef="#br0" timeOffset="81621.95">25712 17696 1137 0,'0'0'0'16,"0"0"5"-16,0 0 79 16,131-98-25-16,-65 62-7 15,9 4 8-15,-2-9 4 16,-2 6-30-16,3-10-6 16,1 1-3-16,8-4-5 15,6-7-1-15,7-6-9 16,4-7-4-16,5-9-3 15,-1 7-2-15,-6 8-1 16,-17 12 3-16,-21 18-1 16,-18 10-2-16,-15 6-1 15,-12 10-7-15,-5 1-3 0,-6 5-21 16,0 0-3 0,-4 0-24-16,0 0-48 0,0 0-62 15,-4 9-173-15,-23 5-82 16</inkml:trace>
  <inkml:trace contextRef="#ctx0" brushRef="#br0" timeOffset="81958.1">26870 16763 872 0,'0'0'160'16,"0"0"-154"-16,0 0 132 15,142-5-75-15,-77 1-31 16,7-1 0-16,1 5-16 16,-2 0-16-16,-9 0 6 15,-10 0-5-15,-14 0-2 16,-16 0-1-16,-11 0 2 15,-11 0 0-15,0 13 25 16,-15 11 30-16,-21 16-7 16,-11 4-37-16,-4 4-11 0,2 7-26 15,6-5-71 1,10-6-98-16,9-9-213 16</inkml:trace>
  <inkml:trace contextRef="#ctx0" brushRef="#br0" timeOffset="82676.14">25796 17754 757 0,'0'0'493'16,"0"0"-482"-16,0 0 16 0,0 0 75 15,183 134-50-15,-105-77-9 16,4 2-22 0,-4 2-7-16,3-1-10 0,-4 2 4 15,-3-4 1-15,-3-10-1 16,-9-2-1-16,-6-6-4 16,-9-13-3-16,-7-9 0 15,-6-6-4-15,-12-6-19 16,-9-2-15-16,-4 0-1 15,-7-4-20-15,-2 8-18 16,0-8-23-16,-4 2-93 16,-14-2-192-16</inkml:trace>
  <inkml:trace contextRef="#ctx0" brushRef="#br0" timeOffset="83016.23">26734 18063 1222 0,'0'0'35'16,"0"0"-12"-16,0 0 6 16,60 114 0-16,-35-64-27 15,4-1-2-15,-4-9-5 16,-6-13-19-16,-5-4 14 15,-8-13 9-15,-6-3 1 0,0 2 0 16,0 1 17-16,-16 7 16 16,-10-5-16-16,-12 7 0 15,-2-5 6-15,2 3-16 16,7 2-5-16,7-7-4 16,10 2-5-16,7-6-37 15,7-4-25-15,0-4-89 16,16 0-194-16</inkml:trace>
  <inkml:trace contextRef="#ctx0" brushRef="#br0" timeOffset="84114.77">28126 16441 1243 0,'0'0'0'16,"0"0"-14"-16,0 0 14 16,143-18 4-16,-103 18-4 0,-11 0-8 15,-13 10 0-15,-9 4 5 16,-7 12 3-16,-2 5 21 16,-30 0 24-16,-7 13-21 15,-7-8 5-15,2 0-11 16,6-4-1-16,12-6-4 15,12-8-10-15,12-2-3 16,2-5-3-16,2 3-6 16,16-6 5-16,6 0-5 15,5-6-24-15,0-2-2 16,-2 0-35-16,-7 0-71 16,-7-2-109-16,-11-10-62 0</inkml:trace>
  <inkml:trace contextRef="#ctx0" brushRef="#br0" timeOffset="84285.36">28026 16642 1029 0,'0'0'132'0,"0"0"-109"16,0 0-13-16,0 0 7 15,0 0-17-15,123 21-3 16,-105-1-56-16,-5 6-141 15,-6-4-115-15</inkml:trace>
  <inkml:trace contextRef="#ctx0" brushRef="#br0" timeOffset="84475.86">28423 16663 1169 0,'0'0'210'0,"0"0"-197"15,0 0 2-15,0 0-8 16,0 0-7-16,0 0-4 16,7 41 2-16,-5-22-6 15,-2 7-33-15,0-3-41 16,0-2-66-16,0-12-153 16,-2-9-103-16</inkml:trace>
  <inkml:trace contextRef="#ctx0" brushRef="#br0" timeOffset="84643.2">28556 16405 1275 0,'0'0'150'0,"0"0"-134"0,0 0 1 16,0 0-17-16,0 0-76 15,0 0-25-15,23 116-228 16</inkml:trace>
  <inkml:trace contextRef="#ctx0" brushRef="#br0" timeOffset="85264.9">27576 18017 1128 0,'0'0'0'0,"0"0"60"0,114 0 58 0,-67 0-82 16,-7 10-13-1,-11-6-12-15,-9 4-10 0,-7-2 0 16,-8-2 0 0,-1 3-1-16,-4 8 3 0,0 7 0 15,-11 8 3-15,-16 2-4 16,-4 5-1-16,0-2 1 15,0 0-1-15,6-8 1 16,2 2-1-16,8-10 3 16,9 0-2-16,6-5-2 15,0-1-2-15,0-4-2 16,15 1-9-16,5-2-11 16,-2 1-22-16,0-4-2 15,-7-5-39-15,-2 0-77 16,-7 0-79-16,-2-5-368 0</inkml:trace>
  <inkml:trace contextRef="#ctx0" brushRef="#br0" timeOffset="85436.1">27683 18137 1467 0,'0'0'8'15,"0"0"4"-15,0 0 1 16,0 0-11-16,0 0-2 15,0 0-49-15,98 105-79 16,-87-67-66-16,-1-10-205 16</inkml:trace>
  <inkml:trace contextRef="#ctx0" brushRef="#br0" timeOffset="85576.83">28111 18023 1337 0,'0'0'0'0,"0"0"-14"16,0 0 11-16,0 0-5 15,0 0-80-15,0 0-180 16,63 114-243-16</inkml:trace>
  <inkml:trace contextRef="#ctx0" brushRef="#br0" timeOffset="85853.16">28145 18289 775 0,'0'0'508'16,"0"0"-506"-16,0 0 9 15,0 0 75-15,0 0-64 16,8 140-15-16,-8-95 0 16,0-2-2-16,0-8 5 15,-8-3-3-15,-8-4 0 16,-2-3-2-16,-4-7 0 15,-3-9 2-15,-4 2-4 16,-2-9 7-16,0-2 1 16,4 0-2-16,5-16 3 15,6-10-12-15,10-11-12 0,3-5-46 16,3 0-48 0,-2 4-97-16,-9 12-317 0</inkml:trace>
  <inkml:trace contextRef="#ctx0" brushRef="#br0" timeOffset="86743.03">26331 17493 1051 0,'0'0'82'16,"0"0"-24"-16,2 105 32 15,-2-53-39-15,-6-6-37 16,-15 2-9-16,-4-8 4 16,2-7 3-16,-2-12-7 15,2-7-3-15,5-5-2 16,7-6-25-16,1 0-44 16,5 0-56-16,3 1-125 15,2 1-101-15</inkml:trace>
  <inkml:trace contextRef="#ctx0" brushRef="#br0" timeOffset="87233.78">26599 17526 982 0,'0'0'77'16,"0"0"-62"-16,0 0-10 15,0 0 50-15,0 0-39 16,0 0-13-16,0 0 25 16,-96 148 18-16,69-96 2 15,9-5-1-15,7-12 9 16,9-5-34-16,2-7-16 0,2-14-6 16,27-5-4-16,9-4-14 15,8-13 1-15,3-18-1 16,-1-5 0-1,-9-4 1-15,-5-4 7 0,-10-2 9 16,-6-6-2-16,-7 2-2 16,-6 5 1-16,-5 9-3 15,0 18 7-15,-23 14 0 16,-10 4 4-16,-7 18-1 16,-1 18-3-16,6-1 1 0,8 1 1 15,12-8-1-15,11-6 9 16,4-4 17-16,0-10-7 15,24 0-10-15,10-8 2 16,5 0 10-16,5 0-13 16,2-8-2-1,-9 4-5-15,-6 4-2 0,-8 0-28 16,-12 0-47-16,-11 25-101 16,0 12-517-16</inkml:trace>
  <inkml:trace contextRef="#ctx0" brushRef="#br0" timeOffset="97916.65">29980 16605 1115 0,'0'0'28'0,"0"0"-11"0,0 0-2 16,0 0 63-16,-38 138-34 15,38-73 19-15,0 6-32 16,0-4-13-16,7 10 7 15,11 11 14-15,-2 10-9 16,-5 14-3-16,-5 16-6 16,-6 16 3-16,0 7-6 15,0 10-7-15,0-3-4 16,-4-12-4-16,2-12 0 16,2-27-1-16,0-31-1 0,0-22-1 15,11-28-2 1,-2-12-4-16,0-10-26 0,-3-4-34 15,3 0-69 1,1-27-9-16,0-18-135 0,-5-10-214 16</inkml:trace>
  <inkml:trace contextRef="#ctx0" brushRef="#br0" timeOffset="98326.39">30183 16673 767 0,'0'0'255'0,"0"0"-234"16,0 0 25-16,0 0 65 16,-120-14-51-16,76 32-29 15,1 9 9-15,3 5 1 16,4 4-20-16,7 4-11 0,7 0-10 15,7 4-6-15,3-4-36 16,10 4-40-16,2-4-66 16,0-12-134-16,11-14-46 31</inkml:trace>
  <inkml:trace contextRef="#ctx0" brushRef="#br0" timeOffset="98508.81">30185 16820 1267 0,'0'0'27'0,"0"0"-24"0,0 0 92 0,0 0-38 15,0 0-35 1,0 0-10-16,56 76-12 0,-25-48-19 16,5 2-115-1,-1-4-118-15,-10 6-425 0</inkml:trace>
  <inkml:trace contextRef="#ctx0" brushRef="#br0" timeOffset="99139.4">29956 18362 762 0,'0'0'34'15,"0"0"18"-15,0 0 61 16,0 0-20-16,0 0 14 15,0 0-21-15,102-25 5 16,-48 25-25-16,8 0 15 16,16 0-39-16,13 0-7 15,19 0-8-15,12 6-8 16,14-1-10-16,11-1-3 16,18-4-6-16,7 0 0 15,4 0 0-15,-5 0-23 0,-17-9-10 16,-18 3-4-16,-21-1 9 15,-25 7 7-15,-30-4 12 16,-19 4 9-16,-26 0-1 16,-11 0 2-16,-2 0 1 15,-2 0 1-15,0 0 0 16,0 0-3-16,0 0-43 16,5-4-33-16,2-6-31 15,-5-2-42-15,-2-2-158 16,0 9-482-16</inkml:trace>
  <inkml:trace contextRef="#ctx0" brushRef="#br0" timeOffset="99477.78">31823 17941 1265 0,'0'0'26'16,"0"0"-18"-16,0 0 80 15,0 0-81-15,0 0 2 16,132 64 23-16,-53-30-15 16,4 2-16-16,0 0 2 0,-10-4-2 15,-8-2-1 1,-23 2-12-16,-13-6-8 0,-11-3 11 15,-16-5 3-15,-2-4 6 16,-6 4 4-16,-28 0 21 16,-4 3-1-16,-2 2-18 15,-4-2-6 1,1 2-5-16,1-4-38 0,6-2-68 16,9-5-124-16,9-6-285 15</inkml:trace>
  <inkml:trace contextRef="#ctx0" brushRef="#br0" timeOffset="101678.92">30106 17592 769 0,'0'0'50'16,"0"0"-44"-16,0 0 85 16,0 0-16-16,0 0-34 15,0 0 28 1,104-44-2-16,-93 44-14 0,5-5 4 15,-1 5-12-15,3 0 1 16,3 0-14-16,-2 0 2 16,4 11-11-16,-3 1-11 15,1-2-7-15,2 1 0 16,2 4-2-16,-1-1-1 16,-2-1-2-16,1-5 1 15,-1 1 1-15,-2-3-1 0,-4 2 1 16,-1 2-1-1,-4-1 1-15,0 2 0 0,1-1 4 16,-3 0 0-16,-1 6 0 16,1-2-2-16,3 8 3 15,1 4-1-15,1-2 0 16,-4 2-5-16,1 3 0 16,-1-8 0-16,-2 5 1 15,-1-3-2 1,-3-1 1-16,0 0 1 0,2 2 3 15,-4-4 0-15,2 0 4 16,1 2-2-16,1 0-4 16,3 4 1-16,-2-4-2 15,2-4-2-15,2 4 1 16,-2-4 1-16,0 7-2 16,-1-6 1-16,1 2 0 0,-2-1-1 15,2 0 1-15,0 2-1 16,-3-5 0-16,4 6 1 15,1-5 0-15,-3 2-1 16,0 0 0-16,0 0 0 16,1-2 0-16,1-3 0 15,0-2 0-15,-1 1 0 16,0 3 1-16,0-4-1 16,-2-3 1-16,1 5-1 15,-1-3 0-15,0-3 1 16,2 3-1-16,-3-3 0 0,-1 0 1 15,4-1-1-15,0 2 0 16,-1 4 0-16,9-5 0 16,-4 5 0-16,5-4 1 15,-3-4 0-15,1 0-1 16,-1-2 1-16,1 4-2 16,-5-2 3-16,0-2-2 15,-4 3 0-15,-3 0 1 16,7-3 1-16,-2 6-1 15,3-2 1-15,5 0-1 16,-5-2 0-16,3 1 1 16,1-2-2-16,-3-3 1 15,5 0 1-15,-5 0-1 0,3 2 1 16,-5-4-1 0,0 4 2-16,-2-4-3 0,2 4 3 15,-2-4-2-15,5 4 0 16,-4 1 2-16,6 0-2 15,0-2-1 1,0 1-3-16,-1-1 3 0,3 0 0 16,-3 2 1-1,-1-5-1-15,1 4 0 0,-1-4 1 16,1 0-1-16,3 0 0 16,2 0 2-16,2 0-4 15,-1 0 4-15,1 0-4 16,-5 0 4-16,0 0-4 15,-7 0 1-15,-1 0 1 0,-3-4 3 16,2 4-3-16,1 0 0 16,-1-5 1-16,4 5-1 15,3-6 0-15,-1-1-4 16,1 3 3-16,-1 1 1 16,-1-4 0-16,-2 3 0 15,-4 0 0-15,0 4 0 16,-3-2 1-16,2 0 0 15,-1-2 1-15,4-3-3 16,-2 3 1-16,1 1-1 16,1-1 1-16,-1 2 1 0,-4-2-1 15,0 0-1 1,-4 4 1-16,2 0 1 0,-2 0-1 16,0 0 0-1,0 0-3-15,0 0 3 0,0 0 1 16,0 0 2-16,0 0-3 15,0 0 0-15,2 0 0 16,1 0-1-16,-3 0 1 16,2 0 0-16,-2 0 0 15,0 0-4-15,0 0 8 16,2 0-6-16,-2 0 3 16,0 0-1-16,0 0 0 15,0 0 0-15,0 0 2 16,0 0-1-16,0 0 4 0,0 0 1 15,0 0-6 1,0 0-8-16,0 0-24 0,0 0-117 16,-9 11-476-1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0-21T13:13:50.1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2958 13465 1228 0,'0'0'151'0,"0"0"-148"0,0 0 23 16,0 0 56-16,0 0-43 16,0 0-19-16,141 10-7 15,-99 2-1-15,-2-2-6 16,1 1 0-16,-8-4-2 15,-6-1-4-15,-8-2 0 16,-3 0 1-16,-5-2-1 16,-2 0-11-16,-4 0-12 15,-3 0-13-15,-2 0-22 0,0 2-46 16,0 0-35-16,0 1-112 16,-5-5-128-16</inkml:trace>
  <inkml:trace contextRef="#ctx0" brushRef="#br0" timeOffset="302.08">3197 13364 750 0,'0'0'0'0,"0"0"-36"16,0 0 36-16,0 0 27 15,0 0-26-15,0 0 5 16,-14-37 49-16,10 37 83 15,2 0 2-15,-1 0-29 16,-1 0-20-16,2 0-9 0,0 0-20 16,0 10-13-1,-3 10-19-15,2 10-10 0,-1 12 3 16,0 8-6-16,-1 4-2 16,1-1-6-16,2-12-6 15,-3-4-3-15,1-7 0 16,-1-6-4-16,-2-8-21 15,5-9-38-15,0-7-136 16,-2-9-341-16</inkml:trace>
  <inkml:trace contextRef="#ctx0" brushRef="#br0" timeOffset="1731.78">2977 11676 1251 0,'0'0'207'0,"0"0"-205"15,0 0 7-15,0 0 47 16,0 0-34-16,0 0-13 15,83 11 3-15,-42 0-9 16,-3-2-3-16,-7 1-6 0,-4-1-40 16,-4 5-106-1,-15 7-197-15</inkml:trace>
  <inkml:trace contextRef="#ctx0" brushRef="#br0" timeOffset="2442.31">2711 15186 1230 0,'0'0'243'0,"0"0"-235"16,0 0-8-16,0 0 48 15,0 0-15-15,158-45-13 16,-96 29-11-16,-6 4-6 16,-6 7 1-16,-8 2 3 15,-13 3-7-15,-7 0 1 16,-11 0-2-16,-2 0-17 15,2 0-68-15,2-16-174 16,3-24-515-16</inkml:trace>
  <inkml:trace contextRef="#ctx0" brushRef="#br0" timeOffset="45863.18">14542 16306 1170 0,'0'0'24'16,"0"0"-21"-16,0 0 57 15,-131 117-18-15,95-36-27 0,3-2-10 16,0-3-2-16,4-9-3 16,4-9 6-16,7-12-6 15,7-6-1-15,9-14-33 16,2-12-123-16,4-14-263 16</inkml:trace>
  <inkml:trace contextRef="#ctx0" brushRef="#br0" timeOffset="46070.28">14556 16431 1217 0,'0'0'114'0,"0"0"-107"0,0 0 7 16,0 0 18-16,0 0-7 15,31 158-24-15,-29-96 0 16,-2 0-1-16,0-13-4 15,4-7-85-15,3-12-58 16,4-12-143-16,1-10-183 16</inkml:trace>
  <inkml:trace contextRef="#ctx0" brushRef="#br0" timeOffset="46271.15">15157 16267 1150 0,'0'0'140'16,"0"0"-137"-16,-147 66 85 15,90-12-52-15,-1 18-36 16,2 8-3-16,2 4-4 16,12-8-17-16,11-13-57 15,19-21-41-15,12-16-113 16,0-26-102-16</inkml:trace>
  <inkml:trace contextRef="#ctx0" brushRef="#br0" timeOffset="46471.68">15126 16258 939 0,'0'0'20'0,"0"0"39"16,-15 135 83-16,-10-43-89 15,-6 2-16-15,4 4-17 16,6-17-7-16,11-19-13 16,10-16 0-16,0-16-63 15,24-16-172-15,10-14-173 16</inkml:trace>
  <inkml:trace contextRef="#ctx0" brushRef="#br0" timeOffset="47322.52">15228 16790 957 0,'0'0'1'0,"0"0"-1"16,0 0 1-16,147-54-1 16,-104 22-47-16,-10 1-9 15,-11 4 21-15,-10 4 30 16,-12 6 5-16,0 9 11 15,0-3 28-15,-21 9-3 16,-5 2 0-16,-6 0-15 16,-3 21-9-16,-3 10-10 15,-2 9 11-15,4 1 34 0,7 3 10 16,9-4 10-16,14-5-29 16,6-2-23-16,4-11-5 15,27-8-5-15,11-10-2 16,8-4-3-16,-2-4-3 15,2-21-34-15,-6-4-32 16,-6 3-46-16,-6 2-10 16,-9 2 23-16,-4 5 32 15,-4 3-12 1,1-4 45-16,-1 5 4 0,1-1-57 16,0-4 21-16,-3 1-20 15,0 3 89-15,-3 5 38 16,-6 5 133-16,-4-1-22 15,0 5 0-15,0 0-21 0,0 0-55 16,0 0-1-16,0 0-10 16,0 11-37-16,-12 10-13 15,-3 9-6-15,-1-6-3 16,-1 2-1-16,3-3 0 16,5-9-2-16,5-2 0 15,2-8-1-15,2-4-2 16,0 0 0-16,0 0 0 15,0 0 2-15,6 0 1 16,19-18 1-16,6-8 4 16,2-1-3-16,1 1-2 15,-3 2 1-15,-11 12 5 0,-5 2 11 16,-10 6 5 0,-5 4 8-16,0 0 7 0,0 0-5 15,0 8-15-15,0 10-9 16,-9 5-1-16,3-4-5 15,1-2-2-15,5-11-6 16,0 2 0-16,0-8-18 16,13 0 4-16,8 0 13 15,1-14 7-15,0 0 1 16,2-3 1-16,1 7-1 16,-2-6 0-16,-6 10 3 15,-5 2-4-15,-8 4-1 16,-2 0-1-16,0 0 0 0,1 0 2 15,-3 13-9 1,0 5-56-16,2 0-51 0,0-4-84 16,2-1-49-16,3-8-165 15</inkml:trace>
  <inkml:trace contextRef="#ctx0" brushRef="#br0" timeOffset="48027.46">16102 16731 925 0,'0'0'78'0,"0"0"-30"16,0 0 30-16,0 0-51 16,0 0-21-16,0 0-6 0,62 12 2 15,-53-12-2 1,3 0 0-16,1-7 9 0,-3-16 9 16,2-4 13-16,-5-4-8 15,-7 5 5-15,0 8-2 16,0 5-5-16,-7 13-4 15,-11 0-17-15,-7 13-17 16,4 13-12-16,-2 0-11 16,7-6-28-16,10-4-40 15,6-6-7-15,0-10 3 16,10 0 25-16,19 0 38 16,8-17-47-16,-2-2-19 15,3-3-8-15,-5 0 123 16,1 4 18-16,-5 0 133 15,0 4 62-15,-5 6-32 0,-1 2-9 16,-6 2-55-16,-3 4-59 16,-5 0-23-16,-5 10-5 15,-4 17-21 1,0 2-3-16,0 3-3 0,-2 1-3 16,-9-7 0-16,4-8 0 15,2-8 0-15,3-7-2 16,2-3 2-16,0 0 0 15,0 0 0-15,0 0 0 16,5-6 1-16,17-10-1 16,7-6 6-16,2 0-4 15,3 4 0-15,-3 4-1 0,-4 9 3 16,-7 5-3-16,-7 0-1 16,-4 2-4-16,-5 15 2 15,-2 10 1-15,1-6-2 16,-3-3 3-16,7 0-1 15,-1-9 1-15,3 1-3 16,0-6-2-16,0 0-8 16,0 0-8-16,-1 2 0 15,2 1-13-15,1 4-1 16,-1 5 11-16,2-2-1 16,-1 4-13-16,1-4-24 15,3-6-54-15,3-8-59 16,2 0-60-16</inkml:trace>
  <inkml:trace contextRef="#ctx0" brushRef="#br0" timeOffset="48241.82">17035 16598 589 0,'0'0'761'15,"0"0"-751"-15,0 0 45 16,0 0-8-16,0 0-37 15,0 0 12-15,-58 151 28 16,-21-40-20-16,-15 5-10 16,0-8-1-16,12-13-19 15,24-15-2-15,22-22-71 16,24-24-220-16,12-24-703 0</inkml:trace>
  <inkml:trace contextRef="#ctx0" brushRef="#br0" timeOffset="49015.01">17993 16223 990 0,'0'0'55'0,"0"0"52"16,0 0-21-16,-64 101-78 16,17-7 13-16,-4 9 3 15,1-1-3-15,8-7 20 16,5-15-8-16,12-22-4 0,12-18-7 15,13-22-9 1,0-8-10-16,0-10-3 0,15 0 2 16,12-24 0-16,6-16 2 15,5-4-2-15,0 0-2 16,-2 12 0-16,2 10 0 16,-11 17 0-1,-3 5-4-15,-6 9-6 0,-14 27 8 16,-4-1 2-16,0 6 3 15,-19-5 3-15,-10-10-1 16,-3-8 7-16,3-8 0 16,2-5-6-16,5-5-6 15,1 0-6-15,11 0-35 16,5-5-48-16,5-9-12 0,0 0-41 16,19 2-35-16,7 9-29 15,5-4-27-15</inkml:trace>
  <inkml:trace contextRef="#ctx0" brushRef="#br0" timeOffset="49379.03">18138 16772 620 0,'0'0'186'0,"0"0"-25"16,0 0-43-16,0 0-59 16,121-121-48-16,-106 103-9 15,-8 4-2-15,-7 10 0 16,0 4 10-16,-29 4-3 15,-14 23-7-15,-5 4 3 0,-4 5 20 16,10 0-2-16,9-5 3 16,15-7-5-16,13-8-18 15,5-6-1-15,7-6-11 16,24-4-14-16,9 0 8 16,3-14 7-16,-8-4 4 15,-8 6 6-15,-10 2 2 16,-7 10 16-16,-8 0 21 15,-2 0 9-15,0 0 25 16,0 10-40-16,4 8-3 16,1 0-24-16,3-7-6 15,4 0-11-15,5-7-62 0,2-4-55 16,3 0-80-16,0-10-96 16</inkml:trace>
  <inkml:trace contextRef="#ctx0" brushRef="#br0" timeOffset="49694.94">18512 16539 1075 0,'0'0'114'0,"0"0"7"16,0 0-35-16,0 0-67 16,0 0-19-16,0 0 0 15,-68 86 0-15,49-56 0 16,6-8-1-16,7-7 1 0,6-8-4 15,0-2-11-15,0-5-16 16,9 0 18-16,13 0 6 16,2-21 7-16,5-3 0 15,-4 7 2-15,-3-2-2 16,-5 11 1-16,-7-1 5 16,-4 8 10-1,-3 1 12-15,-3 0-2 0,0 14-9 16,0 18 11-16,0 9 4 15,0-2-31-15,0-7-1 16,0-5-37-16,18-15-68 16,11-12-105-16,2 0-273 15</inkml:trace>
  <inkml:trace contextRef="#ctx0" brushRef="#br0" timeOffset="49944.64">18971 16040 985 0,'0'0'204'0,"0"0"-185"16,0 0 65-16,0 0 18 16,19 152-47-16,-31-64-17 15,-17 3-12-15,-2 0-10 16,0-4-9-16,9-9-7 15,8-9-4-15,3-19-67 16,11-12-91-16,0-18-156 0,0-8-250 16</inkml:trace>
  <inkml:trace contextRef="#ctx0" brushRef="#br0" timeOffset="50212.85">19148 16539 966 0,'0'0'173'16,"0"0"-138"-16,0 0 28 15,-137 36-41-15,95-10-18 0,5-2 5 16,1-1 46-16,16-8 26 16,9-1-1-1,11-4-30-15,0 7-22 0,24 2 1 16,19 7-3-16,7 1-13 15,10 5-10-15,1-3-2 16,-1 4 0-16,-6-3-1 16,-12-10-11-16,-6 0-43 15,-14-10-76-15,-8-6-306 16</inkml:trace>
  <inkml:trace contextRef="#ctx0" brushRef="#br0" timeOffset="205786.4">27640 16994 576 0,'0'0'127'15,"0"0"-127"-15,0 0 70 0,0 0 16 16,0 0-29-1,0 0-13-15,0 0-10 0,0 0 0 16,0 0 13-16,0 0-1 16,0 0-12-16,-13 0-17 15,40 0 11-15,11 6 11 16,14 6-13-16,6-4-16 16,4-2 1-16,5-6-5 15,-5 0-4-15,-4 0-1 16,-7 0-1-16,-4 0 0 15,-12 0 0-15,-8 0 0 16,-6 0 0-16,-11 0 0 16,-3 0 3-16,-7 0 0 15,0 0 0-15,0 0 12 16,0 0-3-16,0 0-6 16,0 0-5-16,0 0-1 0,0 0-2 15,0 0-8-15,2 0-52 16,-2 0-59-1,0 0-220-15</inkml:trace>
  <inkml:trace contextRef="#ctx0" brushRef="#br0" timeOffset="212903.08">9387 14443 122 0,'0'0'46'16,"0"0"-42"-16,0 0-8 0,0 0 3 15,0 0 0-15,0 0-24 16,0 0-56-16</inkml:trace>
  <inkml:trace contextRef="#ctx0" brushRef="#br0" timeOffset="214080.23">9894 14522 416 0,'0'0'128'0,"0"0"-52"15,0 0 40-15,0 0 11 16,0 0-5-16,0 0-27 15,0-10-6-15,0 4-18 16,0-1-6-16,0 4-4 16,0 0-13-16,0 3-5 15,0 0-17-15,-2 0-6 16,-13 23-17-16,-3 25-3 16,-3 15-5-16,6 4 4 15,6-4 0-15,9-8 1 0,0-6-4 16,11-5-4-1,14-12 6-15,6-3-7 0,2-10 0 16,5-9 5-16,0-1 4 16,0-9 0-16,2 0 0 15,2-19 0-15,1-17 1 16,-1-8 0-16,-2-9 0 16,-5-1 4-16,2 4-5 15,-10-4 1-15,-12 1-1 16,-9 5 2-1,-6 7 2-15,-4 1-3 0,-29 4-1 16,-15 9-4-16,-9 14-5 16,-10 13-6-16,-2 0 4 15,4 23 2-15,9 15 5 16,14 1 4-16,16-1 2 0,17-6-2 16,9-5-2-1,11-8 1-15,24-7 1 0,10-4 0 16,8-8 0-16,-1 0 0 15,-3 0-2-15,-9 0-17 16,-11 0-56-16,-7 0-78 16,-9 8-158-16,-2 2-176 15</inkml:trace>
  <inkml:trace contextRef="#ctx0" brushRef="#br0" timeOffset="214353.99">10542 14618 629 0,'0'0'523'0,"0"0"-523"15,0 0 22-15,0 0 18 16,0 0-34-16,-8 112-6 15,-1-62 14-15,3-1-10 16,0-1-4-16,2 2 0 16,0-6-19-16,2-4-70 15,-3-12-157-15,3-9-113 0</inkml:trace>
  <inkml:trace contextRef="#ctx0" brushRef="#br0" timeOffset="214662.34">10761 14744 1255 0,'0'0'6'16,"0"0"1"-16,0 0 97 15,0 0-85-15,0 0-19 0,0 0-1 16,-152 27 0-1,114-14 2-15,5-3 0 0,8-2 28 16,12-3 24-16,9-1-11 16,4 1-25-16,17 8-13 15,28 5-4-15,20 0 7 16,8-4-5-16,1 0 0 16,-9 2-2-16,-15-3-47 15,-15 10-52 1,-27 3-200-16,-8 7-420 0</inkml:trace>
  <inkml:trace contextRef="#ctx0" brushRef="#br0" timeOffset="-212251.87">31338 17048 512 0,'0'0'10'15,"0"0"-5"-15,0 0 60 16,0 0 9-16,0 0 8 0,0 0-30 15,0 0 17 1,-70 0-7-16,70 0-4 0,0 0-31 16,0 0 8-1,18 0 1-15,9-4 7 0,17-6 2 16,14 2-7-16,11-6-11 16,16 2-5-16,6-2-5 15,3 4 8 1,-7-2-4-16,-14 2-14 0,-15 6-3 15,-15 0-1-15,-17 0 1 16,-12 4 1-16,-10 0-5 16,-2 0 1-16,-2 0-1 15,0 0 1-15,0 0-1 16,3 0 0-16,1 0-87 16,0 0-73-16,1 0-152 0</inkml:trace>
  <inkml:trace contextRef="#ctx0" brushRef="#br0" timeOffset="-210255.48">9387 10022 1006 0,'0'0'0'16,"0"0"-4"-16,0 0 4 0,0 0 31 15,0 0-12-15,0 0-3 16,0 0 66-16,-5-12 15 16,-26 64-48-16,-5 23-45 0,-6 14 5 15,10 6 20-15,10-7-13 16,15-16-9-16,7-16-1 16,21-19-5-16,21-15-1 15,16-12-1-15,8-10-6 16,9-9 4-16,-4-25-16 15,-13-8-5-15,-14-5 7 16,-17-3 13-16,-19 0 4 16,-8-5 1-16,-4-2 7 15,-29 6-3-15,-9 8-2 16,-10 13-2-16,1 14 10 16,2 12 10-16,9 4-5 15,9 0-1-15,11 8-14 0,1 19-1 16,11 1-5-1,8 3-2-15,0 0 7 0,0-3-2 16,16-6-1-16,17-6 1 16,9-4 0-16,8-4 1 15,0-3 0-15,-3 4-5 16,2 1-68-16,-10 6-45 16,-4 2-118-16,-10 4-118 15</inkml:trace>
  <inkml:trace contextRef="#ctx0" brushRef="#br0" timeOffset="-209811.47">9892 10491 881 0,'0'0'77'0,"0"0"-72"16,0 0 41-16,0 0-7 16,0 0-14-16,105-128-17 15,-94 99-6-15,-7 10 6 16,-4 3 2-16,-2 5 4 15,-23 11 4-15,-6 0 14 16,-2 6-5-16,0 21-26 16,1 1-1-16,10-6 0 15,11-4-1-15,9-4 0 16,2 1-3-16,0-2-1 16,2-1 3-16,11 0-14 0,1-4 6 15,-1-3-4-15,-3-2 2 16,-4 0 5-16,-4-2 6 15,-2 7 1-15,0 2 16 16,0 9 13-16,-6 2 1 16,-4 3 1-16,1 6-14 15,5 2 2 1,0 5-9-16,-1 1-10 0,3-2 0 16,2-4 1-16,0-7-1 15,5-12-1-15,28-12-5 16,15-1 0-16,17-19 1 15,9-20 3-15,-5-5-35 0,-27 8-188 16,-42 17-419 0</inkml:trace>
  <inkml:trace contextRef="#ctx0" brushRef="#br0" timeOffset="-205313.49">27534 15793 816 0,'0'0'136'16,"0"0"-136"-16,0 0 0 15,0 0 28-15,0 0 21 16,-85 126-4-16,66-86-10 16,-2-3 1-16,-1-3 3 15,2-2 13-15,0-2-21 16,2-8-8-16,3 1-3 16,1 0-12-16,5-9-6 15,5-2-2-15,4 2-1 16,0-6-20-16,0 2-79 15,0-5-116-15,2-5-203 0</inkml:trace>
  <inkml:trace contextRef="#ctx0" brushRef="#br0" timeOffset="-182674.77">27329 15621 833 0,'0'0'99'16,"0"0"-98"-16,0 0 38 15,0 0 4-15,0 0-39 16,0 0 12-16,116-78 17 16,-85 58 10-16,0-3 3 15,0 7-1-15,-2-2-22 16,-4 6 0-16,0 4 6 15,-4 3-14-15,0 5 2 0,-1 0-11 16,-7 0 2 0,-1 17-1-16,-4 2 7 0,-1 6 20 15,1 3-10-15,6-1-14 16,4 0-8-16,9-6-1 16,4-5 0-16,6-8 1 15,11-8-1-15,1 0-1 16,4-8-21-16,5-16-47 15,-4-7-59-15,-5 3-79 16,-14 6-51-16,-17 6-67 16</inkml:trace>
  <inkml:trace contextRef="#ctx0" brushRef="#br0" timeOffset="-182260.58">28338 15199 682 0,'0'0'99'16,"0"0"-97"-16,0 0 90 16,0 0 14-16,0 0-42 15,0 0 11-15,87-53-14 16,-87 53-6-16,0 27 45 15,-8 22-4-15,-19 13-25 16,-2 10-30-16,2 8-17 16,9-4-14-16,9-4-5 15,9-1-5-15,0-14 0 16,4 2-13-16,17-15-88 16,-1-11-289-16</inkml:trace>
  <inkml:trace contextRef="#ctx0" brushRef="#br0" timeOffset="-132303.65">25139 13472 927 0,'0'0'401'0,"0"0"-400"16,0 0 34-16,0 0 38 15,-25 105-47-15,10-41-12 16,-6 0-13-16,4-3-2 15,3-11-22-15,8-14-49 16,6-14-84-16,0-22-152 0,0 0-174 16</inkml:trace>
  <inkml:trace contextRef="#ctx0" brushRef="#br0" timeOffset="-132143.65">25246 13222 1099 0,'0'0'46'16,"0"0"-25"-16,0 0-23 16,0 0 2-16,0 0-83 15,0 0-136-15,71 105-169 16</inkml:trace>
  <inkml:trace contextRef="#ctx0" brushRef="#br0" timeOffset="-131808.65">25393 13569 1228 0,'0'0'99'15,"0"0"-90"-15,0 0 37 0,0 0-37 16,-36 118-9-16,19-79 0 16,0-5 0-16,2-5-1 15,6-12-2-15,7-5-14 16,2-6-12-16,0-6-12 15,2 0 13-15,22 0 10 16,5-22 6-16,7-4 8 0,-3-3 3 16,4 4 1-1,-2 2 19-15,-6 10 9 0,-2 3 1 16,-7 3 1-16,-9 7-11 16,-4 0-10-16,-3 11 9 15,0 12-4-15,1 8-10 16,1 3-4-16,6 0-46 15,1-6-61-15,10-11-46 16,1-12-154-16,7-5-109 16</inkml:trace>
  <inkml:trace contextRef="#ctx0" brushRef="#br0" timeOffset="-131528.58">26030 13491 952 0,'0'0'75'0,"66"-120"19"15,-18 50 20 1,-2-3-97-16,-1-1-17 0,-9 9-17 16,-16 10-2-16,-13 18 15 15,-7 16 4-15,-3 15 30 16,-24 6 0-16,-8 0-4 16,-10 32-4-16,-1 18 17 15,-6 18-9-15,0 20-10 16,-2 16-7-16,-2 11 0 15,4-1-8-15,8-11-5 16,13-20-9-16,8-16-50 16,8-20-51-16,1-18-112 0,1-16-96 15,-1-13-322-15</inkml:trace>
  <inkml:trace contextRef="#ctx0" brushRef="#br0" timeOffset="-131199.62">25604 13619 1198 0,'0'0'31'0,"0"0"-1"16,0 0 64-16,168-30-69 15,-99 30-13-15,-9 0-6 16,-16 8-6-16,-13 13 3 16,-11 2-3-16,-11 4 4 15,-1-4 6-15,-4 2 6 0,2-5 8 16,3-3-10-16,9-2-12 15,9-9-2-15,6-6-3 16,7 0-15-16,-2-8 1 16,-7-14-3-1,-11-6 7-15,-13-2 13 0,-7-4 0 16,0 0 6-16,-9 3 11 16,-9 9-1-16,1 9 4 15,-1 8-20-15,2 5-33 16,0 5-41-16,3 18-103 15,7 4-165-15,6-7-197 16</inkml:trace>
  <inkml:trace contextRef="#ctx0" brushRef="#br0" timeOffset="-130977.63">26732 13311 1074 0,'0'0'294'0,"0"0"-263"16,0 0 89-16,0 0-88 16,0 0-32-16,-73 108-1 15,36-40 0-15,4-2-1 16,4-5-15-16,14-16-26 16,10-10-64-16,5-17-71 15,5-18-115-15,22-3-56 0</inkml:trace>
  <inkml:trace contextRef="#ctx0" brushRef="#br0" timeOffset="-130823.64">26752 13425 775 0,'0'0'414'0,"0"0"-377"16,0 0 12-16,0 0 14 16,0 0-49-16,0 0-10 15,96 127-4-15,-85-93 0 16,-5-6-63-16,-6-5-72 15,0-2-190-15,0-11-237 0</inkml:trace>
  <inkml:trace contextRef="#ctx0" brushRef="#br0" timeOffset="-130639.9">27087 13158 1319 0,'0'0'84'0,"0"0"-55"15,0 0 48-15,-14 113-52 16,-7-43-24-16,4-3-1 16,1-6-9-16,9-9-75 15,7-14-80-15,0-14-154 16,11-10-399-16</inkml:trace>
  <inkml:trace contextRef="#ctx0" brushRef="#br0" timeOffset="-130378.5">27598 13194 1292 0,'0'0'48'16,"0"0"18"-16,0 0 44 16,0 0-86-16,0 0-18 15,0 0-6-15,-122 13-2 16,57 49 0-16,5 3 2 15,16 0 9-15,17-6 14 16,19-9-9-16,8-11-12 0,21-9-2 16,37-10-11-1,13-12-20-15,5-8-19 0,-5 0-106 16,-15-14-192-16,-16-2-329 16</inkml:trace>
  <inkml:trace contextRef="#ctx0" brushRef="#br0" timeOffset="-130095.64">27937 13208 936 0,'0'0'447'16,"0"0"-430"-16,0 0 2 15,0 0 31-15,-33 157-33 16,-3-73-13-16,1-2 0 0,8-8-1 15,11-11-3-15,16-15 5 16,0-12 2-16,27-12-3 16,16-6-1-16,12-10 1 15,5-4 1-15,0-4-5 16,-8 0-6-16,-15 0-18 16,-14-9-36-1,-10 3-12-15,-11-2-27 0,-2-3-31 16,0-8-129-16,-24 0-39 15</inkml:trace>
  <inkml:trace contextRef="#ctx0" brushRef="#br0" timeOffset="-129908.13">27917 13541 1129 0,'0'0'119'15,"0"0"-93"-15,0 0 52 16,0 0-62-16,157-46-16 15,-115 36-3-15,-13-4-46 16,-12-4-39 0,-8-2-55-16,-9-5-100 0,0-6-157 15</inkml:trace>
  <inkml:trace contextRef="#ctx0" brushRef="#br0" timeOffset="-129793.13">28011 13141 454 0,'0'0'812'15,"0"0"-788"-15,0 0 66 0,138-33-9 16,-78 33-74-16,-6 0-7 16,-14 0-77-16,-22 6-216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0-22T10:46:47.8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26587 6007 1020 0,'0'0'60'16,"0"0"-42"-16,0 0 123 15,0 0-78-15,0 0-58 16,-73 103-1-16,19-29 21 16,-8 8 9-16,-5 2-13 15,2 1-19-15,9-11-2 0,12-14-78 16,15-18-100-1,11-22-198-15</inkml:trace>
  <inkml:trace contextRef="#ctx0" brushRef="#br0" timeOffset="205.91">26385 6216 503 0,'0'0'817'0,"0"0"-800"15,0 0-17-15,0 0 31 16,0 0-31-16,0 0 17 16,42 152-9-16,-36-99-2 0,1-11-6 15,0-8-38 1,4-16-73-16,3-14-65 0,3-4-92 16,5-14-160-16</inkml:trace>
  <inkml:trace contextRef="#ctx0" brushRef="#br0" timeOffset="407.78">26825 6047 1332 0,'0'0'29'0,"0"0"14"16,0 0 49-16,0 0-72 15,0 0-17-15,-93 162 3 16,28-79-5-16,-3-5-1 0,5-6-24 15,14-13-49-15,18-19-40 16,20-20-94-16,11-20-188 16</inkml:trace>
  <inkml:trace contextRef="#ctx0" brushRef="#br0" timeOffset="605.78">26850 5993 1514 0,'0'0'5'16,"0"0"31"-16,0 0-7 16,0 0-28-16,0 0-1 15,0 180 2-15,-6-92 0 0,-8-1-2 16,5-8-5 0,9-15-35-16,0-14-68 0,23-18-89 15,16-21-111 1,6-11-177-16</inkml:trace>
  <inkml:trace contextRef="#ctx0" brushRef="#br0" timeOffset="960.87">27206 6334 1206 0,'0'0'22'15,"0"0"-22"-15,0 0 20 0,0 0-20 16,0 0-24-1,0 0-48-15,-96-14 36 0,54 48 16 16,-5 3 12-16,5-3 8 16,9-5 0-16,8-4 8 15,19-7-8 1,6-8-41-16,6-6-93 0,27-4 9 16,10 0-1-16,-1-10 32 15,-4-7 40-15,-11 1 39 16,-11 9 15-16,-10 3 141 15,-3 1 94-15,-3 3 29 16,0 0-141-16,0 0-57 16,0 0-41-16,0 13-25 0,0 6-10 15,4 4-22 1,9-7-61-16,9-10-61 0,10-6-64 16,3 0-61-16</inkml:trace>
  <inkml:trace contextRef="#ctx0" brushRef="#br0" timeOffset="1231.52">27445 6304 635 0,'0'0'337'0,"0"0"-301"0,0 0 140 16,0 0-108-16,0 0-48 16,0 0-5-16,-83 26 7 15,79-12-9-15,4 2-13 16,0 2-3-16,20 2-3 0,9 3-2 15,2-3 0 1,-2 0-14-16,-11-9-1 0,-7 1 10 16,-11-4 11-16,0-2 2 15,-22 3 18-15,-16 1-8 16,-2-6-10-16,4 0-18 16,12-4-36-16,14 0-143 15,10-6-165-15</inkml:trace>
  <inkml:trace contextRef="#ctx0" brushRef="#br0" timeOffset="1498.5">27826 5857 389 0,'0'0'830'0,"0"0"-804"15,0 0-26-15,0 0 36 16,0 0-16-16,0 0 7 16,15 95 27-16,-25-18 32 15,-29 20-35-15,-7 5-20 16,1-2-18-16,9-10-13 16,21-14-5-16,15-11-51 15,0-23-115-15,11-24-121 0,14-18-220 16</inkml:trace>
  <inkml:trace contextRef="#ctx0" brushRef="#br0" timeOffset="2274.65">27958 6254 1288 0,'0'0'62'0,"0"0"-25"16,0 0 25-16,0 0-62 15,0 0-11-15,-137 40 0 16,108-12 9-16,7-2-7 16,9-2 3-16,6-5 4 15,7-1-17-15,0 0-23 0,27-4-7 16,6-2 11-16,7 0-1 16,1-5-8-16,-1 0-1 15,-5-5-22-15,-4-2 0 16,-2 0 26-1,-2-10 5-15,2-11 10 0,0 0 29 16,0 1 8 0,-7 3-7-16,-6 3 4 0,-7 6-3 15,-5 6 6-15,-4 2 51 16,0 0 68-16,0 0-14 16,-9 0-69-16,-6 0-24 15,-1 0 6-15,5 0-6 16,5 0-7-16,3 0-10 15,3 0-3-15,0 0-12 16,-2 6 3-16,-3 6 0 0,-1 5 6 16,-3 1 3-16,2 2 11 15,2-4-1-15,5-2-8 16,0-4-2-16,5-5-6 16,27-5-7-16,8 0 7 15,4-5-15-15,1-15-8 16,-7-5 3-16,-12 3 16 15,-11 2 2-15,-10 3 8 16,-5-1 11-16,0 6 23 16,-5-1-23-16,-14 6-3 15,-1 4 14-15,-3 3-17 16,2 0 5-16,0 6-5 16,3 14 0-16,3 4 1 0,1 0-2 15,7 0-3-15,7-2 1 16,0-1-2-16,0-5-1 15,0-3-3-15,12 0 0 16,5-3-3-16,6 1 1 16,4-3 2-16,4-2-7 15,2-1-15-15,5-5-10 16,0 0-14-16,-5 0-22 16,-6-16 5-16,-2 0 6 15,-7-2 35-15,-5 5 3 16,-5 0 0-16,-5 7-20 15,-3 6 16-15,0 0-38 0,0 0-44 16,0 0-59-16,0 0-93 16</inkml:trace>
  <inkml:trace contextRef="#ctx0" brushRef="#br0" timeOffset="2740.13">28530 6472 219 0,'0'0'410'0,"0"0"-275"16,0 0 11-16,0 0-2 15,0 0-62-15,0 0-35 16,0 0-35-16,13-9-8 15,5-7 9-15,0 0-5 16,-5 2-6-16,-6 4 1 16,-4 3 0-16,-3 5 12 15,0 2 16-15,0 0 32 16,-17 0-10 0,-9 19-53-16,-6 5 3 0,1 2-2 0,10-4-1 15,5-4-1-15,9-4-22 16,7-6-34-16,0-8-1 15,9 0 10-15,20 0-3 16,8-22 16-16,6-10 3 16,1-8-1-16,-2-3-2 15,1-5 17-15,-3-4 7 16,0-8-2-16,-1-6 13 16,-4-10-6-16,-4 2 1 15,-6 7-10-15,-10 21 15 16,-11 24 75-16,-4 14 49 0,0 8 11 15,0 5-23-15,-13 24-82 16,-11 16-11-16,-5 9 19 16,0 6-4-16,6 2-8 15,4 4-13-15,7 1-1 16,12 4-3-16,0-3-9 16,10-3-4-16,21-7-22 15,13-10-58-15,12-10-160 16,13-13-58-16</inkml:trace>
  <inkml:trace contextRef="#ctx0" brushRef="#br0" timeOffset="3273.83">29606 5988 1277 0,'0'0'0'15,"0"0"0"-15,0 0 13 16,122-10-1-16,-43 10-2 16,-13 0-8-16,-18 0-2 0,-25 3-5 15,-15 1 5-15,-8 0 4 16,0 2 51-16,-8 10 15 16,-21 11-12-16,-6 10-37 15,-3 11-12-15,3 9-9 16,1 1-1-16,8 2-59 15,3-2-91-15,4-5-111 16,-2-15-174-16</inkml:trace>
  <inkml:trace contextRef="#ctx0" brushRef="#br0" timeOffset="3406.36">29591 6492 1265 0,'0'0'17'15,"0"0"137"-15,0 0-102 0,0 0-52 16,0 0-6-16,118 0 5 15,-45 0 1 1,0-6-41-16,-3 4-144 0,-26-7-231 16</inkml:trace>
  <inkml:trace contextRef="#ctx0" brushRef="#br0" timeOffset="4690.59">29973 6276 1252 0,'0'0'62'0,"0"0"-58"16,0 0 63-16,0 0-67 15,0 0-2-15,0 0 2 16,-31 72 24-16,0-34-2 0,0-2-16 16,4-5-6-16,10-9-2 15,7-8-31-15,10-11-42 16,0-3-16-16,10 0 5 15,21-20 27-15,11-11 29 16,12-10 5-16,4 1 13 16,-8 4-1-16,-2 6 13 15,-15 10 16-15,-8 10 46 16,-12 5 38-16,-9 5-23 16,-4 0-9-16,0 2-5 15,0 21-41-15,-15 3 2 16,-3 2-3-16,5-3-17 15,4-7-4-15,4-7-8 0,5-5-19 16,0-6-13 0,0 0-14-16,3 0 10 0,12-4 15 15,7-12 24-15,3-3-11 16,1 2-18-16,-1 3-18 16,-5 6 11-16,-9 6 38 15,-9 2 3-15,0 0 6 16,-2 0 55-16,0 16-12 15,0 6 22-15,0 3-29 16,0 1-14-16,6-2-22 16,13-5-6-16,12-2-7 15,7-13-7-15,9-4-12 0,-1-3-7 16,-3-21-7-16,-7-6-5 16,-9-2 2-16,-12 0 11 15,-8 4-2-15,-7 3 33 16,0 10 1-16,-14 9 21 15,-15 6 19-15,-8 4-26 16,-5 25-14-16,1 3-1 16,5-1-4-16,9-3 0 15,15-7 1-15,12-6-4 16,0-4-30-16,12-8-44 16,18-3-2-16,5 0-15 15,4 0-27-15,-6-2 36 16,-2-5 52-16,-9-2 38 0,-4 2 6 15,-7 0 35 1,-2 2 26-16,-2 1 53 0,-3 2-24 16,3 2-8-16,-1 0-41 15,4 0 5-15,3 0-10 16,7 10-27-16,3 2-9 16,8-6-4-16,9-6 4 15,8 0-6-15,14-3-1 16,6-20-21-16,-3-9-8 15,-7-4 19-15,-16-5 7 16,-13 1 4-16,-11 4 2 16,-14 10 9-16,-4 10 16 15,-9 12 34-15,-31 4-3 16,-12 14-47-16,-10 20-11 0,-5 6-4 16,5 0-17-16,11-2-11 15,20-5 22 1,17-7 4-16,14-8-47 0,4-10-64 15,34-8 11-15,16 0 22 16,10-4-28-16,-4-18 28 16,-8 1-20-16,-19 6 42 15,-18 2 62-15,-7 3 118 16,-8 7 64-16,0-2-13 16,0 3-39-16,0 2-8 15,-2 0-56-15,-8 2-49 0,-1 21-14 16,-2 9-2-1,-3 8 1-15,8 10 11 0,3 8 5 16,3 4 5-16,2 3-13 16,0 0 0-16,0-3-9 15,0-3 0-15,9-8-1 16,4-12-1-16,1-11-1 16,-6-14 2-16,-5-10-1 15,-1-4 1-15,-2 0 13 16,0-10 61-16,-34-18-4 15,-19-9-61-15,-10-4 1 16,1 1-2-16,6 4-7 16,12 1-1-16,11 5-16 15,8 4-27-15,10 2-45 16,15-2-107-16,0-4-236 0</inkml:trace>
  <inkml:trace contextRef="#ctx0" brushRef="#br0" timeOffset="5032.67">31415 6413 932 0,'0'0'14'0,"0"0"30"0,0 0 10 16,118-49-44-16,-82 32-7 15,-5-3-1-15,-6 2 0 0,-8 1 3 16,-12 5-5-16,-5 6 6 16,0 2 6-16,-18 4 1 15,-19 0-13-15,-11 2-17 16,-5 20 17-16,4 6 14 16,9 3 38-16,13 2 22 15,13 2-28-15,14 1-22 16,0 4-14-16,41-3-9 15,22-6 0-15,10-11-2 16,0-14-42-16,-15-6-189 16,-31 0-313-16</inkml:trace>
  <inkml:trace contextRef="#ctx0" brushRef="#br0" timeOffset="5628.96">26908 7315 1148 0,'0'0'25'0,"0"0"50"16,0 0 37-16,0 0-74 15,0 0-2-15,-96 102 11 16,51-47-23-16,3 1-14 16,7-5-10-16,12-11-11 15,23-13-96-15,0-19-91 16,21-8-173-16</inkml:trace>
  <inkml:trace contextRef="#ctx0" brushRef="#br0" timeOffset="5774">26973 7353 1156 0,'0'0'85'16,"0"0"-73"-16,0 0 10 15,0 0 15-15,62 106-29 16,-39-63-8-16,-4-12-35 15,1-8-130-15,3-16-164 16</inkml:trace>
  <inkml:trace contextRef="#ctx0" brushRef="#br0" timeOffset="5957.94">27480 7159 1251 0,'0'0'155'0,"0"0"-129"15,0 0 83-15,0 0-107 16,0 0 4-16,-89 110-6 16,32-41 3-16,-5 2-3 15,6-5-14-15,13-9-37 16,19-17-69-16,21-20-102 16,3-20-248-16</inkml:trace>
  <inkml:trace contextRef="#ctx0" brushRef="#br0" timeOffset="6150.15">27501 7144 785 0,'0'0'600'0,"0"0"-596"16,0 0 15-16,0 0 4 16,18 147 22-16,-14-69-21 15,-4 2-11-15,0-4-5 16,0-9-8-16,9-17-13 15,6-18-109-15,10-20-112 16,-1-12-180-16</inkml:trace>
  <inkml:trace contextRef="#ctx0" brushRef="#br0" timeOffset="6398.15">27763 7479 1293 0,'0'0'28'0,"0"0"-8"0,0 0-7 0,0 0-13 16,0 0-24 0,0 0-34-16,89 95-10 0,-64-95 0 15,-7-11 25-15,-9-17 32 16,-9-5 11-16,0 0 6 16,-11 9 12-16,-12 8 26 15,-1 12-1-15,-1 4-43 16,3 4-29-16,2 22-109 0,7 2-110 15,8 0-186-15</inkml:trace>
  <inkml:trace contextRef="#ctx0" brushRef="#br0" timeOffset="6829.04">28240 7538 910 0,'0'0'354'15,"0"0"-340"-15,0 0 23 16,0 0-37-16,0-105-31 16,0 94-44-16,0 2-34 15,-16 9 13-15,-17 0 10 0,-11 11 86 16,-6 17 21-16,4 3 47 16,11-4-45-1,12-5-13-15,14-8-10 0,9-7-22 16,9-3-58-16,27-4-6 15,13-1 2-15,9-26 24 16,6-10 30-16,-3-6-5 16,-3-5-4-16,-6-6 39 15,-4-5 5-15,-8-8 42 16,-11 0 8-16,-11 12-12 16,-12 16 37-16,-6 21 77 15,0 18 84-15,-11 0-100 0,-13 24-100 16,-3 16 8-1,-2 11-11-15,2 5-20 0,4 5-8 16,4-4-7-16,3-2 0 16,10 0-6-16,6-11-21 15,0-7-81-15,20-16-83 16,15-14-88-16,1-7-80 16</inkml:trace>
  <inkml:trace contextRef="#ctx0" brushRef="#br0" timeOffset="7067.72">28566 7532 750 0,'0'0'39'16,"0"0"32"-16,0 0 43 16,0 0-56-16,0 0-29 0,119-69-25 15,-100 51-3 1,-15 2-1-16,-4 4 0 0,-4 6 13 16,-25 6 42-1,-9 2 25-15,-7 30-40 0,3 15 16 16,4 7-3-16,16 4-20 15,15-1-19-15,7-8-14 16,18-10-13-16,24-20-36 16,12-19-30-16,9-2-4 15,-3-34-42-15,-12-12-139 16,-14-2-163-16</inkml:trace>
  <inkml:trace contextRef="#ctx0" brushRef="#br0" timeOffset="7294.34">29009 6970 1175 0,'0'0'30'0,"0"0"33"0,0 0 46 16,0 0-74-16,0 0 6 15,31 130-11-15,-31-55-1 16,-8 7-9-16,-19 2-18 15,0-3-2-15,9-10-6 16,13-11-62-16,5-16-96 16,5-17-111-16,17-21-163 15</inkml:trace>
  <inkml:trace contextRef="#ctx0" brushRef="#br0" timeOffset="7441.85">29271 7478 1035 0,'0'0'416'0,"0"0"-405"16,0 0 40-16,0 0-51 16,0 0-23-16,-39 110-119 15,39-102-141-15,0-8-262 16</inkml:trace>
  <inkml:trace contextRef="#ctx0" brushRef="#br0" timeOffset="7609.85">29361 7084 1378 0,'0'0'1'0,"0"0"-1"15,0 0 19-15,0 0-19 16,0 0-15-16,0 0-79 16,0 133-28-16,2-106-113 15,1-6 82-15,-3-3-57 16,0-4-266-16</inkml:trace>
  <inkml:trace contextRef="#ctx0" brushRef="#br0" timeOffset="8053.98">29366 7328 639 0,'0'0'156'16,"0"0"8"-16,0 0-34 15,0 0-84-15,0 0-12 16,0 0-14-16,17 27-11 0,-6-23-3 16,3-2-5-16,-5 0 2 15,-3 0-3-15,1-2-2 16,-2 2-4-16,3 0-3 15,1 1-20-15,3 0-14 16,-4 1 39-16,1 2-23 16,-5 2 18-16,2 2 9 15,-4 4 14-15,2 2 37 16,5 0-22-16,5-2-14 16,7-2-15-16,13-4 0 15,15-8-3-15,11 0-38 16,13 0 34-16,-1-9-78 0,-7-6 39 15,-12-3 31 1,-10-4-36-16,-12-6 21 0,-10-10-30 16,-5-6 10-16,-9-7 26 15,-7 8 15-15,0 10 9 16,-13 19 41-16,-23 14 66 16,-11 13-70-16,-11 27 14 15,0 6 5-15,5 2-29 16,10-4-16-16,19-8-11 15,19-6-3-15,5-10-66 16,25-12-51-16,20-8-28 16,8 0-51-16,1-17 54 15,-7-6-190-15</inkml:trace>
  <inkml:trace contextRef="#ctx0" brushRef="#br0" timeOffset="8345.4">30021 7342 173 0,'0'0'354'0,"0"0"-256"0,0 0 34 15,0 0-14-15,0 0 15 16,0 0-50-16,-38-45-52 15,26 63-21-15,2 8 16 16,-2 7 9-16,3 2-1 16,5 8-13-16,2 4 3 15,2 7-6-15,0 11 3 16,0 5 1-16,0 3 4 16,0 4-19-1,6 2 3-15,1-8-9 0,2-6-1 0,-4-13-6 16,-5-12 6-16,0-13 2 15,0-14 6-15,-32-12 46 16,-15-1 9 0,-20-10-41-16,-15-21-11 0,0-11-11 15,8-4-12-15,11 2-50 16,15 2-72-16,7 6-146 16,6 5-413-16</inkml:trace>
  <inkml:trace contextRef="#ctx0" brushRef="#br0" timeOffset="12156">26815 8222 809 0,'0'0'12'16,"0"0"30"-16,0 0 116 0,0 0-84 15,0 0-23-15,-81 132 44 16,50-58-19-16,4 2-16 16,10-4-22-16,15-5-24 15,2-14-14-15,19-12-12 16,26-17-39-16,8-11-52 15,5-13-47-15,0 0-141 16,-9-5-421-16</inkml:trace>
  <inkml:trace contextRef="#ctx0" brushRef="#br0" timeOffset="12386.54">27358 8205 1021 0,'0'0'176'15,"0"0"-175"-15,0 0 107 16,0 0-79-16,0 0-26 16,-98 123-3-16,40-50 5 15,-2 8-5-15,5 1-6 16,12-9-58-16,18-22-100 0,23-24-172 15</inkml:trace>
  <inkml:trace contextRef="#ctx0" brushRef="#br0" timeOffset="12571.54">27416 8231 1365 0,'0'0'5'0,"0"0"12"15,0 0 5-15,4 120-2 16,6-51-12-16,-4-1-8 16,3-6-10-16,5-11-66 15,3-15-85-15,3-23-161 0,3-13-266 16</inkml:trace>
  <inkml:trace contextRef="#ctx0" brushRef="#br0" timeOffset="12762.54">27821 8131 1266 0,'0'0'23'16,"0"0"95"-16,0 0-28 16,0 0-69-16,-89 116-14 15,34-39-4-15,-5 6-3 0,6-2-15 16,16-11-68-16,20-18-107 15,18-27-194-15</inkml:trace>
  <inkml:trace contextRef="#ctx0" brushRef="#br0" timeOffset="12943.88">27808 8179 819 0,'0'0'535'0,"0"0"-526"0,0 0 38 15,0 0-22-15,31 110 3 16,-18-36 3-16,-3 5-29 16,-4-3-2-16,3-10-3 15,5-6-75-15,1-17-70 16,7-17-122-16,5-17-218 16</inkml:trace>
  <inkml:trace contextRef="#ctx0" brushRef="#br0" timeOffset="13262.17">28097 8157 987 0,'0'0'226'0,"0"0"-209"16,0 0-8-16,0 0-1 0,0 0 6 15,139-16-4-15,-85 16-6 16,-12 2-4-16,-13 6 0 16,-12-2-2-16,-12 0 2 15,-5-1 1-15,0 3 18 16,0 13 44-16,-12 8 0 16,-7 11-20-16,-3 4-26 15,5-3-17 1,7 2-2-16,1-5-16 0,5 0-48 15,4-8-88-15,-2-6-123 16,-6-4-217-16</inkml:trace>
  <inkml:trace contextRef="#ctx0" brushRef="#br0" timeOffset="13431.89">28151 8614 1361 0,'0'0'51'0,"0"0"74"15,0 0-106-15,0 0-19 16,0 0-2-16,114-6 2 15,-56 6 0-15,0 0-4 16,-7 0-73-16,0 0-114 16,-9 0-155-16,-11 0-264 15</inkml:trace>
  <inkml:trace contextRef="#ctx0" brushRef="#br0" timeOffset="13702.48">28902 8165 959 0,'0'0'231'0,"0"0"-204"0,0 0 127 16,0 0-73-16,0 0-63 15,-63 109-6-15,15-41 0 16,-4 2-11-16,6-8-1 16,9-6-31-16,22-18-61 15,15-18-85-15,2-20-174 16,30-6-170-16</inkml:trace>
  <inkml:trace contextRef="#ctx0" brushRef="#br0" timeOffset="13869.16">28955 8222 1190 0,'0'0'197'16,"0"0"-171"-16,0 0 73 15,0 0-74-15,-24 114-18 16,19-51-6-16,5-2-1 16,0-1-11-16,0-12-65 15,16-16-116-15,2-22-182 16</inkml:trace>
  <inkml:trace contextRef="#ctx0" brushRef="#br0" timeOffset="14064.16">29232 8157 1112 0,'0'0'180'15,"0"0"-173"-15,0 0 79 16,0 0-63-16,0 0-8 15,-51 115 33-15,-3-62-23 16,-10 5-10-16,-1-1-15 16,16-11-23-16,20-12-98 15,27-22-108-15,2-12-216 0</inkml:trace>
  <inkml:trace contextRef="#ctx0" brushRef="#br0" timeOffset="14232.79">29292 8229 1408 0,'0'0'15'16,"0"0"2"-1,0 0 14-15,0 0 1 0,2 167-6 16,4-97-25-16,0 1-1 16,2-8-40-16,5-13-119 15,3-19-162-15,-3-24-504 0</inkml:trace>
  <inkml:trace contextRef="#ctx0" brushRef="#br0" timeOffset="14544.84">29506 8003 649 0,'0'0'650'0,"0"0"-622"15,47 102 23-15,-14-38 27 16,5 14-37-16,0 11-29 0,-3 13-4 16,-17 3-5-16,-13-2 0 15,-5-5-3 1,-29-17 2-16,-18-15-2 0,-13-18 4 15,-4-11-3-15,3-7-1 16,14-11-36-16,18-5-66 16,21-11-137-16,8-3-429 15</inkml:trace>
  <inkml:trace contextRef="#ctx0" brushRef="#br0" timeOffset="-203203.98">11342 18792 498 0,'0'0'198'16,"0"0"-80"-16,0 0 36 15,0 0 20-15,0 0-79 16,0 0-30-16,0 0-11 15,-48-34 0 1,44 31-16-16,4-1-8 0,0 2-8 16,0 2-19-16,0-4-3 0,0 4-1 15,0-4-5-15,8-2 2 16,15-2 4-16,0 4 0 16,0 0 0-16,-3 4 3 15,-2-5-3-15,-2 3 0 16,1 1 1-16,-3-5-1 15,-1 2 0-15,5-2 0 16,-1-2 0-16,4-1 0 16,1 0 0-16,1-4 0 15,-4-1 0-15,2 7 0 16,-6 0 0-16,-1-1 0 16,-8 8-1-16,1 0 1 15,-1 0-1-15,2 0-1 16,0 0 1-16,1 0 0 15,5 0 1-15,-1 0-1 0,3 0 1 16,-1 0 0 0,3 0 0-16,-1 0-2 0,4 0 1 15,-1 0-3-15,0-3 2 16,0 0-2-16,-3 1 1 16,4 2 0-16,-3 0 0 15,1 0-4-15,2 0 6 16,-1 0-4-16,2 0 1 15,2 2-2-15,1 1 0 16,0 0 5-16,2 1 0 0,-2 0 1 16,2 1-1-1,2-1 1-15,-4-3 0 0,0 3-1 16,-3-4 0-16,-4 5 1 16,-2-1-3-16,-3 0 0 15,-3-3 1 1,4 7 2-16,-1-3-1 0,6-1 1 15,-1 0 0 1,3-3-1-16,4 4 1 0,0-5 0 16,-1 4 1-16,2-4-1 15,1 7 0-15,0-4-1 16,0 1-1-16,0 0 3 16,-2 5-2-16,4-4 1 15,0 3-1-15,4-2 0 16,5-2 0-16,-1 0-2 0,1 0-1 15,0 3 3-15,-4-4-1 16,-5 0 0-16,-8 1-1 16,-2 3 0-16,-1-3 0 15,-7 0 0-15,4 0 3 16,1-4 0-16,4 4-1 16,6-4 1-1,5 0-3-15,10 0 3 0,5 0 0 16,6 0-3-1,-3 0 3-15,2 0 0 0,-8 0 0 0,-8 0-1 16,-1 9 0 0,-10-4-1-16,-2-2-1 0,1 1 3 15,-1-4 0 1,1 0 0-16,3 0 0 0,3 0 0 16,4 0 0-16,3 0-1 15,2-4 1-15,2 4-1 16,-2 0 0-16,4 0 1 15,-4 0 0-15,-2 0-2 16,-3 0-5-16,0 7 4 16,3-4 2-16,2-3 1 15,2 5-2-15,2-5 0 16,5 0 1 0,0 0 1-16,0 0 0 0,-5 0 0 15,1-5 0-15,-5 5-1 16,-5 0 1-16,2 0 0 15,1 0 0-15,2 0 0 16,7 0 0-16,6 0 0 0,2-3 0 16,3-4-1-1,2 4 1-15,0-1 0 0,-2 3 1 16,2 1-2-16,-5 0 0 16,0 0 1-16,-3 0-2 15,-10 0 2-15,2 0-4 16,-2 0 0-16,-2 0 0 15,2 1 1 1,0 3 1-16,3-4 2 0,-1 0 0 16,3 0-1-16,1 0 1 15,3 3 0-15,0-3-2 0,0 0-7 16,-3 4 9-16,-5-1-4 16,-1 0 3-16,-4-3-2 15,-1 0 1-15,2 0-2 16,-4 0 2-16,5 0 3 15,-3 0-1-15,3 0 0 16,-1 0 0-16,4 0 0 16,-1 0 0-16,7 5 0 15,2-1-1-15,2 2-1 16,3 2 2-16,-3 1 0 16,2-4-2-16,-3 2 2 15,-2 6-1-15,-3-3-2 16,-3-2-6-16,-2-1-4 0,-5 0 0 15,2 0 3-15,-4-3 8 16,5-3 0-16,4-1 4 16,1 0-1-16,5 0-1 15,0 0-1-15,0 0 0 16,4 2 1-16,-7 2 1 16,-1 3-1-16,-4-2-1 15,0 1-1-15,-4-1 2 16,2-2-1-16,-3 1-2 15,1-2 3-15,-1 2 0 16,8-4 0-16,1 0 0 16,1 4 0-16,1-4 0 15,0 0-2-15,-4 0 1 0,-5 0-12 16,-1 0 2-16,-3 0-3 16,6 0 8-16,-2 0 4 15,5 0 2-15,3 0 1 16,0 0-1-1,0 0 1-15,-3 0 1 0,2 0-2 16,-1 8-2-16,-4-3 2 16,4 0 0-16,-1-1-2 15,10 4 2-15,3-2 1 16,9-6 2-16,11 0-3 16,0 0 8-16,1 0-8 15,-1 0-18-15,-3 0 18 0,-5 0 3 16,-2 0-3-1,-7 0-10-15,-2 4 10 0,-6 0 0 16,0 1 0 0,-9-1 0-16,-5-3 0 0,-3 3 0 15,-4 3-2-15,-2-5-46 16,-4-2 33-16,-1 0 14 16,2 0-6-16,1 0 0 15,2 0 7-15,4-4 15 16,0-1-15-16,-2 5 5 15,0 0-1-15,0 0-4 16,0 0 3-16,4 0-3 0,-1 0 0 16,-1 0-1-1,2 0-1-15,0 0-1 0,1 0 3 16,1 0-1-16,6-4-1 16,3 3-4-16,3-5-13 15,2-1 6-15,-2 3 9 16,-1 1-43-16,6 3-15 15,2 0 30 1,4-5 21-16,4 5-10 0,-4-6 13 16,-3 6 8-16,-10-4 0 15,-3 0 3-15,-4 1-3 16,0-8 3-16,-2 3-1 16,-1-1 1-16,3 0-3 15,2 2 0-15,3-4 0 16,3 4 0-16,4 0 0 0,3 4 7 15,0 3 90-15,-1 0-92 16,-5 0-5-16,-7 0-60 16,-1 0 57-16,-3 0-21 15,-5-4-34-15,-6 2 16 16,-3-3 39-16,-4 1-5 16,-2 0-3-16,-1 4 10 15,-1-4 1-15,-1 4 0 16,5 0 15-16,-1 0 3 15,8 0-2-15,0 0 2 16,4 0-5-16,2 0-5 16,4 0-6-16,6-6 0 0,1-2-1 15,-2 3-1 1,-5 1 0-16,-6 4 0 0,-6 0 8 16,-5 0 5-16,-5 0 16 15,-4 9 15-15,-2-5 3 16,0-2-9-16,-3 3-3 15,0-4-12-15,5 1-6 16,3 2 4-16,1-4 14 16,5 0-12-16,1 0-5 15,4 0-5-15,2 0 1 16,-8 0-1-16,1 0-3 16,-7 0-4-16,-4 0 0 15,-2 0 4-15,-5 0-7 16,0 0 2-16,0 0 3 15,0 0 0-15,0 0-7 16,0 0-1-16,0 4-69 0,-16-4-109 16,-22 0-218-16</inkml:trace>
  <inkml:trace contextRef="#ctx0" brushRef="#br0" timeOffset="-174888.8">10289 17794 63 0,'0'0'0'0</inkml:trace>
  <inkml:trace contextRef="#ctx0" brushRef="#br0" timeOffset="-174210.55">10289 17794 446 0,'24'-26'24'0,"-30"26"-3"16,2 0-18-16,0 0 58 16,4 0-16-16,-2 0-8 0,2 0 40 15,0 0 7-15,0 0 14 16,0 0-11-16,0 0-12 15,0 0-16-15,0 0-23 16,0 0-8-16,0 0-5 16,0 0-8-16,0 0-9 15,12 0-2-15,13 0 0 16,10 0 7-16,1 0-4 16,1 5-7-16,-1-5-1 15,2 3 1-15,0-3 0 16,-2 0 0-16,-1 0-3 15,-4 0-1-15,-2 0 4 16,-2 0 0-16,0-3 1 0,-3-2 0 16,-2-1 0-1,3 2-1-15,2 0 1 0,4 0-1 16,2 2 0-16,3-6 1 16,2 4-1-16,2 4 0 15,0-5 2-15,0 5-2 16,-7 0 0-16,-6 0-2 15,-4 0 2-15,-10 0 0 16,-2 0 0-16,-4 0 3 16,-3 0-3-16,-2 0 0 15,-2 0 0-15,0 0 7 16,0 0-1-16,0 0 0 0,0 0 1 16,0 0-1-1,0 0-2-15,0 0 0 0,0 0-3 16,0 0 1-1,0 0-1-15,0 0 0 0,0 0 1 16,0 0 0-16,0 0 1 16,0 0 4-16,0 0 5 15,0 0 7-15,0 0 1 16,-4-1-1-16,-5-3-9 16,0 4-6-16,0-3 0 15,1 3-2-15,3-5-2 16,3 5-1-16,2 0 1 15,0 0-1-15,0 0-10 16,0 0-15-16,-4 0-35 16,-12 8-36-16,-11 20-161 15</inkml:trace>
  <inkml:trace contextRef="#ctx0" brushRef="#br0" timeOffset="-162444.92">24334 16772 806 0,'0'0'110'15,"0"0"-110"-15,0 0 0 16,0 0 51-16,0 0-36 16,0 0 25-16,0 0-9 15,150 36-19-15,-101-28-11 16,-3-4 4-16,2 2 2 16,-2-6-4-16,-3 4-2 15,1-4 0-15,-2 4 1 0,3-4 0 16,-1 3 0-16,4 3 3 15,-2 3 2 1,3 1-2-16,5 2 5 0,-1-2-6 16,0 2-2-16,3-2-1 15,0-2 1-15,0 2-2 16,1 2-3-16,-1-2 2 16,0 2-5-16,0-2 0 15,2 2-6-15,2-6 4 16,-2-2 4-16,-3 0 2 15,-6-4 0-15,-7 0 1 16,-8 0 1-16,-7 0 2 0,2 0 0 16,-7 0 11-1,1 0 5-15,-4 0-5 0,-7 0 10 16,-3 0-4-16,-3 0-8 16,-6 0-2-16,0 0-8 15,0 0 0-15,0 0-1 16,0 0 0-16,0 0-3 15,0 0-6-15,0 0-10 16,0 0-24-16,0 0-71 16,-2-4-38-16,-21 4-187 15</inkml:trace>
  <inkml:trace contextRef="#ctx0" brushRef="#br0" timeOffset="-91877.8">31397 11875 662 0,'0'0'59'0,"0"0"-57"15,0 0 15-15,0 0 34 16,0 0-29-16,0 0-21 16,0 0-2-16,0 0 0 15,23 1 0-15,-15 4 1 16,0 1 2-16,-4-4-2 16,-2-2 0-16,-2 0 4 0,0 0 17 15,0 0 27-15,0 0 4 16,0 0-4-16,0 0-13 15,4 0-13 1,7 2-12-16,10 2-4 0,10 2 2 16,4 2-8-16,3-2 5 15,1 4-5-15,-2-4 0 16,-3 2-6-16,-3 2 6 16,-2 0-2-16,-2-3-5 15,-1 2 5-15,-1-3-7 0,-3-2-2 16,-4 0 8-16,-5-2-7 15,-1 0 8-15,-6-2 2 16,-2 0-1-16,-1 0 3 16,-3 0 2-16,0 0 3 15,0 0 4-15,0 0-8 16,0 0 5-16,0 0-6 16,0 0-2-16,0 0 0 15,0 0-3-15,0 0 3 16,0 0-1-16,0 0 0 15,2 0-4-15,0 0 3 16,0 0 2-16,6 2 0 16,-4 0 0-16,2-2 0 15,1 0-11-15,1 0 2 16,6 0-12-16,-1 0-2 0,10 0-5 16,4 0 9-16,4 0-2 15,4 0-18-15,-3 0 13 16,-10 0 15-16,-9 0 6 15,-9 0 5-15,-4 0 3 16,0 0 35-16,0 0 38 16,-2 0-14-16,-13 0-27 15,-3 0-35 1,7 0 5-16,1 0-5 0,8 0-4 16,2 0-40-16,0 0-36 15,0 0-31-15,0 0 1 16,0 0-29-16,0-4-369 15</inkml:trace>
  <inkml:trace contextRef="#ctx0" brushRef="#br0" timeOffset="-85443.45">12385 16994 74 0,'0'0'493'16,"0"0"-485"-16,0 0-8 15,0 0 14-15,0 0 83 16,0 0-61-16,0 0-24 15,-77-36 4-15,52 32 5 0,-4-4 17 16,2-2 4-16,-4 10-11 16,2 0-3-16,0 0-8 15,2 0-11-15,2 4-6 16,6 14 5-16,3 14-8 16,5 16 0-16,7 16 0 15,4 21 0-15,0 9 4 16,27 8 11-16,12-4 7 15,13-3-3-15,6-11-7 16,-1-13-2-16,3-18-8 16,-6-13-2-16,-5-22-6 15,-7-12-3-15,-6-6 3 0,-5 0 6 16,-4-31 3 0,-5-18-1-16,-4-11-2 0,-4-14-14 15,-4-2-4-15,-1-1 14 16,-6 5-17-16,-1 11 13 15,-2-2 8-15,0 5 1 16,3 8 1-16,-3 2-2 16,0 3-5-16,0 9 4 15,-5 5-3-15,-11 0-22 16,-2 9-1-16,-6 0-10 16,-5 4 7-16,-6 8-5 15,-6 2 6-15,-1 8-2 16,-3 0 14-16,1 8 11 15,6 18 6-15,5 2 1 0,10 2-1 16,10-2-2-16,13-2-61 16,0-8-62-16,0-4-357 15</inkml:trace>
  <inkml:trace contextRef="#ctx0" brushRef="#br0" timeOffset="-77877.56">12352 11522 554 0,'0'0'47'0,"0"0"-46"15,0 0 21-15,0 0 32 16,0 0-7-16,0 0-27 16,0 0 10-16,-73-2-1 15,50 2 26-15,-4 0-12 0,-4 2 9 16,-7-2 0-16,-7 0-30 15,-1 0-6-15,-6 0 2 16,2 0-6-16,3 0-7 16,7 0-2-16,9-6-1 15,8-4-2-15,10-2 0 16,4-8-14-16,2-7-28 16,3-4-15-16,-1-9 44 15,3-3 9-15,2 2 3 16,0-2 1-16,0 6 0 15,7-3 0-15,13 5-1 16,4-3 1-16,7 3-10 16,6-1 0-16,2 5 4 15,1 1-1-15,3 2 3 16,-3 6 0-16,0 5 4 0,-5 6 0 16,1 3 4-16,7-1 2 15,1 1 3-15,9 0 13 16,8 2-2-16,1 5-15 15,0 1 0-15,1 0-5 16,-1 9 0 0,-6 17 2-16,-8 8-2 0,-9 10 0 15,-12 5 0-15,-16 5 5 16,-11 3-2-16,0 0 11 16,-18-1-1-16,-16-6-1 15,-6-2 5-15,-5-3-3 16,3-11-5-16,-2-9-6 15,3-9-2-15,6-7 0 0,-1-7-1 16,3-2-1 0,4 0-10-16,2-18-10 0,0-2-13 15,0-3-9 1,2 10 7-16,-4 9-32 0,0 4 16 16,-1 10-4-16,4 20-20 15,5 8-26-15,10 1-135 16</inkml:trace>
  <inkml:trace contextRef="#ctx0" brushRef="#br0" timeOffset="-72751.29">29767 12087 710 0,'0'0'173'0,"0"0"-173"16,0 0 3-16,0 0 17 15,0 0 3-15,0 0-23 16,0 0 8-16,82 4 18 15,-45 5 15-15,6-1-18 16,4-2 7-16,0-1-7 16,4 2-4-16,0-4 0 15,-2 0-4-15,5 2 3 16,1-1-4-16,3 2 7 16,5 3 27-16,-3-1-39 0,2 4-6 15,3-2-1 1,-5 1 0-16,2 4-2 0,-2 1 1 15,-2-3-1 1,-2 2 0-16,0-1 1 0,0-1-1 16,-3-2 0-16,1-3 0 15,-3-2 0 1,-7-4-1-16,-4-2 1 0,-1 0 0 16,-6 0 0-16,5 0 0 15,-1 0 0-15,1 0-1 16,3 0-1-16,-1 0-1 15,-1 0 3-15,4 0-1 0,-3 0 0 16,-2 0 1 0,-3 4-4-16,-1 4-8 0,-5-4-3 15,0 3 12-15,0-3-3 16,-2-2-12-16,2-2 14 16,0 0 0-1,0 0 2-15,0 0-4 0,-5 0 3 16,-4 0 3-16,-2 0-1 15,-5-2 1-15,-3 2 0 16,-4-3 0-16,-2 3-1 16,-1 0-1-16,-3 0 0 15,0 0-6-15,0 0 3 16,0 0-14-16,0 0-22 16,0 0-18-16,0 0-12 15,4 0-22-15,2 0-118 0,2-8-93 16</inkml:trace>
  <inkml:trace contextRef="#ctx0" brushRef="#br0" timeOffset="147.93">28775 13602 1018 0,'0'0'76'16,"0"0"-70"-16,0 0-6 15,0 0 61-15,0 0-52 16,0 0-8-16,0 0 12 16,-63 139 31-16,30-96 8 0,-3 3-3 15,-1-2-15 1,1-4-6-16,7-8-13 0,9-4-1 15,7-4-11-15,9-1 0 16,4-1-3-16,0 0-8 16,10 0 1-16,17 0 6 15,5-3 1-15,5-4-5 16,-1-5 5-16,-1 1 2 16,-2-9-1-1,-8 4-1-15,-2-1-6 0,-8-4-15 16,-3 2-26-16,-2 1-15 15,-1 0-54-15,5 2-93 0,1-2-120 16</inkml:trace>
  <inkml:trace contextRef="#ctx0" brushRef="#br0" timeOffset="348.24">29181 14066 1142 0,'0'0'22'16,"0"0"-22"-16,0 0 0 16,0 0 0-16,0 0-105 15,0 0 100-15,-45 71-25 0,36-49-97 16,9-12-7-16,0-10-85 16</inkml:trace>
  <inkml:trace contextRef="#ctx0" brushRef="#br0" timeOffset="478.26">29314 13727 1136 0,'0'0'0'0,"0"0"-18"16,0 0 0-16,0 0-43 15,0 0-150-15,0 0-124 16</inkml:trace>
  <inkml:trace contextRef="#ctx0" brushRef="#br0" timeOffset="860.95">29454 13910 1138 0,'0'0'17'16,"0"0"-17"-16,0 0 38 15,0 0-38-15,0 0-4 16,-75 129-2-16,52-99-2 16,6-6 5-16,3-10-4 15,12-10-6-15,2-4-19 16,0 0-62-16,23 0 8 0,8-18 71 16,6-6-26-16,1-1 3 15,-1 2-5-15,-4-1 1 16,-7 4 31-16,-8 5 11 15,-7 7 31-15,-6 4 50 16,-5 4 24-16,0 0 46 16,0 0-63-16,0 12-47 15,-12 9-16-15,-1 7-16 16,2 4-9-16,4-4-3 16,7 2-34-16,0-9-77 15,0 0-82-15,7-9-58 16</inkml:trace>
  <inkml:trace contextRef="#ctx0" brushRef="#br0" timeOffset="1509.68">29726 14061 814 0,'0'0'145'0,"0"0"-127"15,0 0-18-15,0 0 0 16,0 0-4-16,139-50-24 15,-120 41-17-15,-7 1 20 16,-8-2 22-16,-4 0 3 16,0-2 19-16,0 4 7 15,-18 2-11-15,-7 4-12 0,-3 2 3 16,-3 0 0 0,-3 20 4-16,6 7 11 15,5 4 32-15,5 2-19 0,9-1-28 16,9-2-6-1,0-4 0-15,13-6-6 0,26-4-14 16,12-6-3-16,7-8 3 16,6-2-2-16,-2 0-2 15,3-16 5-15,-11-2 12 16,-7-4-20-16,-7 0 7 16,-11 0 0-16,-4 0-24 15,-8-1 38-15,-3 2 6 16,-10 2 6-16,-4 4-1 15,0 5 13-15,0 4-4 16,-18 3-9-16,-7 3-5 16,-6 0 0-16,0 10 3 0,-3 13-1 15,3 0 24-15,7 2-12 16,8-2-14 0,10 0-3-16,6-5-7 0,0-10-41 15,19-4-29 1,8-4 35-16,2 0 25 0,-2-7 13 15,4-10 7-15,-6-1 0 16,-5 3 0-16,-7 6 40 16,-8 6 23-16,-5 3 32 15,0 0-1-15,0 0-8 16,0 21-43-16,-11 3-9 16,2 4-23-16,4-2-11 0,5-10-6 15,0-4-55-15,14-12-75 16,13 0-16-1,2-12-73-15</inkml:trace>
  <inkml:trace contextRef="#ctx0" brushRef="#br0" timeOffset="1881.27">30517 13806 996 0,'0'0'7'15,"0"0"89"-15,0 0-19 0,0 0-75 16,0 0 33 0,0 0 12-16,7 85-5 0,-11-40-19 15,-7-4 1-15,-1-3-11 16,8-9-9-16,2-4-4 16,2-11-1-16,0-6-4 15,0-6-22-15,0-2 4 16,0 0 6-16,0 0 12 15,0 0 5-15,8-19 0 16,6-7-1-16,3-1-4 16,8-4 2-16,8-1-2 15,8 2 5-15,3 2 0 0,0 5 0 16,-1 4 8 0,-3 8 3-16,-9 8-9 15,-6 3-2-15,-8 0-12 16,-3 3-78-16,-12 14-117 0,-2 2-216 15</inkml:trace>
  <inkml:trace contextRef="#ctx0" brushRef="#br0" timeOffset="18098.57">30927 13589 801 0,'0'0'449'16,"0"0"-442"-16,0 0-7 16,0 0 65-16,0 0-27 15,0 0-38-15,0 0-6 16,158 0 6-16,-71 0 0 0,11 0-3 16,-2 0 1-16,0 0 0 15,-12 0-3-15,-5 0-8 16,-19 4 2-16,-18 0 8 15,-19-1 1-15,-17-1 2 16,-6-1 1-16,0-1 35 16,0 0-1-16,0 0-3 15,0 0 1-15,0 0-18 16,0 0-15-16,0 0-19 16,0 0-58-16,4-10-84 15,-4-8-274-15</inkml:trace>
  <inkml:trace contextRef="#ctx0" brushRef="#br0" timeOffset="19161.25">32997 13582 726 0,'0'0'43'16,"0"0"-39"-16,0 0 93 0,0 0 6 15,0 0-70-15,0 0-21 16,0-7 34-16,7 7-6 16,20 0 5-16,4 0-8 15,13 0-9-15,10 0-3 16,11 0-7-16,8 4-5 15,3 6 0-15,-1 1-8 16,-4-2-5 0,-5 4 5-16,-13-6-5 0,-10 1 0 15,-10-4 0-15,-14-1 1 0,-7-3 0 16,-10 0 2 0,-2 0 45-16,0 0 5 0,0 0-15 15,0 0-4-15,0 0-17 16,0 0-17-16,0 0-17 15,0 0-61-15,0 0-81 16,7-3-280-16</inkml:trace>
  <inkml:trace contextRef="#ctx0" brushRef="#br0" timeOffset="23698.65">28815 13422 593 0,'0'0'172'15,"0"0"-170"-15,0 0 3 16,0 0 73-16,0 0-23 16,0 0-34-16,0 0 6 15,-76 7 30-15,76-7-14 16,0 2-26-16,0 0 0 16,12 4-1-16,14 2 23 15,12 0-16-15,9 2-4 16,4-3-12-16,3 4-3 15,3-1-2-15,5 0-2 16,13 2 0-16,2 0 1 0,6 0-1 16,-5 1 1-16,-2-6-1 15,-8 3-1 1,-5-8-1-16,-5 4-1 0,-7 0 0 16,1 0 1-1,-4 2 2-15,4-2-1 0,-4 0 0 16,2-1 0-16,-1-1 1 15,-5-3-1-15,-2-1 1 16,-3 0 0-16,-8 0 2 16,-2 0 0-16,-7 0 3 15,-2 0 0-15,-9 0 5 0,-1-1-3 16,-6-2 2-16,-2 3-1 16,-2-1 2-16,0 1-4 15,0 0-4-15,0 0 0 16,0 0-2-16,0 0 1 15,0 0-1-15,0 0 0 16,0 0 1-16,0 0-1 16,0 0-3-16,0 0-17 15,0 0-15-15,0 0-26 16,0-3-114-16,-2 3-116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542D5-1BA5-4FAC-905B-345980C026F8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2A46F-5F01-40FC-89D0-FE6881FB40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590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420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441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101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469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46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729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31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425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623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922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953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998E5-F577-D596-F58E-21E5A5CD9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8CADDA-82E7-B439-C354-5A78D3CCF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02CA8D-2254-71AA-E017-B1643D61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2A7897-E56F-A835-B7D6-6098B385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BF078B-CE9E-553F-8BDE-E4B244A7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3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B61E6-98CB-3B62-68B4-9C47F91A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018891-D286-0E41-C9AE-D80D84A0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635D3A-B902-8EA0-0B56-D7BA61D0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03097-65E0-3FC0-2E28-AF771446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19E57-A449-F800-0277-B74BBA1B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73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EF095-7AB8-46D3-F6A0-A0F711E8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C0E9BD-A02D-22A6-7480-2835CE362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983E82-9EF5-A986-410B-CAB8EA30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B1A54A-2884-B0BD-F7AB-045ADB13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9089E4-FF25-25AB-654A-7AC3A1DE6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499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CC5FA-D8E5-D719-CF4E-C7FBDE79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B01EEE-D3E7-0304-D7EB-680E92392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4AE224-782C-8577-3349-DF0D5020A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A2159C-534D-85EB-CF4A-DD677ECCB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FAA044-3B6E-20B0-2E86-C43404A9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368D34-3E70-7648-406A-24E33819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77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DBC71-DA5A-C36A-2915-66F4B0C3A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61B654-DE73-B4A6-F1E5-AB00CFD53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0AD33-2376-BD78-10A4-E00D8601C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8EAFA2-FD59-D97E-116D-36F8267C4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49AA84-46CA-D5F5-708F-CAB42497E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CBAB53-0AE0-36B2-7DBA-EA01A0AD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2E5403-2884-4E69-0F99-42D80375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48F809-059A-91FF-16CF-0020E953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39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DAC2A-E374-49FD-491B-87CC04C4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221824-8063-A33D-4245-5078C8C2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3A38A8-B30C-2DAF-463C-23BC5A6B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20C740-E76A-A745-EBD1-B6F33817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30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60DC9B-EB85-6359-6B62-426CC597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BA4911-6C00-A2B7-3DC8-3006B0CC1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ED6D34-61D8-C303-61E2-7D3699EB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58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2A4AB-DD7F-EAA8-2D68-A897A269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62E19-D802-2E13-4F2E-E65DBD5B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ADD4B6-7BD3-228E-97A4-08C154881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AD2555-16E3-D6D5-438D-FEADB72E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78FCD8-1241-BCD8-4AC8-FF55FA39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80C8E8-EAFA-A735-20FB-D7FCC94F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26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F8C1E-E404-63A0-ECE1-F1CB44E2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C02360-8051-5F63-4990-62F5BCB1D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B0B40B-1A10-DD1F-E843-5B57BADC8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04EA77-AB59-74D0-8900-DF50CD10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3C7338-FB58-FE63-BC28-D256A65E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5F1C1D-7FFD-5E21-26BA-16E58B17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850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D875F-8874-525F-ED48-091E0683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AFBA7C-A078-E268-AE2A-2DF4BC4D3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02DE7C-B504-AFEF-A5BB-0CBA50D0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B5F3C5-7508-BAEF-FA58-6ECF0153E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513B96-663D-FEC6-1A73-7EC3875C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81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D0BCBF-EDE1-20E0-B8F1-44E7AA023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D9DEB2-7197-8234-841F-C01A1CABE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407976-5A8E-9EC8-EC71-4A7E22B7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EB201B-9E9D-4168-98A4-0092DDD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FA8C62-B278-B802-9488-A7C2900D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09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7A80A-F37F-0756-7035-47CA896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5270B1-53FA-DDD6-51BE-884C3EADD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C25BA5-D1C2-BE55-2213-01C3292FE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558B78-8395-55FC-4738-612552475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A4E5E-2589-D4E1-D9B1-AB6EAEA56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245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6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6C9C4-488A-8181-21F2-FA07637068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自监督学习的原理与方法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AADCCD-862D-C942-5155-3413807115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智魔老师</a:t>
            </a:r>
          </a:p>
        </p:txBody>
      </p:sp>
    </p:spTree>
    <p:extLst>
      <p:ext uri="{BB962C8B-B14F-4D97-AF65-F5344CB8AC3E}">
        <p14:creationId xmlns:p14="http://schemas.microsoft.com/office/powerpoint/2010/main" val="122705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自监督学习（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Self-supervised Learning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定义：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Predict parts of input data from other parts, using the data's inherent structure instead of explicit labels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F4186AC-1909-20F7-2B26-89F6000011AA}"/>
              </a:ext>
            </a:extLst>
          </p:cNvPr>
          <p:cNvGrpSpPr/>
          <p:nvPr/>
        </p:nvGrpSpPr>
        <p:grpSpPr>
          <a:xfrm>
            <a:off x="4557637" y="5030025"/>
            <a:ext cx="3488400" cy="1684273"/>
            <a:chOff x="242689" y="0"/>
            <a:chExt cx="3639343" cy="218360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D7E410F-5033-0F04-9C60-F561150028EE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A27610A-2154-51B2-F6A7-2E9ABD9A5435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基于对比学习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EAD9BC3-443A-AF0F-776A-AD200A381E21}"/>
              </a:ext>
            </a:extLst>
          </p:cNvPr>
          <p:cNvGrpSpPr/>
          <p:nvPr/>
        </p:nvGrpSpPr>
        <p:grpSpPr>
          <a:xfrm>
            <a:off x="629920" y="5030025"/>
            <a:ext cx="3487721" cy="1684273"/>
            <a:chOff x="242689" y="0"/>
            <a:chExt cx="3639343" cy="218360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5E78CDC-1CED-39FB-397D-C8ACEEEE2CDE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F70F3E4-2B25-3621-B044-379CB55CD6A0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基于前置任务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E6D8DBB-0D29-7704-18CB-2ABE9425576C}"/>
              </a:ext>
            </a:extLst>
          </p:cNvPr>
          <p:cNvGrpSpPr/>
          <p:nvPr/>
        </p:nvGrpSpPr>
        <p:grpSpPr>
          <a:xfrm>
            <a:off x="8485412" y="5030025"/>
            <a:ext cx="3488400" cy="1684273"/>
            <a:chOff x="242689" y="0"/>
            <a:chExt cx="3639343" cy="218360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1F62CB3-89D7-E20C-977F-695229A57F45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00E8A14-278D-EA51-2B1C-DA633F3AA389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</a:t>
              </a:r>
              <a:r>
                <a:rPr lang="zh-CN" altLang="en-US" sz="5400" dirty="0">
                  <a:effectLst/>
                </a:rPr>
                <a:t>掩码重建</a:t>
              </a:r>
            </a:p>
          </p:txBody>
        </p:sp>
      </p:grpSp>
      <p:pic>
        <p:nvPicPr>
          <p:cNvPr id="1026" name="Picture 2" descr="初见自监督学习- Kamino's Blog">
            <a:extLst>
              <a:ext uri="{FF2B5EF4-FFF2-40B4-BE49-F238E27FC236}">
                <a16:creationId xmlns:a16="http://schemas.microsoft.com/office/drawing/2014/main" id="{FF1BCD60-2CA4-4790-85B0-74EC4C339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067" y="2569505"/>
            <a:ext cx="5971822" cy="229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853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65B2CEE-38AB-B16A-28F2-7A4A6E26F296}"/>
              </a:ext>
            </a:extLst>
          </p:cNvPr>
          <p:cNvGrpSpPr/>
          <p:nvPr/>
        </p:nvGrpSpPr>
        <p:grpSpPr>
          <a:xfrm>
            <a:off x="4413681" y="344721"/>
            <a:ext cx="3488400" cy="1684273"/>
            <a:chOff x="242689" y="0"/>
            <a:chExt cx="3639343" cy="218360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6667F94-CFEE-9BF6-DB9C-05A6ECF77A74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A8C4FAF-3609-5556-1E73-73DAA554A9B7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基于对比学习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49AFC05-5DEB-8184-F6A9-80634B40D98D}"/>
              </a:ext>
            </a:extLst>
          </p:cNvPr>
          <p:cNvGrpSpPr/>
          <p:nvPr/>
        </p:nvGrpSpPr>
        <p:grpSpPr>
          <a:xfrm>
            <a:off x="485964" y="344721"/>
            <a:ext cx="3488343" cy="1684273"/>
            <a:chOff x="485964" y="344721"/>
            <a:chExt cx="3488343" cy="168427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C18245D-DEB0-0BFA-EA7D-5208288A17E6}"/>
                </a:ext>
              </a:extLst>
            </p:cNvPr>
            <p:cNvGrpSpPr/>
            <p:nvPr/>
          </p:nvGrpSpPr>
          <p:grpSpPr>
            <a:xfrm>
              <a:off x="485964" y="344721"/>
              <a:ext cx="3487721" cy="1684273"/>
              <a:chOff x="242689" y="0"/>
              <a:chExt cx="3639343" cy="2183606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DC5A804-AE21-16F7-7551-D415BBDF0401}"/>
                  </a:ext>
                </a:extLst>
              </p:cNvPr>
              <p:cNvSpPr/>
              <p:nvPr/>
            </p:nvSpPr>
            <p:spPr>
              <a:xfrm>
                <a:off x="242689" y="0"/>
                <a:ext cx="3639343" cy="2183606"/>
              </a:xfrm>
              <a:prstGeom prst="rect">
                <a:avLst/>
              </a:prstGeom>
            </p:spPr>
            <p:style>
              <a:lnRef idx="2">
                <a:schemeClr val="accent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9FC0056-D32D-A741-BBBF-772C4B8F6756}"/>
                  </a:ext>
                </a:extLst>
              </p:cNvPr>
              <p:cNvSpPr txBox="1"/>
              <p:nvPr/>
            </p:nvSpPr>
            <p:spPr>
              <a:xfrm>
                <a:off x="242689" y="0"/>
                <a:ext cx="3639343" cy="218360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43840" tIns="243840" rIns="243840" bIns="243840" numCol="1" spcCol="1270" anchor="ctr" anchorCtr="0">
                <a:noAutofit/>
              </a:bodyPr>
              <a:lstStyle/>
              <a:p>
                <a:pPr marL="0" lvl="0" indent="0" algn="ctr" defTabSz="2844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zh-CN" altLang="en-US" sz="5400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基于前置任务</a:t>
                </a:r>
                <a:endParaRPr lang="en-US" altLang="zh-CN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BEDF2AA-7D86-35B0-962C-FC758BEA5CD8}"/>
                </a:ext>
              </a:extLst>
            </p:cNvPr>
            <p:cNvSpPr/>
            <p:nvPr/>
          </p:nvSpPr>
          <p:spPr>
            <a:xfrm>
              <a:off x="486586" y="344721"/>
              <a:ext cx="3487721" cy="1684273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5E17EBD-7248-5CBF-9EAD-0F28483E125E}"/>
              </a:ext>
            </a:extLst>
          </p:cNvPr>
          <p:cNvGrpSpPr/>
          <p:nvPr/>
        </p:nvGrpSpPr>
        <p:grpSpPr>
          <a:xfrm>
            <a:off x="8341456" y="344721"/>
            <a:ext cx="3488400" cy="1684273"/>
            <a:chOff x="242689" y="0"/>
            <a:chExt cx="3639343" cy="218360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0E8A0D0-8C9A-C639-7A3E-C35481F01D8C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BBC08B0-651D-4D88-55EB-0C5BE5A5286B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</a:t>
              </a:r>
              <a:r>
                <a:rPr lang="zh-CN" altLang="en-US" sz="5400" dirty="0">
                  <a:effectLst/>
                </a:rPr>
                <a:t>掩码重建</a:t>
              </a:r>
            </a:p>
          </p:txBody>
        </p:sp>
      </p:grp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4EB51A64-722A-62A3-17F8-CD8773301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2270440"/>
            <a:ext cx="11084560" cy="5885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1)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位置预测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085F1EE-A479-0946-9172-BF50304842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3601"/>
          <a:stretch/>
        </p:blipFill>
        <p:spPr>
          <a:xfrm>
            <a:off x="835695" y="3111967"/>
            <a:ext cx="11238243" cy="2605553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9CFEF7C3-F303-7023-D3D1-3699014C1CA0}"/>
              </a:ext>
            </a:extLst>
          </p:cNvPr>
          <p:cNvSpPr txBox="1"/>
          <p:nvPr/>
        </p:nvSpPr>
        <p:spPr>
          <a:xfrm>
            <a:off x="683393" y="6035697"/>
            <a:ext cx="11666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lphaLcParenBoth"/>
            </a:pPr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Doersch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, C., Gupta, A., </a:t>
            </a:r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Efros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, A.A. Unsupervised visual representation learning by context prediction. ICCV, 2015.</a:t>
            </a:r>
          </a:p>
          <a:p>
            <a:pPr marL="342900" indent="-342900" algn="just">
              <a:buAutoNum type="alphaLcParenBoth"/>
            </a:pPr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Noroozi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, M., </a:t>
            </a:r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Favaro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, P. Unsupervised learning of visual representations by solving jigsaw puzzles. ECCV, 2016.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ED75F29-98F7-4AD9-1151-A97D49672562}"/>
                  </a:ext>
                </a:extLst>
              </p14:cNvPr>
              <p14:cNvContentPartPr/>
              <p14:nvPr/>
            </p14:nvContentPartPr>
            <p14:xfrm>
              <a:off x="3452760" y="2573640"/>
              <a:ext cx="3691800" cy="855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ED75F29-98F7-4AD9-1151-A97D496725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43400" y="2564280"/>
                <a:ext cx="3710520" cy="87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009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65B2CEE-38AB-B16A-28F2-7A4A6E26F296}"/>
              </a:ext>
            </a:extLst>
          </p:cNvPr>
          <p:cNvGrpSpPr/>
          <p:nvPr/>
        </p:nvGrpSpPr>
        <p:grpSpPr>
          <a:xfrm>
            <a:off x="4413681" y="344721"/>
            <a:ext cx="3488400" cy="1684273"/>
            <a:chOff x="242689" y="0"/>
            <a:chExt cx="3639343" cy="218360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6667F94-CFEE-9BF6-DB9C-05A6ECF77A74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A8C4FAF-3609-5556-1E73-73DAA554A9B7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基于对比学习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49AFC05-5DEB-8184-F6A9-80634B40D98D}"/>
              </a:ext>
            </a:extLst>
          </p:cNvPr>
          <p:cNvGrpSpPr/>
          <p:nvPr/>
        </p:nvGrpSpPr>
        <p:grpSpPr>
          <a:xfrm>
            <a:off x="485964" y="344721"/>
            <a:ext cx="3488343" cy="1684273"/>
            <a:chOff x="485964" y="344721"/>
            <a:chExt cx="3488343" cy="168427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C18245D-DEB0-0BFA-EA7D-5208288A17E6}"/>
                </a:ext>
              </a:extLst>
            </p:cNvPr>
            <p:cNvGrpSpPr/>
            <p:nvPr/>
          </p:nvGrpSpPr>
          <p:grpSpPr>
            <a:xfrm>
              <a:off x="485964" y="344721"/>
              <a:ext cx="3487721" cy="1684273"/>
              <a:chOff x="242689" y="0"/>
              <a:chExt cx="3639343" cy="2183606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DC5A804-AE21-16F7-7551-D415BBDF0401}"/>
                  </a:ext>
                </a:extLst>
              </p:cNvPr>
              <p:cNvSpPr/>
              <p:nvPr/>
            </p:nvSpPr>
            <p:spPr>
              <a:xfrm>
                <a:off x="242689" y="0"/>
                <a:ext cx="3639343" cy="2183606"/>
              </a:xfrm>
              <a:prstGeom prst="rect">
                <a:avLst/>
              </a:prstGeom>
            </p:spPr>
            <p:style>
              <a:lnRef idx="2">
                <a:schemeClr val="accent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9FC0056-D32D-A741-BBBF-772C4B8F6756}"/>
                  </a:ext>
                </a:extLst>
              </p:cNvPr>
              <p:cNvSpPr txBox="1"/>
              <p:nvPr/>
            </p:nvSpPr>
            <p:spPr>
              <a:xfrm>
                <a:off x="242689" y="0"/>
                <a:ext cx="3639343" cy="218360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43840" tIns="243840" rIns="243840" bIns="243840" numCol="1" spcCol="1270" anchor="ctr" anchorCtr="0">
                <a:noAutofit/>
              </a:bodyPr>
              <a:lstStyle/>
              <a:p>
                <a:pPr marL="0" lvl="0" indent="0" algn="ctr" defTabSz="2844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zh-CN" altLang="en-US" sz="5400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基于前置任务</a:t>
                </a:r>
                <a:endParaRPr lang="en-US" altLang="zh-CN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BEDF2AA-7D86-35B0-962C-FC758BEA5CD8}"/>
                </a:ext>
              </a:extLst>
            </p:cNvPr>
            <p:cNvSpPr/>
            <p:nvPr/>
          </p:nvSpPr>
          <p:spPr>
            <a:xfrm>
              <a:off x="486586" y="344721"/>
              <a:ext cx="3487721" cy="1684273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5E17EBD-7248-5CBF-9EAD-0F28483E125E}"/>
              </a:ext>
            </a:extLst>
          </p:cNvPr>
          <p:cNvGrpSpPr/>
          <p:nvPr/>
        </p:nvGrpSpPr>
        <p:grpSpPr>
          <a:xfrm>
            <a:off x="8341456" y="344721"/>
            <a:ext cx="3488400" cy="1684273"/>
            <a:chOff x="242689" y="0"/>
            <a:chExt cx="3639343" cy="218360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0E8A0D0-8C9A-C639-7A3E-C35481F01D8C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BBC08B0-651D-4D88-55EB-0C5BE5A5286B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</a:t>
              </a:r>
              <a:r>
                <a:rPr lang="zh-CN" altLang="en-US" sz="5400" dirty="0">
                  <a:effectLst/>
                </a:rPr>
                <a:t>掩码重建</a:t>
              </a:r>
            </a:p>
          </p:txBody>
        </p:sp>
      </p:grp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4EB51A64-722A-62A3-17F8-CD8773301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2270440"/>
            <a:ext cx="11084560" cy="5885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2)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旋转预测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CFEF7C3-F303-7023-D3D1-3699014C1CA0}"/>
              </a:ext>
            </a:extLst>
          </p:cNvPr>
          <p:cNvSpPr txBox="1"/>
          <p:nvPr/>
        </p:nvSpPr>
        <p:spPr>
          <a:xfrm>
            <a:off x="477520" y="6464563"/>
            <a:ext cx="1166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Gidaris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, S., Singh, P., </a:t>
            </a:r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Komodakis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, N. Unsupervised representation learning by predicting image rotations. </a:t>
            </a:r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arXiv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 2018.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2863F2-34A5-D584-2E10-CC5983B5E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348" y="2520626"/>
            <a:ext cx="5874985" cy="392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65B2CEE-38AB-B16A-28F2-7A4A6E26F296}"/>
              </a:ext>
            </a:extLst>
          </p:cNvPr>
          <p:cNvGrpSpPr/>
          <p:nvPr/>
        </p:nvGrpSpPr>
        <p:grpSpPr>
          <a:xfrm>
            <a:off x="4413681" y="344721"/>
            <a:ext cx="3488400" cy="1684273"/>
            <a:chOff x="242689" y="0"/>
            <a:chExt cx="3639343" cy="218360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6667F94-CFEE-9BF6-DB9C-05A6ECF77A74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A8C4FAF-3609-5556-1E73-73DAA554A9B7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基于对比学习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49AFC05-5DEB-8184-F6A9-80634B40D98D}"/>
              </a:ext>
            </a:extLst>
          </p:cNvPr>
          <p:cNvGrpSpPr/>
          <p:nvPr/>
        </p:nvGrpSpPr>
        <p:grpSpPr>
          <a:xfrm>
            <a:off x="485964" y="344721"/>
            <a:ext cx="3488343" cy="1684273"/>
            <a:chOff x="485964" y="344721"/>
            <a:chExt cx="3488343" cy="168427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C18245D-DEB0-0BFA-EA7D-5208288A17E6}"/>
                </a:ext>
              </a:extLst>
            </p:cNvPr>
            <p:cNvGrpSpPr/>
            <p:nvPr/>
          </p:nvGrpSpPr>
          <p:grpSpPr>
            <a:xfrm>
              <a:off x="485964" y="344721"/>
              <a:ext cx="3487721" cy="1684273"/>
              <a:chOff x="242689" y="0"/>
              <a:chExt cx="3639343" cy="2183606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DC5A804-AE21-16F7-7551-D415BBDF0401}"/>
                  </a:ext>
                </a:extLst>
              </p:cNvPr>
              <p:cNvSpPr/>
              <p:nvPr/>
            </p:nvSpPr>
            <p:spPr>
              <a:xfrm>
                <a:off x="242689" y="0"/>
                <a:ext cx="3639343" cy="2183606"/>
              </a:xfrm>
              <a:prstGeom prst="rect">
                <a:avLst/>
              </a:prstGeom>
            </p:spPr>
            <p:style>
              <a:lnRef idx="2">
                <a:schemeClr val="accent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9FC0056-D32D-A741-BBBF-772C4B8F6756}"/>
                  </a:ext>
                </a:extLst>
              </p:cNvPr>
              <p:cNvSpPr txBox="1"/>
              <p:nvPr/>
            </p:nvSpPr>
            <p:spPr>
              <a:xfrm>
                <a:off x="242689" y="0"/>
                <a:ext cx="3639343" cy="218360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43840" tIns="243840" rIns="243840" bIns="243840" numCol="1" spcCol="1270" anchor="ctr" anchorCtr="0">
                <a:noAutofit/>
              </a:bodyPr>
              <a:lstStyle/>
              <a:p>
                <a:pPr marL="0" lvl="0" indent="0" algn="ctr" defTabSz="2844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zh-CN" altLang="en-US" sz="5400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基于前置任务</a:t>
                </a:r>
                <a:endParaRPr lang="en-US" altLang="zh-CN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BEDF2AA-7D86-35B0-962C-FC758BEA5CD8}"/>
                </a:ext>
              </a:extLst>
            </p:cNvPr>
            <p:cNvSpPr/>
            <p:nvPr/>
          </p:nvSpPr>
          <p:spPr>
            <a:xfrm>
              <a:off x="486586" y="344721"/>
              <a:ext cx="3487721" cy="1684273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5E17EBD-7248-5CBF-9EAD-0F28483E125E}"/>
              </a:ext>
            </a:extLst>
          </p:cNvPr>
          <p:cNvGrpSpPr/>
          <p:nvPr/>
        </p:nvGrpSpPr>
        <p:grpSpPr>
          <a:xfrm>
            <a:off x="8341456" y="344721"/>
            <a:ext cx="3488400" cy="1684273"/>
            <a:chOff x="242689" y="0"/>
            <a:chExt cx="3639343" cy="218360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0E8A0D0-8C9A-C639-7A3E-C35481F01D8C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BBC08B0-651D-4D88-55EB-0C5BE5A5286B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</a:t>
              </a:r>
              <a:r>
                <a:rPr lang="zh-CN" altLang="en-US" sz="5400" dirty="0">
                  <a:effectLst/>
                </a:rPr>
                <a:t>掩码重建</a:t>
              </a:r>
            </a:p>
          </p:txBody>
        </p:sp>
      </p:grp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4EB51A64-722A-62A3-17F8-CD8773301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2270440"/>
            <a:ext cx="11084560" cy="5885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3)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上色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(Colorization)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CFEF7C3-F303-7023-D3D1-3699014C1CA0}"/>
              </a:ext>
            </a:extLst>
          </p:cNvPr>
          <p:cNvSpPr txBox="1"/>
          <p:nvPr/>
        </p:nvSpPr>
        <p:spPr>
          <a:xfrm>
            <a:off x="477520" y="6085691"/>
            <a:ext cx="11666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Chen, T., </a:t>
            </a:r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Kornblith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, S., </a:t>
            </a:r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Norouzi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, M., Hinton, G. A simple framework for contrastive learning of visual representations. ICML, 2020.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240D7D-3FDB-0CD8-70B8-9C10C611F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482" y="3208583"/>
            <a:ext cx="9323035" cy="252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9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65B2CEE-38AB-B16A-28F2-7A4A6E26F296}"/>
              </a:ext>
            </a:extLst>
          </p:cNvPr>
          <p:cNvGrpSpPr/>
          <p:nvPr/>
        </p:nvGrpSpPr>
        <p:grpSpPr>
          <a:xfrm>
            <a:off x="4413681" y="344721"/>
            <a:ext cx="3488400" cy="1684273"/>
            <a:chOff x="242689" y="0"/>
            <a:chExt cx="3639343" cy="218360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6667F94-CFEE-9BF6-DB9C-05A6ECF77A74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A8C4FAF-3609-5556-1E73-73DAA554A9B7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基于对比学习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49AFC05-5DEB-8184-F6A9-80634B40D98D}"/>
              </a:ext>
            </a:extLst>
          </p:cNvPr>
          <p:cNvGrpSpPr/>
          <p:nvPr/>
        </p:nvGrpSpPr>
        <p:grpSpPr>
          <a:xfrm>
            <a:off x="485964" y="344721"/>
            <a:ext cx="3488343" cy="1684273"/>
            <a:chOff x="485964" y="344721"/>
            <a:chExt cx="3488343" cy="168427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C18245D-DEB0-0BFA-EA7D-5208288A17E6}"/>
                </a:ext>
              </a:extLst>
            </p:cNvPr>
            <p:cNvGrpSpPr/>
            <p:nvPr/>
          </p:nvGrpSpPr>
          <p:grpSpPr>
            <a:xfrm>
              <a:off x="485964" y="344721"/>
              <a:ext cx="3487721" cy="1684273"/>
              <a:chOff x="242689" y="0"/>
              <a:chExt cx="3639343" cy="2183606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DC5A804-AE21-16F7-7551-D415BBDF0401}"/>
                  </a:ext>
                </a:extLst>
              </p:cNvPr>
              <p:cNvSpPr/>
              <p:nvPr/>
            </p:nvSpPr>
            <p:spPr>
              <a:xfrm>
                <a:off x="242689" y="0"/>
                <a:ext cx="3639343" cy="2183606"/>
              </a:xfrm>
              <a:prstGeom prst="rect">
                <a:avLst/>
              </a:prstGeom>
            </p:spPr>
            <p:style>
              <a:lnRef idx="2">
                <a:schemeClr val="accent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9FC0056-D32D-A741-BBBF-772C4B8F6756}"/>
                  </a:ext>
                </a:extLst>
              </p:cNvPr>
              <p:cNvSpPr txBox="1"/>
              <p:nvPr/>
            </p:nvSpPr>
            <p:spPr>
              <a:xfrm>
                <a:off x="242689" y="0"/>
                <a:ext cx="3639343" cy="218360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43840" tIns="243840" rIns="243840" bIns="243840" numCol="1" spcCol="1270" anchor="ctr" anchorCtr="0">
                <a:noAutofit/>
              </a:bodyPr>
              <a:lstStyle/>
              <a:p>
                <a:pPr marL="0" lvl="0" indent="0" algn="ctr" defTabSz="2844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zh-CN" altLang="en-US" sz="5400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基于前置任务</a:t>
                </a:r>
                <a:endParaRPr lang="en-US" altLang="zh-CN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BEDF2AA-7D86-35B0-962C-FC758BEA5CD8}"/>
                </a:ext>
              </a:extLst>
            </p:cNvPr>
            <p:cNvSpPr/>
            <p:nvPr/>
          </p:nvSpPr>
          <p:spPr>
            <a:xfrm>
              <a:off x="486586" y="344721"/>
              <a:ext cx="3487721" cy="1684273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5E17EBD-7248-5CBF-9EAD-0F28483E125E}"/>
              </a:ext>
            </a:extLst>
          </p:cNvPr>
          <p:cNvGrpSpPr/>
          <p:nvPr/>
        </p:nvGrpSpPr>
        <p:grpSpPr>
          <a:xfrm>
            <a:off x="8341456" y="344721"/>
            <a:ext cx="3488400" cy="1684273"/>
            <a:chOff x="242689" y="0"/>
            <a:chExt cx="3639343" cy="218360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0E8A0D0-8C9A-C639-7A3E-C35481F01D8C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BBC08B0-651D-4D88-55EB-0C5BE5A5286B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</a:t>
              </a:r>
              <a:r>
                <a:rPr lang="zh-CN" altLang="en-US" sz="5400" dirty="0">
                  <a:effectLst/>
                </a:rPr>
                <a:t>掩码重建</a:t>
              </a:r>
            </a:p>
          </p:txBody>
        </p:sp>
      </p:grp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4EB51A64-722A-62A3-17F8-CD8773301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2270440"/>
            <a:ext cx="11084560" cy="5885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4)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聚类预测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CFEF7C3-F303-7023-D3D1-3699014C1CA0}"/>
              </a:ext>
            </a:extLst>
          </p:cNvPr>
          <p:cNvSpPr txBox="1"/>
          <p:nvPr/>
        </p:nvSpPr>
        <p:spPr>
          <a:xfrm>
            <a:off x="477520" y="6401783"/>
            <a:ext cx="1166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Caron, M., Bojanowski, P., </a:t>
            </a:r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Joulin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, A., </a:t>
            </a:r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Douze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, M. Deep clustering for unsupervised learning of visual features. ECCV, 2018.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0260C9-D0FB-C556-60BD-DA53B11C6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114" y="2770187"/>
            <a:ext cx="8749242" cy="36002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0CDCB54-C0D6-F220-2574-93732EC36B3F}"/>
                  </a:ext>
                </a:extLst>
              </p14:cNvPr>
              <p14:cNvContentPartPr/>
              <p14:nvPr/>
            </p14:nvContentPartPr>
            <p14:xfrm>
              <a:off x="1978560" y="3144600"/>
              <a:ext cx="888480" cy="306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0CDCB54-C0D6-F220-2574-93732EC36B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9200" y="3135240"/>
                <a:ext cx="907200" cy="32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3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35BEA4A7-8713-8B1C-7A0F-0B448B441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3136" y="4288412"/>
            <a:ext cx="1757706" cy="210026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B23085C-2C21-8DEF-5DF3-7E7E79A3C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6292" y="5919349"/>
            <a:ext cx="3076928" cy="787994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710D538F-0ACF-182A-83E7-26DFDA399E00}"/>
              </a:ext>
            </a:extLst>
          </p:cNvPr>
          <p:cNvGrpSpPr/>
          <p:nvPr/>
        </p:nvGrpSpPr>
        <p:grpSpPr>
          <a:xfrm>
            <a:off x="4413681" y="344721"/>
            <a:ext cx="3488400" cy="1684273"/>
            <a:chOff x="242689" y="0"/>
            <a:chExt cx="3639343" cy="218360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A5D0461-3D5A-C1DD-EE77-78F3AF6C3181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B334273-38BD-AE32-99A8-A7A2EE123381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基于对比学习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9C5A4EA-3B18-2B5A-CC3B-956D1A06BED3}"/>
              </a:ext>
            </a:extLst>
          </p:cNvPr>
          <p:cNvGrpSpPr/>
          <p:nvPr/>
        </p:nvGrpSpPr>
        <p:grpSpPr>
          <a:xfrm>
            <a:off x="485964" y="344721"/>
            <a:ext cx="3487721" cy="1684273"/>
            <a:chOff x="242689" y="0"/>
            <a:chExt cx="3639343" cy="2183606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74A5A22-890F-0832-DF05-C537429E59B9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44F2A41-29B9-80EF-F74E-D3B3952667B7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基于前置任务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BC81F655-9C54-99F7-1797-6E593EBEF3A2}"/>
              </a:ext>
            </a:extLst>
          </p:cNvPr>
          <p:cNvSpPr/>
          <p:nvPr/>
        </p:nvSpPr>
        <p:spPr>
          <a:xfrm>
            <a:off x="4413060" y="344721"/>
            <a:ext cx="3487721" cy="16842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66B0C2E-5CC8-256A-EF4B-945AEC749954}"/>
              </a:ext>
            </a:extLst>
          </p:cNvPr>
          <p:cNvGrpSpPr/>
          <p:nvPr/>
        </p:nvGrpSpPr>
        <p:grpSpPr>
          <a:xfrm>
            <a:off x="8341456" y="344721"/>
            <a:ext cx="3488400" cy="1684273"/>
            <a:chOff x="242689" y="0"/>
            <a:chExt cx="3639343" cy="2183606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C8E80D5-5106-1DC7-7E08-5AD23F127B83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C8D3C33-34D9-2C8E-8FF3-3D0894E35D4E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</a:t>
              </a:r>
              <a:r>
                <a:rPr lang="zh-CN" altLang="en-US" sz="5400" dirty="0">
                  <a:effectLst/>
                </a:rPr>
                <a:t>掩码重建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9B57C016-D3CA-6CE4-5F49-83D3FDF1E4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8" y="4815174"/>
            <a:ext cx="10403779" cy="10467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FF458E2-1360-F834-53C9-2E18EF34C5FA}"/>
                  </a:ext>
                </a:extLst>
              </p14:cNvPr>
              <p14:cNvContentPartPr/>
              <p14:nvPr/>
            </p14:nvContentPartPr>
            <p14:xfrm>
              <a:off x="1735560" y="2614680"/>
              <a:ext cx="6477480" cy="15426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FF458E2-1360-F834-53C9-2E18EF34C5F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26200" y="2605320"/>
                <a:ext cx="6496200" cy="15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92B70100-BB06-67A1-58C6-AF71F8D052ED}"/>
                  </a:ext>
                </a:extLst>
              </p14:cNvPr>
              <p14:cNvContentPartPr/>
              <p14:nvPr/>
            </p14:nvContentPartPr>
            <p14:xfrm>
              <a:off x="8456400" y="3625200"/>
              <a:ext cx="29880" cy="172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92B70100-BB06-67A1-58C6-AF71F8D052E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47040" y="3615840"/>
                <a:ext cx="48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81D54DB6-9066-9DB0-812C-E2A217FE75C8}"/>
                  </a:ext>
                </a:extLst>
              </p14:cNvPr>
              <p14:cNvContentPartPr/>
              <p14:nvPr/>
            </p14:nvContentPartPr>
            <p14:xfrm>
              <a:off x="7233840" y="4705200"/>
              <a:ext cx="4440960" cy="207072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81D54DB6-9066-9DB0-812C-E2A217FE75C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24480" y="4695840"/>
                <a:ext cx="4459680" cy="208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608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EEE35AC-9595-87B9-ED72-8568CDBD9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280" y="2175163"/>
            <a:ext cx="8861714" cy="424831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1C1B823B-CA88-E4CF-60A8-D469A4EFC8BF}"/>
              </a:ext>
            </a:extLst>
          </p:cNvPr>
          <p:cNvGrpSpPr/>
          <p:nvPr/>
        </p:nvGrpSpPr>
        <p:grpSpPr>
          <a:xfrm>
            <a:off x="4413681" y="344721"/>
            <a:ext cx="3488400" cy="1684273"/>
            <a:chOff x="242689" y="0"/>
            <a:chExt cx="3639343" cy="218360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D8DE9F6-A873-4065-BE4D-CE4E6A7DB767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1AE7962-1777-1C39-0CB2-36C4F96379E7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基于对比学习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0BBC616-1E0E-C2A6-02F9-0D574772E026}"/>
              </a:ext>
            </a:extLst>
          </p:cNvPr>
          <p:cNvGrpSpPr/>
          <p:nvPr/>
        </p:nvGrpSpPr>
        <p:grpSpPr>
          <a:xfrm>
            <a:off x="485964" y="344721"/>
            <a:ext cx="3487721" cy="1684273"/>
            <a:chOff x="242689" y="0"/>
            <a:chExt cx="3639343" cy="218360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55131D3-1303-6597-CAC1-F85B067B9457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6665694-D8B7-C76D-B3BA-B9A6737046A4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基于前置任务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CCE85D2D-7103-FC99-1430-85A20FC3BA55}"/>
              </a:ext>
            </a:extLst>
          </p:cNvPr>
          <p:cNvSpPr/>
          <p:nvPr/>
        </p:nvSpPr>
        <p:spPr>
          <a:xfrm>
            <a:off x="4413060" y="344721"/>
            <a:ext cx="3487721" cy="16842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123F91F-5E24-54F7-8F57-3C8193203BBC}"/>
              </a:ext>
            </a:extLst>
          </p:cNvPr>
          <p:cNvGrpSpPr/>
          <p:nvPr/>
        </p:nvGrpSpPr>
        <p:grpSpPr>
          <a:xfrm>
            <a:off x="8341456" y="344721"/>
            <a:ext cx="3488400" cy="1684273"/>
            <a:chOff x="242689" y="0"/>
            <a:chExt cx="3639343" cy="218360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1E41615-6768-10A2-1B34-5A34CC1C3D43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B274B8B-6CD2-FA3A-2103-755BCFD05559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</a:t>
              </a:r>
              <a:r>
                <a:rPr lang="zh-CN" altLang="en-US" sz="5400" dirty="0">
                  <a:effectLst/>
                </a:rPr>
                <a:t>掩码重建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8016CF41-ABDC-1311-F1F8-3626281C9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974" y="3140242"/>
            <a:ext cx="8696325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4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C1B823B-CA88-E4CF-60A8-D469A4EFC8BF}"/>
              </a:ext>
            </a:extLst>
          </p:cNvPr>
          <p:cNvGrpSpPr/>
          <p:nvPr/>
        </p:nvGrpSpPr>
        <p:grpSpPr>
          <a:xfrm>
            <a:off x="4413681" y="344721"/>
            <a:ext cx="3488400" cy="1684273"/>
            <a:chOff x="242689" y="0"/>
            <a:chExt cx="3639343" cy="218360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D8DE9F6-A873-4065-BE4D-CE4E6A7DB767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1AE7962-1777-1C39-0CB2-36C4F96379E7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基于对比学习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0BBC616-1E0E-C2A6-02F9-0D574772E026}"/>
              </a:ext>
            </a:extLst>
          </p:cNvPr>
          <p:cNvGrpSpPr/>
          <p:nvPr/>
        </p:nvGrpSpPr>
        <p:grpSpPr>
          <a:xfrm>
            <a:off x="485964" y="344721"/>
            <a:ext cx="3487721" cy="1684273"/>
            <a:chOff x="242689" y="0"/>
            <a:chExt cx="3639343" cy="218360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55131D3-1303-6597-CAC1-F85B067B9457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6665694-D8B7-C76D-B3BA-B9A6737046A4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基于前置任务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CCE85D2D-7103-FC99-1430-85A20FC3BA55}"/>
              </a:ext>
            </a:extLst>
          </p:cNvPr>
          <p:cNvSpPr/>
          <p:nvPr/>
        </p:nvSpPr>
        <p:spPr>
          <a:xfrm>
            <a:off x="4413060" y="344721"/>
            <a:ext cx="3487721" cy="16842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123F91F-5E24-54F7-8F57-3C8193203BBC}"/>
              </a:ext>
            </a:extLst>
          </p:cNvPr>
          <p:cNvGrpSpPr/>
          <p:nvPr/>
        </p:nvGrpSpPr>
        <p:grpSpPr>
          <a:xfrm>
            <a:off x="8341456" y="344721"/>
            <a:ext cx="3488400" cy="1684273"/>
            <a:chOff x="242689" y="0"/>
            <a:chExt cx="3639343" cy="218360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1E41615-6768-10A2-1B34-5A34CC1C3D43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B274B8B-6CD2-FA3A-2103-755BCFD05559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</a:t>
              </a:r>
              <a:r>
                <a:rPr lang="zh-CN" altLang="en-US" sz="5400" dirty="0">
                  <a:effectLst/>
                </a:rPr>
                <a:t>掩码重建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D4B78695-68DA-94CF-337C-21FA47657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307" y="2591506"/>
            <a:ext cx="9113385" cy="3663520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4A0931A-64D1-F67E-03F4-73617CA4C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2146261"/>
            <a:ext cx="11084560" cy="5885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SimCLR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FBFFF3-CE75-294F-12DD-8CCEA20CD540}"/>
              </a:ext>
            </a:extLst>
          </p:cNvPr>
          <p:cNvSpPr txBox="1"/>
          <p:nvPr/>
        </p:nvSpPr>
        <p:spPr>
          <a:xfrm>
            <a:off x="477520" y="6277604"/>
            <a:ext cx="11666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Chen, T., </a:t>
            </a:r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Kornblith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, S., </a:t>
            </a:r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Norouzi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, M., Hinton, G. A simple framework for contrastive learning of visual representations. ICML, 2020.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75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C1B823B-CA88-E4CF-60A8-D469A4EFC8BF}"/>
              </a:ext>
            </a:extLst>
          </p:cNvPr>
          <p:cNvGrpSpPr/>
          <p:nvPr/>
        </p:nvGrpSpPr>
        <p:grpSpPr>
          <a:xfrm>
            <a:off x="4413681" y="344721"/>
            <a:ext cx="3488400" cy="1684273"/>
            <a:chOff x="242689" y="0"/>
            <a:chExt cx="3639343" cy="218360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D8DE9F6-A873-4065-BE4D-CE4E6A7DB767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1AE7962-1777-1C39-0CB2-36C4F96379E7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基于对比学习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0BBC616-1E0E-C2A6-02F9-0D574772E026}"/>
              </a:ext>
            </a:extLst>
          </p:cNvPr>
          <p:cNvGrpSpPr/>
          <p:nvPr/>
        </p:nvGrpSpPr>
        <p:grpSpPr>
          <a:xfrm>
            <a:off x="485964" y="344721"/>
            <a:ext cx="3487721" cy="1684273"/>
            <a:chOff x="242689" y="0"/>
            <a:chExt cx="3639343" cy="218360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55131D3-1303-6597-CAC1-F85B067B9457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6665694-D8B7-C76D-B3BA-B9A6737046A4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基于前置任务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CCE85D2D-7103-FC99-1430-85A20FC3BA55}"/>
              </a:ext>
            </a:extLst>
          </p:cNvPr>
          <p:cNvSpPr/>
          <p:nvPr/>
        </p:nvSpPr>
        <p:spPr>
          <a:xfrm>
            <a:off x="4413060" y="344721"/>
            <a:ext cx="3487721" cy="16842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123F91F-5E24-54F7-8F57-3C8193203BBC}"/>
              </a:ext>
            </a:extLst>
          </p:cNvPr>
          <p:cNvGrpSpPr/>
          <p:nvPr/>
        </p:nvGrpSpPr>
        <p:grpSpPr>
          <a:xfrm>
            <a:off x="8341456" y="344721"/>
            <a:ext cx="3488400" cy="1684273"/>
            <a:chOff x="242689" y="0"/>
            <a:chExt cx="3639343" cy="218360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1E41615-6768-10A2-1B34-5A34CC1C3D43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B274B8B-6CD2-FA3A-2103-755BCFD05559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</a:t>
              </a:r>
              <a:r>
                <a:rPr lang="zh-CN" altLang="en-US" sz="5400" dirty="0">
                  <a:effectLst/>
                </a:rPr>
                <a:t>掩码重建</a:t>
              </a:r>
            </a:p>
          </p:txBody>
        </p:sp>
      </p:grp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4A0931A-64D1-F67E-03F4-73617CA4C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2146261"/>
            <a:ext cx="11084560" cy="5885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Momentum Contrast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FBFFF3-CE75-294F-12DD-8CCEA20CD540}"/>
              </a:ext>
            </a:extLst>
          </p:cNvPr>
          <p:cNvSpPr txBox="1"/>
          <p:nvPr/>
        </p:nvSpPr>
        <p:spPr>
          <a:xfrm>
            <a:off x="477520" y="6390494"/>
            <a:ext cx="1166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He, K., Fan, H., Wu, Y., Xie, S., </a:t>
            </a:r>
            <a:r>
              <a:rPr lang="en-US" altLang="zh-CN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Girshick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, R. Momentum contrast for unsupervised visual representation learning. CVPR, 2020.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82DC32-823E-84D3-73E7-6035B7EE4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48" y="2852036"/>
            <a:ext cx="10091903" cy="32095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521CD2F-D8E5-1051-38D4-D900D20EE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134" y="5727053"/>
            <a:ext cx="2438400" cy="4381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64294EA-B792-D71F-9D8C-4B1FECC1E42C}"/>
              </a:ext>
            </a:extLst>
          </p:cNvPr>
          <p:cNvSpPr txBox="1"/>
          <p:nvPr/>
        </p:nvSpPr>
        <p:spPr>
          <a:xfrm>
            <a:off x="8087321" y="5801264"/>
            <a:ext cx="3262485" cy="338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6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动量更新：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DC4BF72-CC5F-1DF7-C11A-E3BF81BB7351}"/>
                  </a:ext>
                </a:extLst>
              </p14:cNvPr>
              <p14:cNvContentPartPr/>
              <p14:nvPr/>
            </p14:nvContentPartPr>
            <p14:xfrm>
              <a:off x="975960" y="3603600"/>
              <a:ext cx="10572120" cy="2646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DC4BF72-CC5F-1DF7-C11A-E3BF81BB735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6600" y="3594240"/>
                <a:ext cx="10590840" cy="266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873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C1B823B-CA88-E4CF-60A8-D469A4EFC8BF}"/>
              </a:ext>
            </a:extLst>
          </p:cNvPr>
          <p:cNvGrpSpPr/>
          <p:nvPr/>
        </p:nvGrpSpPr>
        <p:grpSpPr>
          <a:xfrm>
            <a:off x="4413681" y="344721"/>
            <a:ext cx="3488400" cy="1684273"/>
            <a:chOff x="242689" y="0"/>
            <a:chExt cx="3639343" cy="218360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D8DE9F6-A873-4065-BE4D-CE4E6A7DB767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1AE7962-1777-1C39-0CB2-36C4F96379E7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基于对比学习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0BBC616-1E0E-C2A6-02F9-0D574772E026}"/>
              </a:ext>
            </a:extLst>
          </p:cNvPr>
          <p:cNvGrpSpPr/>
          <p:nvPr/>
        </p:nvGrpSpPr>
        <p:grpSpPr>
          <a:xfrm>
            <a:off x="485964" y="344721"/>
            <a:ext cx="3487721" cy="1684273"/>
            <a:chOff x="242689" y="0"/>
            <a:chExt cx="3639343" cy="218360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55131D3-1303-6597-CAC1-F85B067B9457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6665694-D8B7-C76D-B3BA-B9A6737046A4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基于前置任务</a:t>
              </a:r>
              <a:endParaRPr lang="en-US" altLang="zh-CN" sz="5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123F91F-5E24-54F7-8F57-3C8193203BBC}"/>
              </a:ext>
            </a:extLst>
          </p:cNvPr>
          <p:cNvGrpSpPr/>
          <p:nvPr/>
        </p:nvGrpSpPr>
        <p:grpSpPr>
          <a:xfrm>
            <a:off x="8341456" y="344721"/>
            <a:ext cx="3488400" cy="1695562"/>
            <a:chOff x="242689" y="0"/>
            <a:chExt cx="3639343" cy="2198242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1E41615-6768-10A2-1B34-5A34CC1C3D43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B274B8B-6CD2-FA3A-2103-755BCFD05559}"/>
                </a:ext>
              </a:extLst>
            </p:cNvPr>
            <p:cNvSpPr txBox="1"/>
            <p:nvPr/>
          </p:nvSpPr>
          <p:spPr>
            <a:xfrm>
              <a:off x="242689" y="14636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5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</a:t>
              </a:r>
              <a:r>
                <a:rPr lang="zh-CN" altLang="en-US" sz="5400" dirty="0">
                  <a:effectLst/>
                </a:rPr>
                <a:t>掩码重建</a:t>
              </a:r>
            </a:p>
          </p:txBody>
        </p:sp>
      </p:grp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4A0931A-64D1-F67E-03F4-73617CA4C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2146261"/>
            <a:ext cx="11084560" cy="5885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BEiT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E85D2D-7103-FC99-1430-85A20FC3BA55}"/>
              </a:ext>
            </a:extLst>
          </p:cNvPr>
          <p:cNvSpPr/>
          <p:nvPr/>
        </p:nvSpPr>
        <p:spPr>
          <a:xfrm>
            <a:off x="8342134" y="344720"/>
            <a:ext cx="3487722" cy="16842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C79F45C-77DB-EFC5-D337-ED4A7ED77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74" y="2266935"/>
            <a:ext cx="7947601" cy="438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9CF8D53-6A93-D471-EA4A-26FA74E21B4A}"/>
              </a:ext>
            </a:extLst>
          </p:cNvPr>
          <p:cNvSpPr txBox="1"/>
          <p:nvPr/>
        </p:nvSpPr>
        <p:spPr>
          <a:xfrm>
            <a:off x="477520" y="6458228"/>
            <a:ext cx="1166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Bao H, Dong L, Piao S, et al. Beit: Bert pre-training of image transformers.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2021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540C554-31F5-BBED-E2AF-FC7AFB4E2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56" y="3853895"/>
            <a:ext cx="2716000" cy="64100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576B6ED-98D0-548B-C179-E3D517241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628" y="4592993"/>
            <a:ext cx="3288372" cy="2759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CD983B92-5155-B156-F918-5E9F6F195262}"/>
                  </a:ext>
                </a:extLst>
              </p14:cNvPr>
              <p14:cNvContentPartPr/>
              <p14:nvPr/>
            </p14:nvContentPartPr>
            <p14:xfrm>
              <a:off x="3704040" y="2108520"/>
              <a:ext cx="8448120" cy="47412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CD983B92-5155-B156-F918-5E9F6F1952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94680" y="2099160"/>
                <a:ext cx="8466840" cy="475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261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14373</TotalTime>
  <Words>398</Words>
  <Application>Microsoft Office PowerPoint</Application>
  <PresentationFormat>宽屏</PresentationFormat>
  <Paragraphs>62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微软雅黑</vt:lpstr>
      <vt:lpstr>Arial</vt:lpstr>
      <vt:lpstr>Times New Roman</vt:lpstr>
      <vt:lpstr>Wingdings</vt:lpstr>
      <vt:lpstr>Office 主题​​</vt:lpstr>
      <vt:lpstr>自监督学习的原理与方法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视觉提示在迁移中的应用</dc:title>
  <dc:creator>卢嘉轩</dc:creator>
  <cp:lastModifiedBy>lu jiaxuan</cp:lastModifiedBy>
  <cp:revision>2</cp:revision>
  <dcterms:created xsi:type="dcterms:W3CDTF">2023-09-28T14:36:03Z</dcterms:created>
  <dcterms:modified xsi:type="dcterms:W3CDTF">2023-12-13T12:54:57Z</dcterms:modified>
</cp:coreProperties>
</file>