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.xml" ContentType="application/inkml+xml"/>
  <Override PartName="/ppt/notesSlides/notesSlide10.xml" ContentType="application/vnd.openxmlformats-officedocument.presentationml.notesSlide+xml"/>
  <Override PartName="/ppt/ink/ink3.xml" ContentType="application/inkml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68" r:id="rId4"/>
    <p:sldId id="269" r:id="rId5"/>
    <p:sldId id="270" r:id="rId6"/>
    <p:sldId id="274" r:id="rId7"/>
    <p:sldId id="277" r:id="rId8"/>
    <p:sldId id="278" r:id="rId9"/>
    <p:sldId id="276" r:id="rId10"/>
    <p:sldId id="280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611" autoAdjust="0"/>
  </p:normalViewPr>
  <p:slideViewPr>
    <p:cSldViewPr snapToGrid="0">
      <p:cViewPr varScale="1">
        <p:scale>
          <a:sx n="63" d="100"/>
          <a:sy n="63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 jiaxuan" userId="9247156b4823de1e" providerId="LiveId" clId="{3FD2877D-DE37-4A8D-9DCA-4F7B25B3465B}"/>
    <pc:docChg chg="custSel addSld delSld modSld">
      <pc:chgData name="lu jiaxuan" userId="9247156b4823de1e" providerId="LiveId" clId="{3FD2877D-DE37-4A8D-9DCA-4F7B25B3465B}" dt="2023-11-12T06:42:48.178" v="2923"/>
      <pc:docMkLst>
        <pc:docMk/>
      </pc:docMkLst>
      <pc:sldChg chg="modSp mod">
        <pc:chgData name="lu jiaxuan" userId="9247156b4823de1e" providerId="LiveId" clId="{3FD2877D-DE37-4A8D-9DCA-4F7B25B3465B}" dt="2023-09-30T04:59:51.617" v="3" actId="113"/>
        <pc:sldMkLst>
          <pc:docMk/>
          <pc:sldMk cId="1227051739" sldId="256"/>
        </pc:sldMkLst>
        <pc:spChg chg="mod">
          <ac:chgData name="lu jiaxuan" userId="9247156b4823de1e" providerId="LiveId" clId="{3FD2877D-DE37-4A8D-9DCA-4F7B25B3465B}" dt="2023-09-30T04:59:51.617" v="3" actId="113"/>
          <ac:spMkLst>
            <pc:docMk/>
            <pc:sldMk cId="1227051739" sldId="256"/>
            <ac:spMk id="2" creationId="{1096C9C4-488A-8181-21F2-FA076370686E}"/>
          </ac:spMkLst>
        </pc:spChg>
      </pc:sldChg>
      <pc:sldChg chg="del">
        <pc:chgData name="lu jiaxuan" userId="9247156b4823de1e" providerId="LiveId" clId="{3FD2877D-DE37-4A8D-9DCA-4F7B25B3465B}" dt="2023-11-10T13:10:09.230" v="278" actId="47"/>
        <pc:sldMkLst>
          <pc:docMk/>
          <pc:sldMk cId="3423431225" sldId="258"/>
        </pc:sldMkLst>
      </pc:sldChg>
      <pc:sldChg chg="del">
        <pc:chgData name="lu jiaxuan" userId="9247156b4823de1e" providerId="LiveId" clId="{3FD2877D-DE37-4A8D-9DCA-4F7B25B3465B}" dt="2023-11-10T13:10:09.230" v="278" actId="47"/>
        <pc:sldMkLst>
          <pc:docMk/>
          <pc:sldMk cId="745698173" sldId="259"/>
        </pc:sldMkLst>
      </pc:sldChg>
      <pc:sldChg chg="del">
        <pc:chgData name="lu jiaxuan" userId="9247156b4823de1e" providerId="LiveId" clId="{3FD2877D-DE37-4A8D-9DCA-4F7B25B3465B}" dt="2023-11-10T13:10:09.230" v="278" actId="47"/>
        <pc:sldMkLst>
          <pc:docMk/>
          <pc:sldMk cId="10000179" sldId="260"/>
        </pc:sldMkLst>
      </pc:sldChg>
      <pc:sldChg chg="del">
        <pc:chgData name="lu jiaxuan" userId="9247156b4823de1e" providerId="LiveId" clId="{3FD2877D-DE37-4A8D-9DCA-4F7B25B3465B}" dt="2023-11-10T13:10:09.230" v="278" actId="47"/>
        <pc:sldMkLst>
          <pc:docMk/>
          <pc:sldMk cId="1591456085" sldId="262"/>
        </pc:sldMkLst>
      </pc:sldChg>
      <pc:sldChg chg="del">
        <pc:chgData name="lu jiaxuan" userId="9247156b4823de1e" providerId="LiveId" clId="{3FD2877D-DE37-4A8D-9DCA-4F7B25B3465B}" dt="2023-11-10T13:10:09.230" v="278" actId="47"/>
        <pc:sldMkLst>
          <pc:docMk/>
          <pc:sldMk cId="1835906208" sldId="263"/>
        </pc:sldMkLst>
      </pc:sldChg>
      <pc:sldChg chg="del">
        <pc:chgData name="lu jiaxuan" userId="9247156b4823de1e" providerId="LiveId" clId="{3FD2877D-DE37-4A8D-9DCA-4F7B25B3465B}" dt="2023-11-10T13:10:09.230" v="278" actId="47"/>
        <pc:sldMkLst>
          <pc:docMk/>
          <pc:sldMk cId="3218750398" sldId="264"/>
        </pc:sldMkLst>
      </pc:sldChg>
      <pc:sldChg chg="del">
        <pc:chgData name="lu jiaxuan" userId="9247156b4823de1e" providerId="LiveId" clId="{3FD2877D-DE37-4A8D-9DCA-4F7B25B3465B}" dt="2023-11-10T13:10:09.230" v="278" actId="47"/>
        <pc:sldMkLst>
          <pc:docMk/>
          <pc:sldMk cId="3691110825" sldId="265"/>
        </pc:sldMkLst>
      </pc:sldChg>
      <pc:sldChg chg="del">
        <pc:chgData name="lu jiaxuan" userId="9247156b4823de1e" providerId="LiveId" clId="{3FD2877D-DE37-4A8D-9DCA-4F7B25B3465B}" dt="2023-11-10T13:10:09.230" v="278" actId="47"/>
        <pc:sldMkLst>
          <pc:docMk/>
          <pc:sldMk cId="795776144" sldId="266"/>
        </pc:sldMkLst>
      </pc:sldChg>
      <pc:sldChg chg="addSp delSp modSp new mod modAnim modNotesTx">
        <pc:chgData name="lu jiaxuan" userId="9247156b4823de1e" providerId="LiveId" clId="{3FD2877D-DE37-4A8D-9DCA-4F7B25B3465B}" dt="2023-11-12T06:17:04.275" v="2921" actId="20577"/>
        <pc:sldMkLst>
          <pc:docMk/>
          <pc:sldMk cId="2759702248" sldId="267"/>
        </pc:sldMkLst>
        <pc:spChg chg="del">
          <ac:chgData name="lu jiaxuan" userId="9247156b4823de1e" providerId="LiveId" clId="{3FD2877D-DE37-4A8D-9DCA-4F7B25B3465B}" dt="2023-11-12T05:59:10.222" v="2064" actId="478"/>
          <ac:spMkLst>
            <pc:docMk/>
            <pc:sldMk cId="2759702248" sldId="267"/>
            <ac:spMk id="2" creationId="{0AE27D81-4830-68DA-C552-1641B6E0271D}"/>
          </ac:spMkLst>
        </pc:spChg>
        <pc:spChg chg="del">
          <ac:chgData name="lu jiaxuan" userId="9247156b4823de1e" providerId="LiveId" clId="{3FD2877D-DE37-4A8D-9DCA-4F7B25B3465B}" dt="2023-11-12T05:59:12.395" v="2065" actId="478"/>
          <ac:spMkLst>
            <pc:docMk/>
            <pc:sldMk cId="2759702248" sldId="267"/>
            <ac:spMk id="3" creationId="{AB58E04D-43B3-1D74-F23F-FDD635AC098D}"/>
          </ac:spMkLst>
        </pc:spChg>
        <pc:spChg chg="add mod">
          <ac:chgData name="lu jiaxuan" userId="9247156b4823de1e" providerId="LiveId" clId="{3FD2877D-DE37-4A8D-9DCA-4F7B25B3465B}" dt="2023-11-12T05:59:26.838" v="2069"/>
          <ac:spMkLst>
            <pc:docMk/>
            <pc:sldMk cId="2759702248" sldId="267"/>
            <ac:spMk id="5" creationId="{83DBC02C-7441-0015-4ECE-61005F7F2301}"/>
          </ac:spMkLst>
        </pc:spChg>
        <pc:spChg chg="add mod">
          <ac:chgData name="lu jiaxuan" userId="9247156b4823de1e" providerId="LiveId" clId="{3FD2877D-DE37-4A8D-9DCA-4F7B25B3465B}" dt="2023-11-12T06:01:10.685" v="2191"/>
          <ac:spMkLst>
            <pc:docMk/>
            <pc:sldMk cId="2759702248" sldId="267"/>
            <ac:spMk id="6" creationId="{7AA3543A-D61B-CA80-E64D-023AED7AF820}"/>
          </ac:spMkLst>
        </pc:spChg>
        <pc:spChg chg="add mod">
          <ac:chgData name="lu jiaxuan" userId="9247156b4823de1e" providerId="LiveId" clId="{3FD2877D-DE37-4A8D-9DCA-4F7B25B3465B}" dt="2023-11-12T06:01:29.013" v="2204"/>
          <ac:spMkLst>
            <pc:docMk/>
            <pc:sldMk cId="2759702248" sldId="267"/>
            <ac:spMk id="7" creationId="{DD40902A-F75A-D996-FB75-73BF93097F3A}"/>
          </ac:spMkLst>
        </pc:spChg>
        <pc:graphicFrameChg chg="add mod">
          <ac:chgData name="lu jiaxuan" userId="9247156b4823de1e" providerId="LiveId" clId="{3FD2877D-DE37-4A8D-9DCA-4F7B25B3465B}" dt="2023-11-12T06:00:58.212" v="2152" actId="1038"/>
          <ac:graphicFrameMkLst>
            <pc:docMk/>
            <pc:sldMk cId="2759702248" sldId="267"/>
            <ac:graphicFrameMk id="4" creationId="{125E8520-AD89-205A-2C38-9B75346C08DA}"/>
          </ac:graphicFrameMkLst>
        </pc:graphicFrameChg>
      </pc:sldChg>
      <pc:sldChg chg="addSp delSp modSp new mod delAnim modAnim modNotesTx">
        <pc:chgData name="lu jiaxuan" userId="9247156b4823de1e" providerId="LiveId" clId="{3FD2877D-DE37-4A8D-9DCA-4F7B25B3465B}" dt="2023-11-08T13:28:55.240" v="107"/>
        <pc:sldMkLst>
          <pc:docMk/>
          <pc:sldMk cId="1702792162" sldId="268"/>
        </pc:sldMkLst>
        <pc:spChg chg="del">
          <ac:chgData name="lu jiaxuan" userId="9247156b4823de1e" providerId="LiveId" clId="{3FD2877D-DE37-4A8D-9DCA-4F7B25B3465B}" dt="2023-09-30T05:00:36.791" v="8" actId="478"/>
          <ac:spMkLst>
            <pc:docMk/>
            <pc:sldMk cId="1702792162" sldId="268"/>
            <ac:spMk id="2" creationId="{346CFBAB-2100-34BC-1785-D9BF8E0D0A10}"/>
          </ac:spMkLst>
        </pc:spChg>
        <pc:spChg chg="del mod">
          <ac:chgData name="lu jiaxuan" userId="9247156b4823de1e" providerId="LiveId" clId="{3FD2877D-DE37-4A8D-9DCA-4F7B25B3465B}" dt="2023-09-30T05:00:33.376" v="7" actId="478"/>
          <ac:spMkLst>
            <pc:docMk/>
            <pc:sldMk cId="1702792162" sldId="268"/>
            <ac:spMk id="3" creationId="{57F3FF0C-C5F5-BA53-D0C1-E63F8EE06713}"/>
          </ac:spMkLst>
        </pc:spChg>
        <pc:spChg chg="add mod">
          <ac:chgData name="lu jiaxuan" userId="9247156b4823de1e" providerId="LiveId" clId="{3FD2877D-DE37-4A8D-9DCA-4F7B25B3465B}" dt="2023-11-08T13:23:29.077" v="101" actId="1038"/>
          <ac:spMkLst>
            <pc:docMk/>
            <pc:sldMk cId="1702792162" sldId="268"/>
            <ac:spMk id="7" creationId="{AF0F722D-2D44-812E-12C5-4A536CF12D23}"/>
          </ac:spMkLst>
        </pc:spChg>
        <pc:picChg chg="add mod">
          <ac:chgData name="lu jiaxuan" userId="9247156b4823de1e" providerId="LiveId" clId="{3FD2877D-DE37-4A8D-9DCA-4F7B25B3465B}" dt="2023-09-30T05:00:43.176" v="11" actId="1076"/>
          <ac:picMkLst>
            <pc:docMk/>
            <pc:sldMk cId="1702792162" sldId="268"/>
            <ac:picMk id="5" creationId="{1365B5B3-5697-F7BD-080C-63292AF2205B}"/>
          </ac:picMkLst>
        </pc:picChg>
        <pc:picChg chg="add del mod">
          <ac:chgData name="lu jiaxuan" userId="9247156b4823de1e" providerId="LiveId" clId="{3FD2877D-DE37-4A8D-9DCA-4F7B25B3465B}" dt="2023-11-08T13:28:44.806" v="103" actId="478"/>
          <ac:picMkLst>
            <pc:docMk/>
            <pc:sldMk cId="1702792162" sldId="268"/>
            <ac:picMk id="6" creationId="{D9FC155E-9B9E-B268-904F-360D8553E183}"/>
          </ac:picMkLst>
        </pc:picChg>
        <pc:picChg chg="add mod">
          <ac:chgData name="lu jiaxuan" userId="9247156b4823de1e" providerId="LiveId" clId="{3FD2877D-DE37-4A8D-9DCA-4F7B25B3465B}" dt="2023-11-08T13:28:48.785" v="105" actId="1076"/>
          <ac:picMkLst>
            <pc:docMk/>
            <pc:sldMk cId="1702792162" sldId="268"/>
            <ac:picMk id="9" creationId="{E6CA02DD-F640-B9F5-52FE-0F642B4812A3}"/>
          </ac:picMkLst>
        </pc:picChg>
      </pc:sldChg>
      <pc:sldChg chg="addSp delSp modSp new mod modAnim modNotesTx">
        <pc:chgData name="lu jiaxuan" userId="9247156b4823de1e" providerId="LiveId" clId="{3FD2877D-DE37-4A8D-9DCA-4F7B25B3465B}" dt="2023-11-10T14:11:24.952" v="284" actId="478"/>
        <pc:sldMkLst>
          <pc:docMk/>
          <pc:sldMk cId="2187456566" sldId="269"/>
        </pc:sldMkLst>
        <pc:spChg chg="del">
          <ac:chgData name="lu jiaxuan" userId="9247156b4823de1e" providerId="LiveId" clId="{3FD2877D-DE37-4A8D-9DCA-4F7B25B3465B}" dt="2023-09-30T07:59:28.300" v="19" actId="478"/>
          <ac:spMkLst>
            <pc:docMk/>
            <pc:sldMk cId="2187456566" sldId="269"/>
            <ac:spMk id="2" creationId="{C75D96B2-80B1-4741-3CF0-B8CCF8CADC6F}"/>
          </ac:spMkLst>
        </pc:spChg>
        <pc:spChg chg="del mod">
          <ac:chgData name="lu jiaxuan" userId="9247156b4823de1e" providerId="LiveId" clId="{3FD2877D-DE37-4A8D-9DCA-4F7B25B3465B}" dt="2023-09-30T07:59:26.586" v="18" actId="478"/>
          <ac:spMkLst>
            <pc:docMk/>
            <pc:sldMk cId="2187456566" sldId="269"/>
            <ac:spMk id="3" creationId="{818436CE-5899-A3E9-A5A0-F9D12B6205A7}"/>
          </ac:spMkLst>
        </pc:spChg>
        <pc:spChg chg="add del mod">
          <ac:chgData name="lu jiaxuan" userId="9247156b4823de1e" providerId="LiveId" clId="{3FD2877D-DE37-4A8D-9DCA-4F7B25B3465B}" dt="2023-09-30T07:59:29.641" v="20" actId="478"/>
          <ac:spMkLst>
            <pc:docMk/>
            <pc:sldMk cId="2187456566" sldId="269"/>
            <ac:spMk id="5" creationId="{C6991754-BC60-987A-BD5A-41CD1492AF43}"/>
          </ac:spMkLst>
        </pc:spChg>
        <pc:spChg chg="add mod">
          <ac:chgData name="lu jiaxuan" userId="9247156b4823de1e" providerId="LiveId" clId="{3FD2877D-DE37-4A8D-9DCA-4F7B25B3465B}" dt="2023-10-02T13:37:15.474" v="83" actId="108"/>
          <ac:spMkLst>
            <pc:docMk/>
            <pc:sldMk cId="2187456566" sldId="269"/>
            <ac:spMk id="6" creationId="{5B45C2E9-2157-3072-0981-4B8D4771F412}"/>
          </ac:spMkLst>
        </pc:spChg>
        <pc:spChg chg="add">
          <ac:chgData name="lu jiaxuan" userId="9247156b4823de1e" providerId="LiveId" clId="{3FD2877D-DE37-4A8D-9DCA-4F7B25B3465B}" dt="2023-09-30T09:27:42.834" v="69" actId="22"/>
          <ac:spMkLst>
            <pc:docMk/>
            <pc:sldMk cId="2187456566" sldId="269"/>
            <ac:spMk id="8" creationId="{30013C97-5DFD-BF46-5E98-EB2DC86D4465}"/>
          </ac:spMkLst>
        </pc:spChg>
        <pc:picChg chg="add mod">
          <ac:chgData name="lu jiaxuan" userId="9247156b4823de1e" providerId="LiveId" clId="{3FD2877D-DE37-4A8D-9DCA-4F7B25B3465B}" dt="2023-11-10T13:44:14.346" v="282" actId="1076"/>
          <ac:picMkLst>
            <pc:docMk/>
            <pc:sldMk cId="2187456566" sldId="269"/>
            <ac:picMk id="3" creationId="{74C69EA2-B9B3-CB5A-4794-23E37C956DEF}"/>
          </ac:picMkLst>
        </pc:picChg>
        <pc:picChg chg="del">
          <ac:chgData name="lu jiaxuan" userId="9247156b4823de1e" providerId="LiveId" clId="{3FD2877D-DE37-4A8D-9DCA-4F7B25B3465B}" dt="2023-11-10T13:44:06.398" v="279" actId="478"/>
          <ac:picMkLst>
            <pc:docMk/>
            <pc:sldMk cId="2187456566" sldId="269"/>
            <ac:picMk id="1026" creationId="{4409B662-EAC3-FAA7-6C25-A3FB65682DF6}"/>
          </ac:picMkLst>
        </pc:picChg>
        <pc:inkChg chg="add del">
          <ac:chgData name="lu jiaxuan" userId="9247156b4823de1e" providerId="LiveId" clId="{3FD2877D-DE37-4A8D-9DCA-4F7B25B3465B}" dt="2023-11-10T14:11:24.952" v="284" actId="478"/>
          <ac:inkMkLst>
            <pc:docMk/>
            <pc:sldMk cId="2187456566" sldId="269"/>
            <ac:inkMk id="4" creationId="{605E5A48-454F-50C2-0ED2-CED4309DE088}"/>
          </ac:inkMkLst>
        </pc:inkChg>
      </pc:sldChg>
      <pc:sldChg chg="delSp modSp add mod modAnim modNotesTx">
        <pc:chgData name="lu jiaxuan" userId="9247156b4823de1e" providerId="LiveId" clId="{3FD2877D-DE37-4A8D-9DCA-4F7B25B3465B}" dt="2023-10-02T13:33:35.194" v="79"/>
        <pc:sldMkLst>
          <pc:docMk/>
          <pc:sldMk cId="1523852808" sldId="270"/>
        </pc:sldMkLst>
        <pc:spChg chg="mod">
          <ac:chgData name="lu jiaxuan" userId="9247156b4823de1e" providerId="LiveId" clId="{3FD2877D-DE37-4A8D-9DCA-4F7B25B3465B}" dt="2023-10-02T13:33:35.194" v="79"/>
          <ac:spMkLst>
            <pc:docMk/>
            <pc:sldMk cId="1523852808" sldId="270"/>
            <ac:spMk id="6" creationId="{5B45C2E9-2157-3072-0981-4B8D4771F412}"/>
          </ac:spMkLst>
        </pc:spChg>
        <pc:spChg chg="del">
          <ac:chgData name="lu jiaxuan" userId="9247156b4823de1e" providerId="LiveId" clId="{3FD2877D-DE37-4A8D-9DCA-4F7B25B3465B}" dt="2023-10-02T13:33:30.844" v="73" actId="478"/>
          <ac:spMkLst>
            <pc:docMk/>
            <pc:sldMk cId="1523852808" sldId="270"/>
            <ac:spMk id="8" creationId="{30013C97-5DFD-BF46-5E98-EB2DC86D4465}"/>
          </ac:spMkLst>
        </pc:spChg>
      </pc:sldChg>
      <pc:sldChg chg="modNotesTx">
        <pc:chgData name="lu jiaxuan" userId="9247156b4823de1e" providerId="LiveId" clId="{3FD2877D-DE37-4A8D-9DCA-4F7B25B3465B}" dt="2023-11-09T13:04:46.189" v="119" actId="20577"/>
        <pc:sldMkLst>
          <pc:docMk/>
          <pc:sldMk cId="543043503" sldId="273"/>
        </pc:sldMkLst>
      </pc:sldChg>
      <pc:sldChg chg="addSp delSp modSp add mod delAnim modAnim modNotesTx">
        <pc:chgData name="lu jiaxuan" userId="9247156b4823de1e" providerId="LiveId" clId="{3FD2877D-DE37-4A8D-9DCA-4F7B25B3465B}" dt="2023-11-12T04:44:48.987" v="348"/>
        <pc:sldMkLst>
          <pc:docMk/>
          <pc:sldMk cId="750022587" sldId="274"/>
        </pc:sldMkLst>
        <pc:spChg chg="mod">
          <ac:chgData name="lu jiaxuan" userId="9247156b4823de1e" providerId="LiveId" clId="{3FD2877D-DE37-4A8D-9DCA-4F7B25B3465B}" dt="2023-11-09T14:36:51.096" v="146" actId="20577"/>
          <ac:spMkLst>
            <pc:docMk/>
            <pc:sldMk cId="750022587" sldId="274"/>
            <ac:spMk id="2" creationId="{A119C430-7D92-F889-D697-18A38632C2C7}"/>
          </ac:spMkLst>
        </pc:spChg>
        <pc:spChg chg="mod">
          <ac:chgData name="lu jiaxuan" userId="9247156b4823de1e" providerId="LiveId" clId="{3FD2877D-DE37-4A8D-9DCA-4F7B25B3465B}" dt="2023-11-09T14:37:27.636" v="167" actId="1038"/>
          <ac:spMkLst>
            <pc:docMk/>
            <pc:sldMk cId="750022587" sldId="274"/>
            <ac:spMk id="3" creationId="{29A183C0-5DED-8577-2D6E-B341A0022940}"/>
          </ac:spMkLst>
        </pc:spChg>
        <pc:spChg chg="del">
          <ac:chgData name="lu jiaxuan" userId="9247156b4823de1e" providerId="LiveId" clId="{3FD2877D-DE37-4A8D-9DCA-4F7B25B3465B}" dt="2023-11-09T14:36:45.831" v="124" actId="478"/>
          <ac:spMkLst>
            <pc:docMk/>
            <pc:sldMk cId="750022587" sldId="274"/>
            <ac:spMk id="7" creationId="{AF0F722D-2D44-812E-12C5-4A536CF12D23}"/>
          </ac:spMkLst>
        </pc:spChg>
        <pc:picChg chg="del">
          <ac:chgData name="lu jiaxuan" userId="9247156b4823de1e" providerId="LiveId" clId="{3FD2877D-DE37-4A8D-9DCA-4F7B25B3465B}" dt="2023-11-09T14:36:39.843" v="121" actId="478"/>
          <ac:picMkLst>
            <pc:docMk/>
            <pc:sldMk cId="750022587" sldId="274"/>
            <ac:picMk id="5" creationId="{1365B5B3-5697-F7BD-080C-63292AF2205B}"/>
          </ac:picMkLst>
        </pc:picChg>
        <pc:picChg chg="del">
          <ac:chgData name="lu jiaxuan" userId="9247156b4823de1e" providerId="LiveId" clId="{3FD2877D-DE37-4A8D-9DCA-4F7B25B3465B}" dt="2023-11-09T14:36:43.748" v="123" actId="478"/>
          <ac:picMkLst>
            <pc:docMk/>
            <pc:sldMk cId="750022587" sldId="274"/>
            <ac:picMk id="9" creationId="{E6CA02DD-F640-B9F5-52FE-0F642B4812A3}"/>
          </ac:picMkLst>
        </pc:picChg>
        <pc:inkChg chg="add">
          <ac:chgData name="lu jiaxuan" userId="9247156b4823de1e" providerId="LiveId" clId="{3FD2877D-DE37-4A8D-9DCA-4F7B25B3465B}" dt="2023-11-12T04:44:48.987" v="348"/>
          <ac:inkMkLst>
            <pc:docMk/>
            <pc:sldMk cId="750022587" sldId="274"/>
            <ac:inkMk id="4" creationId="{E566BA84-4454-DD77-4372-9F24609E7BBB}"/>
          </ac:inkMkLst>
        </pc:inkChg>
      </pc:sldChg>
      <pc:sldChg chg="modSp add del mod modNotesTx">
        <pc:chgData name="lu jiaxuan" userId="9247156b4823de1e" providerId="LiveId" clId="{3FD2877D-DE37-4A8D-9DCA-4F7B25B3465B}" dt="2023-11-12T05:55:31.704" v="1992" actId="47"/>
        <pc:sldMkLst>
          <pc:docMk/>
          <pc:sldMk cId="3985078573" sldId="275"/>
        </pc:sldMkLst>
        <pc:spChg chg="mod">
          <ac:chgData name="lu jiaxuan" userId="9247156b4823de1e" providerId="LiveId" clId="{3FD2877D-DE37-4A8D-9DCA-4F7B25B3465B}" dt="2023-11-09T14:44:11.514" v="184" actId="20577"/>
          <ac:spMkLst>
            <pc:docMk/>
            <pc:sldMk cId="3985078573" sldId="275"/>
            <ac:spMk id="2" creationId="{A119C430-7D92-F889-D697-18A38632C2C7}"/>
          </ac:spMkLst>
        </pc:spChg>
      </pc:sldChg>
      <pc:sldChg chg="addSp modSp add mod modNotesTx">
        <pc:chgData name="lu jiaxuan" userId="9247156b4823de1e" providerId="LiveId" clId="{3FD2877D-DE37-4A8D-9DCA-4F7B25B3465B}" dt="2023-11-12T06:31:29.364" v="2922"/>
        <pc:sldMkLst>
          <pc:docMk/>
          <pc:sldMk cId="2117767277" sldId="276"/>
        </pc:sldMkLst>
        <pc:spChg chg="mod">
          <ac:chgData name="lu jiaxuan" userId="9247156b4823de1e" providerId="LiveId" clId="{3FD2877D-DE37-4A8D-9DCA-4F7B25B3465B}" dt="2023-11-12T05:08:49.035" v="1236" actId="12"/>
          <ac:spMkLst>
            <pc:docMk/>
            <pc:sldMk cId="2117767277" sldId="276"/>
            <ac:spMk id="2" creationId="{A119C430-7D92-F889-D697-18A38632C2C7}"/>
          </ac:spMkLst>
        </pc:spChg>
        <pc:picChg chg="add mod">
          <ac:chgData name="lu jiaxuan" userId="9247156b4823de1e" providerId="LiveId" clId="{3FD2877D-DE37-4A8D-9DCA-4F7B25B3465B}" dt="2023-11-11T02:24:47.564" v="297" actId="1076"/>
          <ac:picMkLst>
            <pc:docMk/>
            <pc:sldMk cId="2117767277" sldId="276"/>
            <ac:picMk id="2050" creationId="{CA0FF95E-FF9C-80B5-BE62-CD58AB2443E5}"/>
          </ac:picMkLst>
        </pc:picChg>
        <pc:inkChg chg="add">
          <ac:chgData name="lu jiaxuan" userId="9247156b4823de1e" providerId="LiveId" clId="{3FD2877D-DE37-4A8D-9DCA-4F7B25B3465B}" dt="2023-11-12T06:31:29.364" v="2922"/>
          <ac:inkMkLst>
            <pc:docMk/>
            <pc:sldMk cId="2117767277" sldId="276"/>
            <ac:inkMk id="4" creationId="{67B797F7-AB5A-7C79-45D0-A0F63ED6E9E9}"/>
          </ac:inkMkLst>
        </pc:inkChg>
      </pc:sldChg>
      <pc:sldChg chg="del">
        <pc:chgData name="lu jiaxuan" userId="9247156b4823de1e" providerId="LiveId" clId="{3FD2877D-DE37-4A8D-9DCA-4F7B25B3465B}" dt="2023-11-12T05:58:30.191" v="2055" actId="47"/>
        <pc:sldMkLst>
          <pc:docMk/>
          <pc:sldMk cId="4014405676" sldId="279"/>
        </pc:sldMkLst>
      </pc:sldChg>
      <pc:sldChg chg="addSp delSp modSp add mod modAnim modNotesTx">
        <pc:chgData name="lu jiaxuan" userId="9247156b4823de1e" providerId="LiveId" clId="{3FD2877D-DE37-4A8D-9DCA-4F7B25B3465B}" dt="2023-11-12T06:42:48.178" v="2923"/>
        <pc:sldMkLst>
          <pc:docMk/>
          <pc:sldMk cId="2592834730" sldId="280"/>
        </pc:sldMkLst>
        <pc:spChg chg="mod">
          <ac:chgData name="lu jiaxuan" userId="9247156b4823de1e" providerId="LiveId" clId="{3FD2877D-DE37-4A8D-9DCA-4F7B25B3465B}" dt="2023-11-12T05:09:04.005" v="1249" actId="255"/>
          <ac:spMkLst>
            <pc:docMk/>
            <pc:sldMk cId="2592834730" sldId="280"/>
            <ac:spMk id="2" creationId="{A119C430-7D92-F889-D697-18A38632C2C7}"/>
          </ac:spMkLst>
        </pc:spChg>
        <pc:spChg chg="add mod">
          <ac:chgData name="lu jiaxuan" userId="9247156b4823de1e" providerId="LiveId" clId="{3FD2877D-DE37-4A8D-9DCA-4F7B25B3465B}" dt="2023-11-12T05:11:08.622" v="1300" actId="1038"/>
          <ac:spMkLst>
            <pc:docMk/>
            <pc:sldMk cId="2592834730" sldId="280"/>
            <ac:spMk id="5" creationId="{18292B40-81B4-5833-291E-0786505C6966}"/>
          </ac:spMkLst>
        </pc:spChg>
        <pc:spChg chg="add mod">
          <ac:chgData name="lu jiaxuan" userId="9247156b4823de1e" providerId="LiveId" clId="{3FD2877D-DE37-4A8D-9DCA-4F7B25B3465B}" dt="2023-11-12T05:11:13.042" v="1306" actId="1037"/>
          <ac:spMkLst>
            <pc:docMk/>
            <pc:sldMk cId="2592834730" sldId="280"/>
            <ac:spMk id="6" creationId="{5280F7E4-862A-310F-81A8-FE911427415E}"/>
          </ac:spMkLst>
        </pc:spChg>
        <pc:picChg chg="add mod">
          <ac:chgData name="lu jiaxuan" userId="9247156b4823de1e" providerId="LiveId" clId="{3FD2877D-DE37-4A8D-9DCA-4F7B25B3465B}" dt="2023-11-12T05:10:25.074" v="1263" actId="1076"/>
          <ac:picMkLst>
            <pc:docMk/>
            <pc:sldMk cId="2592834730" sldId="280"/>
            <ac:picMk id="4" creationId="{D8D300BE-0D9A-D091-C6A2-73EE45BEF30D}"/>
          </ac:picMkLst>
        </pc:picChg>
        <pc:picChg chg="del">
          <ac:chgData name="lu jiaxuan" userId="9247156b4823de1e" providerId="LiveId" clId="{3FD2877D-DE37-4A8D-9DCA-4F7B25B3465B}" dt="2023-11-12T05:08:30.258" v="1219" actId="478"/>
          <ac:picMkLst>
            <pc:docMk/>
            <pc:sldMk cId="2592834730" sldId="280"/>
            <ac:picMk id="2050" creationId="{CA0FF95E-FF9C-80B5-BE62-CD58AB2443E5}"/>
          </ac:picMkLst>
        </pc:picChg>
        <pc:picChg chg="add mod">
          <ac:chgData name="lu jiaxuan" userId="9247156b4823de1e" providerId="LiveId" clId="{3FD2877D-DE37-4A8D-9DCA-4F7B25B3465B}" dt="2023-11-12T05:10:03.644" v="1259" actId="1076"/>
          <ac:picMkLst>
            <pc:docMk/>
            <pc:sldMk cId="2592834730" sldId="280"/>
            <ac:picMk id="3074" creationId="{4A84ED92-A18A-D0CA-93A0-E229984AD565}"/>
          </ac:picMkLst>
        </pc:picChg>
        <pc:inkChg chg="add">
          <ac:chgData name="lu jiaxuan" userId="9247156b4823de1e" providerId="LiveId" clId="{3FD2877D-DE37-4A8D-9DCA-4F7B25B3465B}" dt="2023-11-12T06:42:48.178" v="2923"/>
          <ac:inkMkLst>
            <pc:docMk/>
            <pc:sldMk cId="2592834730" sldId="280"/>
            <ac:inkMk id="7" creationId="{187FC5B5-770A-CF5E-91E0-B63A2D31FD94}"/>
          </ac:inkMkLst>
        </pc:inkChg>
      </pc:sldChg>
    </pc:docChg>
  </pc:docChgLst>
  <pc:docChgLst>
    <pc:chgData name="lu jiaxuan" userId="9247156b4823de1e" providerId="LiveId" clId="{00C3B82C-5F12-4C51-9254-9F54200179C6}"/>
    <pc:docChg chg="undo redo custSel addSld delSld modSld">
      <pc:chgData name="lu jiaxuan" userId="9247156b4823de1e" providerId="LiveId" clId="{00C3B82C-5F12-4C51-9254-9F54200179C6}" dt="2023-09-29T10:49:37.028" v="1926" actId="20577"/>
      <pc:docMkLst>
        <pc:docMk/>
      </pc:docMkLst>
      <pc:sldChg chg="modNotesTx">
        <pc:chgData name="lu jiaxuan" userId="9247156b4823de1e" providerId="LiveId" clId="{00C3B82C-5F12-4C51-9254-9F54200179C6}" dt="2023-09-29T10:26:21.290" v="1390" actId="20577"/>
        <pc:sldMkLst>
          <pc:docMk/>
          <pc:sldMk cId="1227051739" sldId="256"/>
        </pc:sldMkLst>
      </pc:sldChg>
      <pc:sldChg chg="modSp mod modNotesTx">
        <pc:chgData name="lu jiaxuan" userId="9247156b4823de1e" providerId="LiveId" clId="{00C3B82C-5F12-4C51-9254-9F54200179C6}" dt="2023-09-29T10:41:53.298" v="1720" actId="1076"/>
        <pc:sldMkLst>
          <pc:docMk/>
          <pc:sldMk cId="3423431225" sldId="258"/>
        </pc:sldMkLst>
        <pc:picChg chg="mod">
          <ac:chgData name="lu jiaxuan" userId="9247156b4823de1e" providerId="LiveId" clId="{00C3B82C-5F12-4C51-9254-9F54200179C6}" dt="2023-09-29T10:41:51.749" v="1719" actId="1076"/>
          <ac:picMkLst>
            <pc:docMk/>
            <pc:sldMk cId="3423431225" sldId="258"/>
            <ac:picMk id="9" creationId="{4B8DAFC1-29C7-B33B-E9D7-ACCBE133A54D}"/>
          </ac:picMkLst>
        </pc:picChg>
        <pc:picChg chg="mod">
          <ac:chgData name="lu jiaxuan" userId="9247156b4823de1e" providerId="LiveId" clId="{00C3B82C-5F12-4C51-9254-9F54200179C6}" dt="2023-09-29T10:41:53.298" v="1720" actId="1076"/>
          <ac:picMkLst>
            <pc:docMk/>
            <pc:sldMk cId="3423431225" sldId="258"/>
            <ac:picMk id="11" creationId="{CDFB5895-B0D6-F8A6-56DA-A840D5D31FFB}"/>
          </ac:picMkLst>
        </pc:picChg>
      </pc:sldChg>
      <pc:sldChg chg="modSp mod modNotesTx">
        <pc:chgData name="lu jiaxuan" userId="9247156b4823de1e" providerId="LiveId" clId="{00C3B82C-5F12-4C51-9254-9F54200179C6}" dt="2023-09-29T10:30:45.744" v="1507" actId="1035"/>
        <pc:sldMkLst>
          <pc:docMk/>
          <pc:sldMk cId="745698173" sldId="259"/>
        </pc:sldMkLst>
        <pc:spChg chg="mod">
          <ac:chgData name="lu jiaxuan" userId="9247156b4823de1e" providerId="LiveId" clId="{00C3B82C-5F12-4C51-9254-9F54200179C6}" dt="2023-09-29T10:30:45.744" v="1507" actId="1035"/>
          <ac:spMkLst>
            <pc:docMk/>
            <pc:sldMk cId="745698173" sldId="259"/>
            <ac:spMk id="8" creationId="{B19AEDB3-6A41-0862-292B-1D2CB9F82BAF}"/>
          </ac:spMkLst>
        </pc:spChg>
      </pc:sldChg>
      <pc:sldChg chg="addSp delSp modSp add del mod modNotesTx">
        <pc:chgData name="lu jiaxuan" userId="9247156b4823de1e" providerId="LiveId" clId="{00C3B82C-5F12-4C51-9254-9F54200179C6}" dt="2023-09-29T10:47:01.087" v="1800" actId="1036"/>
        <pc:sldMkLst>
          <pc:docMk/>
          <pc:sldMk cId="10000179" sldId="260"/>
        </pc:sldMkLst>
        <pc:spChg chg="del mod">
          <ac:chgData name="lu jiaxuan" userId="9247156b4823de1e" providerId="LiveId" clId="{00C3B82C-5F12-4C51-9254-9F54200179C6}" dt="2023-09-29T09:37:35.529" v="91" actId="478"/>
          <ac:spMkLst>
            <pc:docMk/>
            <pc:sldMk cId="10000179" sldId="260"/>
            <ac:spMk id="12" creationId="{2A5FE7A6-0552-9676-C294-CED3526DBF06}"/>
          </ac:spMkLst>
        </pc:spChg>
        <pc:spChg chg="add del mod">
          <ac:chgData name="lu jiaxuan" userId="9247156b4823de1e" providerId="LiveId" clId="{00C3B82C-5F12-4C51-9254-9F54200179C6}" dt="2023-09-29T09:37:08.021" v="81" actId="478"/>
          <ac:spMkLst>
            <pc:docMk/>
            <pc:sldMk cId="10000179" sldId="260"/>
            <ac:spMk id="27" creationId="{1B016AFA-8D18-E272-BE56-F6F9BEBBB97B}"/>
          </ac:spMkLst>
        </pc:spChg>
        <pc:spChg chg="mod">
          <ac:chgData name="lu jiaxuan" userId="9247156b4823de1e" providerId="LiveId" clId="{00C3B82C-5F12-4C51-9254-9F54200179C6}" dt="2023-09-29T09:37:10.865" v="82"/>
          <ac:spMkLst>
            <pc:docMk/>
            <pc:sldMk cId="10000179" sldId="260"/>
            <ac:spMk id="29" creationId="{3E2505B5-F3EE-CE9F-1F85-3941EF3666E8}"/>
          </ac:spMkLst>
        </pc:spChg>
        <pc:spChg chg="mod">
          <ac:chgData name="lu jiaxuan" userId="9247156b4823de1e" providerId="LiveId" clId="{00C3B82C-5F12-4C51-9254-9F54200179C6}" dt="2023-09-29T09:37:10.865" v="82"/>
          <ac:spMkLst>
            <pc:docMk/>
            <pc:sldMk cId="10000179" sldId="260"/>
            <ac:spMk id="30" creationId="{8830A2BB-F634-3E8F-12C5-AB0FE01342BD}"/>
          </ac:spMkLst>
        </pc:spChg>
        <pc:spChg chg="add del mod">
          <ac:chgData name="lu jiaxuan" userId="9247156b4823de1e" providerId="LiveId" clId="{00C3B82C-5F12-4C51-9254-9F54200179C6}" dt="2023-09-29T09:37:18.028" v="85" actId="478"/>
          <ac:spMkLst>
            <pc:docMk/>
            <pc:sldMk cId="10000179" sldId="260"/>
            <ac:spMk id="31" creationId="{5705BE30-B36A-0BDB-B230-67CC6EF4CD6F}"/>
          </ac:spMkLst>
        </pc:spChg>
        <pc:spChg chg="add mod">
          <ac:chgData name="lu jiaxuan" userId="9247156b4823de1e" providerId="LiveId" clId="{00C3B82C-5F12-4C51-9254-9F54200179C6}" dt="2023-09-29T09:37:32.818" v="90" actId="1076"/>
          <ac:spMkLst>
            <pc:docMk/>
            <pc:sldMk cId="10000179" sldId="260"/>
            <ac:spMk id="32" creationId="{BC2EB9E2-51A2-8D1D-6F59-A9346B542450}"/>
          </ac:spMkLst>
        </pc:spChg>
        <pc:grpChg chg="mod">
          <ac:chgData name="lu jiaxuan" userId="9247156b4823de1e" providerId="LiveId" clId="{00C3B82C-5F12-4C51-9254-9F54200179C6}" dt="2023-09-29T09:37:20.782" v="87" actId="1076"/>
          <ac:grpSpMkLst>
            <pc:docMk/>
            <pc:sldMk cId="10000179" sldId="260"/>
            <ac:grpSpMk id="4" creationId="{1DD20C29-9067-5D5E-03C0-10E8382AF32F}"/>
          </ac:grpSpMkLst>
        </pc:grpChg>
        <pc:grpChg chg="add del mod">
          <ac:chgData name="lu jiaxuan" userId="9247156b4823de1e" providerId="LiveId" clId="{00C3B82C-5F12-4C51-9254-9F54200179C6}" dt="2023-09-29T09:37:12.187" v="83" actId="478"/>
          <ac:grpSpMkLst>
            <pc:docMk/>
            <pc:sldMk cId="10000179" sldId="260"/>
            <ac:grpSpMk id="28" creationId="{4B542BE5-D01C-715E-1DFF-273F8596BAD4}"/>
          </ac:grpSpMkLst>
        </pc:grpChg>
        <pc:cxnChg chg="mod">
          <ac:chgData name="lu jiaxuan" userId="9247156b4823de1e" providerId="LiveId" clId="{00C3B82C-5F12-4C51-9254-9F54200179C6}" dt="2023-09-29T10:47:01.087" v="1800" actId="1036"/>
          <ac:cxnSpMkLst>
            <pc:docMk/>
            <pc:sldMk cId="10000179" sldId="260"/>
            <ac:cxnSpMk id="22" creationId="{B8FA3DD9-1087-8F79-882D-9ADF277F1F0F}"/>
          </ac:cxnSpMkLst>
        </pc:cxnChg>
      </pc:sldChg>
      <pc:sldChg chg="del">
        <pc:chgData name="lu jiaxuan" userId="9247156b4823de1e" providerId="LiveId" clId="{00C3B82C-5F12-4C51-9254-9F54200179C6}" dt="2023-09-29T10:02:12.652" v="1040" actId="47"/>
        <pc:sldMkLst>
          <pc:docMk/>
          <pc:sldMk cId="3654797919" sldId="261"/>
        </pc:sldMkLst>
      </pc:sldChg>
      <pc:sldChg chg="modSp mod modNotesTx">
        <pc:chgData name="lu jiaxuan" userId="9247156b4823de1e" providerId="LiveId" clId="{00C3B82C-5F12-4C51-9254-9F54200179C6}" dt="2023-09-29T10:37:11.762" v="1645" actId="20577"/>
        <pc:sldMkLst>
          <pc:docMk/>
          <pc:sldMk cId="1591456085" sldId="262"/>
        </pc:sldMkLst>
        <pc:spChg chg="mod">
          <ac:chgData name="lu jiaxuan" userId="9247156b4823de1e" providerId="LiveId" clId="{00C3B82C-5F12-4C51-9254-9F54200179C6}" dt="2023-09-29T10:35:37.388" v="1622" actId="20577"/>
          <ac:spMkLst>
            <pc:docMk/>
            <pc:sldMk cId="1591456085" sldId="262"/>
            <ac:spMk id="3" creationId="{8C3CFCA7-6A20-E1EB-8D85-760C3BE25830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7" creationId="{CA966321-B27B-6151-6E25-0F3EC829351C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9" creationId="{26CBD50A-6113-6E84-64FC-525ABDBA4E3F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12" creationId="{615F4AC8-ADB9-4305-E001-F16921FBD113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13" creationId="{A725DBC3-00FD-1963-37E4-430F2159358C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2" creationId="{F829FD1E-4DFF-CB7B-8C6A-C9BDE988C63D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3" creationId="{77463460-3F04-34B4-BCE9-FF36CCB0101D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4" creationId="{40605E3D-C4B3-AF6A-E441-27E056CADB7B}"/>
          </ac:spMkLst>
        </pc:spChg>
        <pc:picChg chg="mod">
          <ac:chgData name="lu jiaxuan" userId="9247156b4823de1e" providerId="LiveId" clId="{00C3B82C-5F12-4C51-9254-9F54200179C6}" dt="2023-09-29T10:36:02.711" v="1624" actId="1076"/>
          <ac:picMkLst>
            <pc:docMk/>
            <pc:sldMk cId="1591456085" sldId="262"/>
            <ac:picMk id="20" creationId="{7734D472-48E6-3587-4F6F-AE4AFAE51011}"/>
          </ac:picMkLst>
        </pc:pic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5" creationId="{4D860012-172F-8945-DA50-9C514E6CC488}"/>
          </ac:cxnSpMkLst>
        </pc:cxn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6" creationId="{B89F9755-401E-C6BC-28BD-8B3469D617E3}"/>
          </ac:cxnSpMkLst>
        </pc:cxn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7" creationId="{5DFBCF0B-DBAE-DF32-95A3-151258999DC6}"/>
          </ac:cxnSpMkLst>
        </pc:cxnChg>
      </pc:sldChg>
      <pc:sldChg chg="addSp modSp mod modAnim modNotesTx">
        <pc:chgData name="lu jiaxuan" userId="9247156b4823de1e" providerId="LiveId" clId="{00C3B82C-5F12-4C51-9254-9F54200179C6}" dt="2023-09-29T10:47:07.595" v="1809" actId="1035"/>
        <pc:sldMkLst>
          <pc:docMk/>
          <pc:sldMk cId="1835906208" sldId="263"/>
        </pc:sldMkLst>
        <pc:spChg chg="mod">
          <ac:chgData name="lu jiaxuan" userId="9247156b4823de1e" providerId="LiveId" clId="{00C3B82C-5F12-4C51-9254-9F54200179C6}" dt="2023-09-29T09:54:18.552" v="761" actId="1076"/>
          <ac:spMkLst>
            <pc:docMk/>
            <pc:sldMk cId="1835906208" sldId="263"/>
            <ac:spMk id="19" creationId="{01F27E11-11C1-A64C-6A1F-2F3445B748AF}"/>
          </ac:spMkLst>
        </pc:spChg>
        <pc:picChg chg="add mod modCrop">
          <ac:chgData name="lu jiaxuan" userId="9247156b4823de1e" providerId="LiveId" clId="{00C3B82C-5F12-4C51-9254-9F54200179C6}" dt="2023-09-29T10:42:27.957" v="1727" actId="1076"/>
          <ac:picMkLst>
            <pc:docMk/>
            <pc:sldMk cId="1835906208" sldId="263"/>
            <ac:picMk id="28" creationId="{C95EAAA8-E91E-FFE0-FFA0-A267EFA2B0A4}"/>
          </ac:picMkLst>
        </pc:picChg>
        <pc:cxnChg chg="mod">
          <ac:chgData name="lu jiaxuan" userId="9247156b4823de1e" providerId="LiveId" clId="{00C3B82C-5F12-4C51-9254-9F54200179C6}" dt="2023-09-29T10:47:07.595" v="1809" actId="1035"/>
          <ac:cxnSpMkLst>
            <pc:docMk/>
            <pc:sldMk cId="1835906208" sldId="263"/>
            <ac:cxnSpMk id="22" creationId="{B8FA3DD9-1087-8F79-882D-9ADF277F1F0F}"/>
          </ac:cxnSpMkLst>
        </pc:cxnChg>
      </pc:sldChg>
      <pc:sldChg chg="addSp delSp modSp new mod modAnim modNotesTx">
        <pc:chgData name="lu jiaxuan" userId="9247156b4823de1e" providerId="LiveId" clId="{00C3B82C-5F12-4C51-9254-9F54200179C6}" dt="2023-09-29T10:28:29.999" v="1447" actId="20577"/>
        <pc:sldMkLst>
          <pc:docMk/>
          <pc:sldMk cId="3218750398" sldId="264"/>
        </pc:sldMkLst>
        <pc:spChg chg="del">
          <ac:chgData name="lu jiaxuan" userId="9247156b4823de1e" providerId="LiveId" clId="{00C3B82C-5F12-4C51-9254-9F54200179C6}" dt="2023-09-29T09:34:05.656" v="5" actId="478"/>
          <ac:spMkLst>
            <pc:docMk/>
            <pc:sldMk cId="3218750398" sldId="264"/>
            <ac:spMk id="2" creationId="{0A2C670A-C9A1-1EC6-8972-203136F4D82E}"/>
          </ac:spMkLst>
        </pc:spChg>
        <pc:spChg chg="del">
          <ac:chgData name="lu jiaxuan" userId="9247156b4823de1e" providerId="LiveId" clId="{00C3B82C-5F12-4C51-9254-9F54200179C6}" dt="2023-09-29T09:34:05.656" v="5" actId="478"/>
          <ac:spMkLst>
            <pc:docMk/>
            <pc:sldMk cId="3218750398" sldId="264"/>
            <ac:spMk id="3" creationId="{A82A7EAE-DC6F-95E3-2EE5-7B7D9C3E4CB4}"/>
          </ac:spMkLst>
        </pc:spChg>
        <pc:spChg chg="add mod">
          <ac:chgData name="lu jiaxuan" userId="9247156b4823de1e" providerId="LiveId" clId="{00C3B82C-5F12-4C51-9254-9F54200179C6}" dt="2023-09-29T09:35:19.741" v="25" actId="1076"/>
          <ac:spMkLst>
            <pc:docMk/>
            <pc:sldMk cId="3218750398" sldId="264"/>
            <ac:spMk id="4" creationId="{30249874-4139-F78D-3118-305A04DD040E}"/>
          </ac:spMkLst>
        </pc:spChg>
        <pc:spChg chg="add mod">
          <ac:chgData name="lu jiaxuan" userId="9247156b4823de1e" providerId="LiveId" clId="{00C3B82C-5F12-4C51-9254-9F54200179C6}" dt="2023-09-29T09:38:51.687" v="96" actId="1076"/>
          <ac:spMkLst>
            <pc:docMk/>
            <pc:sldMk cId="3218750398" sldId="264"/>
            <ac:spMk id="6" creationId="{20C78F22-C574-AF6B-0ADB-BAACEB47C7D8}"/>
          </ac:spMkLst>
        </pc:spChg>
        <pc:spChg chg="add mod">
          <ac:chgData name="lu jiaxuan" userId="9247156b4823de1e" providerId="LiveId" clId="{00C3B82C-5F12-4C51-9254-9F54200179C6}" dt="2023-09-29T10:28:29.999" v="1447" actId="20577"/>
          <ac:spMkLst>
            <pc:docMk/>
            <pc:sldMk cId="3218750398" sldId="264"/>
            <ac:spMk id="7" creationId="{B3535375-E1F7-3F0A-4C4A-7D34A4518604}"/>
          </ac:spMkLst>
        </pc:spChg>
        <pc:graphicFrameChg chg="add mod modGraphic">
          <ac:chgData name="lu jiaxuan" userId="9247156b4823de1e" providerId="LiveId" clId="{00C3B82C-5F12-4C51-9254-9F54200179C6}" dt="2023-09-29T09:38:51.687" v="96" actId="1076"/>
          <ac:graphicFrameMkLst>
            <pc:docMk/>
            <pc:sldMk cId="3218750398" sldId="264"/>
            <ac:graphicFrameMk id="5" creationId="{F3FFE17C-5450-2392-05F5-2EEBB4DC10C8}"/>
          </ac:graphicFrameMkLst>
        </pc:graphicFrameChg>
      </pc:sldChg>
      <pc:sldChg chg="addSp delSp modSp add mod delAnim modAnim modNotesTx">
        <pc:chgData name="lu jiaxuan" userId="9247156b4823de1e" providerId="LiveId" clId="{00C3B82C-5F12-4C51-9254-9F54200179C6}" dt="2023-09-29T10:47:12.269" v="1825" actId="1036"/>
        <pc:sldMkLst>
          <pc:docMk/>
          <pc:sldMk cId="3691110825" sldId="265"/>
        </pc:sldMkLst>
        <pc:spChg chg="mod">
          <ac:chgData name="lu jiaxuan" userId="9247156b4823de1e" providerId="LiveId" clId="{00C3B82C-5F12-4C51-9254-9F54200179C6}" dt="2023-09-29T09:45:20.164" v="391" actId="1076"/>
          <ac:spMkLst>
            <pc:docMk/>
            <pc:sldMk cId="3691110825" sldId="265"/>
            <ac:spMk id="12" creationId="{2A5FE7A6-0552-9676-C294-CED3526DBF06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13" creationId="{E7A98FC0-DBD1-69E6-8349-DBA571497401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14" creationId="{9440E210-8746-08BB-A9DD-420BDDE9A5EA}"/>
          </ac:spMkLst>
        </pc:spChg>
        <pc:spChg chg="mod">
          <ac:chgData name="lu jiaxuan" userId="9247156b4823de1e" providerId="LiveId" clId="{00C3B82C-5F12-4C51-9254-9F54200179C6}" dt="2023-09-29T09:48:41.438" v="492" actId="1035"/>
          <ac:spMkLst>
            <pc:docMk/>
            <pc:sldMk cId="3691110825" sldId="265"/>
            <ac:spMk id="15" creationId="{E45C15C0-5A5F-1F1D-A934-A9FEEA038C54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6" creationId="{AEDA0326-68F1-FAA9-F073-DE56F37A36B2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7" creationId="{95F57C6D-1F97-D680-5F07-1F6EFE793386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8" creationId="{E58EC21D-E8FF-4104-BEDC-DB328BEB6F60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9" creationId="{01F27E11-11C1-A64C-6A1F-2F3445B748AF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24" creationId="{7B8D2BE4-2B2F-0374-826D-A5B46AC2F088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25" creationId="{678DFCBA-820F-0CBA-D059-9F808C83B9A4}"/>
          </ac:spMkLst>
        </pc:spChg>
        <pc:spChg chg="add mod">
          <ac:chgData name="lu jiaxuan" userId="9247156b4823de1e" providerId="LiveId" clId="{00C3B82C-5F12-4C51-9254-9F54200179C6}" dt="2023-09-29T09:52:12.959" v="736" actId="20577"/>
          <ac:spMkLst>
            <pc:docMk/>
            <pc:sldMk cId="3691110825" sldId="265"/>
            <ac:spMk id="30" creationId="{B533341B-8D62-7052-20CC-6C8481F8A5BB}"/>
          </ac:spMkLst>
        </pc:spChg>
        <pc:spChg chg="add mod">
          <ac:chgData name="lu jiaxuan" userId="9247156b4823de1e" providerId="LiveId" clId="{00C3B82C-5F12-4C51-9254-9F54200179C6}" dt="2023-09-29T09:54:21.650" v="762"/>
          <ac:spMkLst>
            <pc:docMk/>
            <pc:sldMk cId="3691110825" sldId="265"/>
            <ac:spMk id="31" creationId="{9C7BCEE8-A473-B3B8-7C81-E5C9AF782A3C}"/>
          </ac:spMkLst>
        </pc:spChg>
        <pc:picChg chg="del">
          <ac:chgData name="lu jiaxuan" userId="9247156b4823de1e" providerId="LiveId" clId="{00C3B82C-5F12-4C51-9254-9F54200179C6}" dt="2023-09-29T09:45:13.140" v="390" actId="478"/>
          <ac:picMkLst>
            <pc:docMk/>
            <pc:sldMk cId="3691110825" sldId="265"/>
            <ac:picMk id="7" creationId="{CAB720DF-3572-F738-9B3C-A828F1AE75B2}"/>
          </ac:picMkLst>
        </pc:picChg>
        <pc:picChg chg="add mod">
          <ac:chgData name="lu jiaxuan" userId="9247156b4823de1e" providerId="LiveId" clId="{00C3B82C-5F12-4C51-9254-9F54200179C6}" dt="2023-09-29T09:47:26.110" v="474" actId="1076"/>
          <ac:picMkLst>
            <pc:docMk/>
            <pc:sldMk cId="3691110825" sldId="265"/>
            <ac:picMk id="9" creationId="{13A3A52A-D240-E34B-D7FF-686AA8F53CCA}"/>
          </ac:picMkLst>
        </pc:picChg>
        <pc:picChg chg="del">
          <ac:chgData name="lu jiaxuan" userId="9247156b4823de1e" providerId="LiveId" clId="{00C3B82C-5F12-4C51-9254-9F54200179C6}" dt="2023-09-29T09:45:13.140" v="390" actId="478"/>
          <ac:picMkLst>
            <pc:docMk/>
            <pc:sldMk cId="3691110825" sldId="265"/>
            <ac:picMk id="23" creationId="{1D363EE1-6EB8-3090-F44D-1A82CB3E2810}"/>
          </ac:picMkLst>
        </pc:picChg>
        <pc:picChg chg="add mod">
          <ac:chgData name="lu jiaxuan" userId="9247156b4823de1e" providerId="LiveId" clId="{00C3B82C-5F12-4C51-9254-9F54200179C6}" dt="2023-09-29T09:52:00.577" v="708"/>
          <ac:picMkLst>
            <pc:docMk/>
            <pc:sldMk cId="3691110825" sldId="265"/>
            <ac:picMk id="29" creationId="{B574BEF9-4AA1-0FEC-3B9F-8D013B5F2A8E}"/>
          </ac:picMkLst>
        </pc:pic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0" creationId="{B442E5E6-69C4-88EC-79E6-0AD5B9977B00}"/>
          </ac:cxnSpMkLst>
        </pc:cxn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1" creationId="{230B1937-2062-B9B4-A393-EF26CCB63FF3}"/>
          </ac:cxnSpMkLst>
        </pc:cxn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2" creationId="{B8FA3DD9-1087-8F79-882D-9ADF277F1F0F}"/>
          </ac:cxnSpMkLst>
        </pc:cxnChg>
        <pc:cxnChg chg="add mod">
          <ac:chgData name="lu jiaxuan" userId="9247156b4823de1e" providerId="LiveId" clId="{00C3B82C-5F12-4C51-9254-9F54200179C6}" dt="2023-09-29T09:52:00.577" v="708"/>
          <ac:cxnSpMkLst>
            <pc:docMk/>
            <pc:sldMk cId="3691110825" sldId="265"/>
            <ac:cxnSpMk id="26" creationId="{FB777686-F36D-223F-90F5-0039FF4FB701}"/>
          </ac:cxnSpMkLst>
        </pc:cxnChg>
        <pc:cxnChg chg="add mod">
          <ac:chgData name="lu jiaxuan" userId="9247156b4823de1e" providerId="LiveId" clId="{00C3B82C-5F12-4C51-9254-9F54200179C6}" dt="2023-09-29T09:52:00.577" v="708"/>
          <ac:cxnSpMkLst>
            <pc:docMk/>
            <pc:sldMk cId="3691110825" sldId="265"/>
            <ac:cxnSpMk id="27" creationId="{59B75F52-374C-FC45-0D71-B22727CD756A}"/>
          </ac:cxnSpMkLst>
        </pc:cxnChg>
        <pc:cxnChg chg="add mod">
          <ac:chgData name="lu jiaxuan" userId="9247156b4823de1e" providerId="LiveId" clId="{00C3B82C-5F12-4C51-9254-9F54200179C6}" dt="2023-09-29T10:47:12.269" v="1825" actId="1036"/>
          <ac:cxnSpMkLst>
            <pc:docMk/>
            <pc:sldMk cId="3691110825" sldId="265"/>
            <ac:cxnSpMk id="28" creationId="{7F0BE81F-9514-093B-31E8-4607E027A252}"/>
          </ac:cxnSpMkLst>
        </pc:cxnChg>
      </pc:sldChg>
      <pc:sldChg chg="addSp delSp modSp add mod delAnim modNotesTx">
        <pc:chgData name="lu jiaxuan" userId="9247156b4823de1e" providerId="LiveId" clId="{00C3B82C-5F12-4C51-9254-9F54200179C6}" dt="2023-09-29T10:49:37.028" v="1926" actId="20577"/>
        <pc:sldMkLst>
          <pc:docMk/>
          <pc:sldMk cId="795776144" sldId="266"/>
        </pc:sldMkLst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13" creationId="{E7A98FC0-DBD1-69E6-8349-DBA571497401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14" creationId="{9440E210-8746-08BB-A9DD-420BDDE9A5EA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25" creationId="{678DFCBA-820F-0CBA-D059-9F808C83B9A4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30" creationId="{B533341B-8D62-7052-20CC-6C8481F8A5BB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31" creationId="{9C7BCEE8-A473-B3B8-7C81-E5C9AF782A3C}"/>
          </ac:spMkLst>
        </pc:spChg>
        <pc:picChg chg="add mod">
          <ac:chgData name="lu jiaxuan" userId="9247156b4823de1e" providerId="LiveId" clId="{00C3B82C-5F12-4C51-9254-9F54200179C6}" dt="2023-09-29T10:12:08.981" v="1169" actId="1076"/>
          <ac:picMkLst>
            <pc:docMk/>
            <pc:sldMk cId="795776144" sldId="266"/>
            <ac:picMk id="7" creationId="{49214BA7-7A4C-36FB-E1D0-99FD4CE6DB86}"/>
          </ac:picMkLst>
        </pc:picChg>
        <pc:picChg chg="del">
          <ac:chgData name="lu jiaxuan" userId="9247156b4823de1e" providerId="LiveId" clId="{00C3B82C-5F12-4C51-9254-9F54200179C6}" dt="2023-09-29T10:02:21.609" v="1043" actId="478"/>
          <ac:picMkLst>
            <pc:docMk/>
            <pc:sldMk cId="795776144" sldId="266"/>
            <ac:picMk id="9" creationId="{13A3A52A-D240-E34B-D7FF-686AA8F53CCA}"/>
          </ac:picMkLst>
        </pc:picChg>
        <pc:picChg chg="add mod modCrop">
          <ac:chgData name="lu jiaxuan" userId="9247156b4823de1e" providerId="LiveId" clId="{00C3B82C-5F12-4C51-9254-9F54200179C6}" dt="2023-09-29T10:12:23.624" v="1172" actId="1076"/>
          <ac:picMkLst>
            <pc:docMk/>
            <pc:sldMk cId="795776144" sldId="266"/>
            <ac:picMk id="17" creationId="{A3A8B6B3-2C29-BEA6-3605-C013CA684092}"/>
          </ac:picMkLst>
        </pc:picChg>
        <pc:picChg chg="add mod">
          <ac:chgData name="lu jiaxuan" userId="9247156b4823de1e" providerId="LiveId" clId="{00C3B82C-5F12-4C51-9254-9F54200179C6}" dt="2023-09-29T10:13:45.198" v="1222" actId="1035"/>
          <ac:picMkLst>
            <pc:docMk/>
            <pc:sldMk cId="795776144" sldId="266"/>
            <ac:picMk id="19" creationId="{C9F126E7-8807-510F-FA40-A8B210F40841}"/>
          </ac:picMkLst>
        </pc:picChg>
        <pc:picChg chg="del">
          <ac:chgData name="lu jiaxuan" userId="9247156b4823de1e" providerId="LiveId" clId="{00C3B82C-5F12-4C51-9254-9F54200179C6}" dt="2023-09-29T10:02:41.485" v="1046" actId="478"/>
          <ac:picMkLst>
            <pc:docMk/>
            <pc:sldMk cId="795776144" sldId="266"/>
            <ac:picMk id="29" creationId="{B574BEF9-4AA1-0FEC-3B9F-8D013B5F2A8E}"/>
          </ac:picMkLst>
        </pc:pic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6" creationId="{FB777686-F36D-223F-90F5-0039FF4FB701}"/>
          </ac:cxnSpMkLst>
        </pc:cxn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7" creationId="{59B75F52-374C-FC45-0D71-B22727CD756A}"/>
          </ac:cxnSpMkLst>
        </pc:cxn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8" creationId="{7F0BE81F-9514-093B-31E8-4607E027A252}"/>
          </ac:cxnSpMkLst>
        </pc:cxnChg>
      </pc:sldChg>
    </pc:docChg>
  </pc:docChgLst>
  <pc:docChgLst>
    <pc:chgData name="lu jiaxuan" userId="9247156b4823de1e" providerId="LiveId" clId="{E1B1B5DF-B856-4D18-AC6B-66C1ED9A79AC}"/>
    <pc:docChg chg="undo custSel addSld modSld sldOrd">
      <pc:chgData name="lu jiaxuan" userId="9247156b4823de1e" providerId="LiveId" clId="{E1B1B5DF-B856-4D18-AC6B-66C1ED9A79AC}" dt="2023-11-10T10:55:36.859" v="8905" actId="20577"/>
      <pc:docMkLst>
        <pc:docMk/>
      </pc:docMkLst>
      <pc:sldChg chg="modNotesTx">
        <pc:chgData name="lu jiaxuan" userId="9247156b4823de1e" providerId="LiveId" clId="{E1B1B5DF-B856-4D18-AC6B-66C1ED9A79AC}" dt="2023-11-07T09:58:55.424" v="117"/>
        <pc:sldMkLst>
          <pc:docMk/>
          <pc:sldMk cId="1227051739" sldId="256"/>
        </pc:sldMkLst>
      </pc:sldChg>
      <pc:sldChg chg="modNotesTx">
        <pc:chgData name="lu jiaxuan" userId="9247156b4823de1e" providerId="LiveId" clId="{E1B1B5DF-B856-4D18-AC6B-66C1ED9A79AC}" dt="2023-11-10T09:05:49.634" v="8042" actId="20577"/>
        <pc:sldMkLst>
          <pc:docMk/>
          <pc:sldMk cId="2759702248" sldId="267"/>
        </pc:sldMkLst>
      </pc:sldChg>
      <pc:sldChg chg="addSp modSp mod modNotesTx">
        <pc:chgData name="lu jiaxuan" userId="9247156b4823de1e" providerId="LiveId" clId="{E1B1B5DF-B856-4D18-AC6B-66C1ED9A79AC}" dt="2023-11-08T11:36:30.133" v="3105" actId="20577"/>
        <pc:sldMkLst>
          <pc:docMk/>
          <pc:sldMk cId="1702792162" sldId="268"/>
        </pc:sldMkLst>
        <pc:spChg chg="add mod">
          <ac:chgData name="lu jiaxuan" userId="9247156b4823de1e" providerId="LiveId" clId="{E1B1B5DF-B856-4D18-AC6B-66C1ED9A79AC}" dt="2023-11-08T08:42:58.134" v="1625"/>
          <ac:spMkLst>
            <pc:docMk/>
            <pc:sldMk cId="1702792162" sldId="268"/>
            <ac:spMk id="2" creationId="{A119C430-7D92-F889-D697-18A38632C2C7}"/>
          </ac:spMkLst>
        </pc:spChg>
        <pc:spChg chg="add mod">
          <ac:chgData name="lu jiaxuan" userId="9247156b4823de1e" providerId="LiveId" clId="{E1B1B5DF-B856-4D18-AC6B-66C1ED9A79AC}" dt="2023-11-08T08:41:50.847" v="1602" actId="1036"/>
          <ac:spMkLst>
            <pc:docMk/>
            <pc:sldMk cId="1702792162" sldId="268"/>
            <ac:spMk id="3" creationId="{29A183C0-5DED-8577-2D6E-B341A0022940}"/>
          </ac:spMkLst>
        </pc:spChg>
        <pc:picChg chg="mod modCrop">
          <ac:chgData name="lu jiaxuan" userId="9247156b4823de1e" providerId="LiveId" clId="{E1B1B5DF-B856-4D18-AC6B-66C1ED9A79AC}" dt="2023-11-08T08:39:12.960" v="1591" actId="1076"/>
          <ac:picMkLst>
            <pc:docMk/>
            <pc:sldMk cId="1702792162" sldId="268"/>
            <ac:picMk id="5" creationId="{1365B5B3-5697-F7BD-080C-63292AF2205B}"/>
          </ac:picMkLst>
        </pc:picChg>
      </pc:sldChg>
      <pc:sldChg chg="addSp delSp modSp mod ord modNotesTx">
        <pc:chgData name="lu jiaxuan" userId="9247156b4823de1e" providerId="LiveId" clId="{E1B1B5DF-B856-4D18-AC6B-66C1ED9A79AC}" dt="2023-11-09T07:06:32.428" v="4962" actId="1076"/>
        <pc:sldMkLst>
          <pc:docMk/>
          <pc:sldMk cId="2187456566" sldId="269"/>
        </pc:sldMkLst>
        <pc:spChg chg="add mod">
          <ac:chgData name="lu jiaxuan" userId="9247156b4823de1e" providerId="LiveId" clId="{E1B1B5DF-B856-4D18-AC6B-66C1ED9A79AC}" dt="2023-11-09T05:55:34.041" v="3242" actId="20577"/>
          <ac:spMkLst>
            <pc:docMk/>
            <pc:sldMk cId="2187456566" sldId="269"/>
            <ac:spMk id="2" creationId="{013FB5A8-8254-975A-F67E-B7C855169093}"/>
          </ac:spMkLst>
        </pc:spChg>
        <pc:spChg chg="mod">
          <ac:chgData name="lu jiaxuan" userId="9247156b4823de1e" providerId="LiveId" clId="{E1B1B5DF-B856-4D18-AC6B-66C1ED9A79AC}" dt="2023-11-09T05:55:46.500" v="3243" actId="20577"/>
          <ac:spMkLst>
            <pc:docMk/>
            <pc:sldMk cId="2187456566" sldId="269"/>
            <ac:spMk id="6" creationId="{5B45C2E9-2157-3072-0981-4B8D4771F412}"/>
          </ac:spMkLst>
        </pc:spChg>
        <pc:spChg chg="del">
          <ac:chgData name="lu jiaxuan" userId="9247156b4823de1e" providerId="LiveId" clId="{E1B1B5DF-B856-4D18-AC6B-66C1ED9A79AC}" dt="2023-11-09T05:53:36.842" v="3208" actId="478"/>
          <ac:spMkLst>
            <pc:docMk/>
            <pc:sldMk cId="2187456566" sldId="269"/>
            <ac:spMk id="8" creationId="{30013C97-5DFD-BF46-5E98-EB2DC86D4465}"/>
          </ac:spMkLst>
        </pc:spChg>
        <pc:picChg chg="add mod">
          <ac:chgData name="lu jiaxuan" userId="9247156b4823de1e" providerId="LiveId" clId="{E1B1B5DF-B856-4D18-AC6B-66C1ED9A79AC}" dt="2023-11-09T07:06:32.428" v="4962" actId="1076"/>
          <ac:picMkLst>
            <pc:docMk/>
            <pc:sldMk cId="2187456566" sldId="269"/>
            <ac:picMk id="1026" creationId="{4409B662-EAC3-FAA7-6C25-A3FB65682DF6}"/>
          </ac:picMkLst>
        </pc:picChg>
      </pc:sldChg>
      <pc:sldChg chg="addSp modSp mod modAnim modNotesTx">
        <pc:chgData name="lu jiaxuan" userId="9247156b4823de1e" providerId="LiveId" clId="{E1B1B5DF-B856-4D18-AC6B-66C1ED9A79AC}" dt="2023-11-09T11:33:06.708" v="6458" actId="20577"/>
        <pc:sldMkLst>
          <pc:docMk/>
          <pc:sldMk cId="1523852808" sldId="270"/>
        </pc:sldMkLst>
        <pc:spChg chg="add mod">
          <ac:chgData name="lu jiaxuan" userId="9247156b4823de1e" providerId="LiveId" clId="{E1B1B5DF-B856-4D18-AC6B-66C1ED9A79AC}" dt="2023-11-09T10:18:11.063" v="5179" actId="1076"/>
          <ac:spMkLst>
            <pc:docMk/>
            <pc:sldMk cId="1523852808" sldId="270"/>
            <ac:spMk id="2" creationId="{32753722-EA73-F9F4-0AA5-97098A532F2C}"/>
          </ac:spMkLst>
        </pc:spChg>
        <pc:spChg chg="mod">
          <ac:chgData name="lu jiaxuan" userId="9247156b4823de1e" providerId="LiveId" clId="{E1B1B5DF-B856-4D18-AC6B-66C1ED9A79AC}" dt="2023-11-09T09:32:24.351" v="5154" actId="20577"/>
          <ac:spMkLst>
            <pc:docMk/>
            <pc:sldMk cId="1523852808" sldId="270"/>
            <ac:spMk id="6" creationId="{5B45C2E9-2157-3072-0981-4B8D4771F412}"/>
          </ac:spMkLst>
        </pc:spChg>
        <pc:picChg chg="add mod">
          <ac:chgData name="lu jiaxuan" userId="9247156b4823de1e" providerId="LiveId" clId="{E1B1B5DF-B856-4D18-AC6B-66C1ED9A79AC}" dt="2023-11-09T11:25:43.962" v="6310" actId="1076"/>
          <ac:picMkLst>
            <pc:docMk/>
            <pc:sldMk cId="1523852808" sldId="270"/>
            <ac:picMk id="4" creationId="{5FFB94D5-8498-7BD6-CDF7-68BE11A66E89}"/>
          </ac:picMkLst>
        </pc:picChg>
        <pc:picChg chg="add mod">
          <ac:chgData name="lu jiaxuan" userId="9247156b4823de1e" providerId="LiveId" clId="{E1B1B5DF-B856-4D18-AC6B-66C1ED9A79AC}" dt="2023-11-09T11:25:42.200" v="6309" actId="1076"/>
          <ac:picMkLst>
            <pc:docMk/>
            <pc:sldMk cId="1523852808" sldId="270"/>
            <ac:picMk id="7" creationId="{25B7F3E6-8718-915A-F020-BFF8523E37F5}"/>
          </ac:picMkLst>
        </pc:picChg>
      </pc:sldChg>
      <pc:sldChg chg="addSp delSp modSp add mod modAnim modNotesTx">
        <pc:chgData name="lu jiaxuan" userId="9247156b4823de1e" providerId="LiveId" clId="{E1B1B5DF-B856-4D18-AC6B-66C1ED9A79AC}" dt="2023-11-08T06:44:17.998" v="1469" actId="20577"/>
        <pc:sldMkLst>
          <pc:docMk/>
          <pc:sldMk cId="1741804798" sldId="271"/>
        </pc:sldMkLst>
        <pc:spChg chg="add mod">
          <ac:chgData name="lu jiaxuan" userId="9247156b4823de1e" providerId="LiveId" clId="{E1B1B5DF-B856-4D18-AC6B-66C1ED9A79AC}" dt="2023-11-07T10:40:54.300" v="456" actId="14100"/>
          <ac:spMkLst>
            <pc:docMk/>
            <pc:sldMk cId="1741804798" sldId="271"/>
            <ac:spMk id="2" creationId="{1F0F6671-3587-7C89-1F3C-7CB7961DC80C}"/>
          </ac:spMkLst>
        </pc:spChg>
        <pc:spChg chg="mod">
          <ac:chgData name="lu jiaxuan" userId="9247156b4823de1e" providerId="LiveId" clId="{E1B1B5DF-B856-4D18-AC6B-66C1ED9A79AC}" dt="2023-11-07T10:41:44.971" v="516"/>
          <ac:spMkLst>
            <pc:docMk/>
            <pc:sldMk cId="1741804798" sldId="271"/>
            <ac:spMk id="6" creationId="{5B45C2E9-2157-3072-0981-4B8D4771F412}"/>
          </ac:spMkLst>
        </pc:spChg>
        <pc:spChg chg="del">
          <ac:chgData name="lu jiaxuan" userId="9247156b4823de1e" providerId="LiveId" clId="{E1B1B5DF-B856-4D18-AC6B-66C1ED9A79AC}" dt="2023-11-07T06:47:02.590" v="2" actId="478"/>
          <ac:spMkLst>
            <pc:docMk/>
            <pc:sldMk cId="1741804798" sldId="271"/>
            <ac:spMk id="8" creationId="{30013C97-5DFD-BF46-5E98-EB2DC86D4465}"/>
          </ac:spMkLst>
        </pc:spChg>
        <pc:picChg chg="add mod">
          <ac:chgData name="lu jiaxuan" userId="9247156b4823de1e" providerId="LiveId" clId="{E1B1B5DF-B856-4D18-AC6B-66C1ED9A79AC}" dt="2023-11-07T10:41:47.421" v="517" actId="167"/>
          <ac:picMkLst>
            <pc:docMk/>
            <pc:sldMk cId="1741804798" sldId="271"/>
            <ac:picMk id="1026" creationId="{7448915F-ACC0-1C17-E6A6-D313EE42CB6C}"/>
          </ac:picMkLst>
        </pc:picChg>
      </pc:sldChg>
      <pc:sldChg chg="add modNotesTx">
        <pc:chgData name="lu jiaxuan" userId="9247156b4823de1e" providerId="LiveId" clId="{E1B1B5DF-B856-4D18-AC6B-66C1ED9A79AC}" dt="2023-11-10T10:55:36.859" v="8905" actId="20577"/>
        <pc:sldMkLst>
          <pc:docMk/>
          <pc:sldMk cId="1240253770" sldId="272"/>
        </pc:sldMkLst>
      </pc:sldChg>
      <pc:sldChg chg="add modNotesTx">
        <pc:chgData name="lu jiaxuan" userId="9247156b4823de1e" providerId="LiveId" clId="{E1B1B5DF-B856-4D18-AC6B-66C1ED9A79AC}" dt="2023-11-09T11:33:13.558" v="6461" actId="20577"/>
        <pc:sldMkLst>
          <pc:docMk/>
          <pc:sldMk cId="543043503" sldId="273"/>
        </pc:sldMkLst>
      </pc:sldChg>
      <pc:sldChg chg="addSp modSp mod modAnim modNotesTx">
        <pc:chgData name="lu jiaxuan" userId="9247156b4823de1e" providerId="LiveId" clId="{E1B1B5DF-B856-4D18-AC6B-66C1ED9A79AC}" dt="2023-11-10T10:10:06.715" v="8895" actId="20577"/>
        <pc:sldMkLst>
          <pc:docMk/>
          <pc:sldMk cId="750022587" sldId="274"/>
        </pc:sldMkLst>
        <pc:spChg chg="mod">
          <ac:chgData name="lu jiaxuan" userId="9247156b4823de1e" providerId="LiveId" clId="{E1B1B5DF-B856-4D18-AC6B-66C1ED9A79AC}" dt="2023-11-10T05:34:44.092" v="6531" actId="20577"/>
          <ac:spMkLst>
            <pc:docMk/>
            <pc:sldMk cId="750022587" sldId="274"/>
            <ac:spMk id="2" creationId="{A119C430-7D92-F889-D697-18A38632C2C7}"/>
          </ac:spMkLst>
        </pc:spChg>
        <pc:spChg chg="add mod">
          <ac:chgData name="lu jiaxuan" userId="9247156b4823de1e" providerId="LiveId" clId="{E1B1B5DF-B856-4D18-AC6B-66C1ED9A79AC}" dt="2023-11-10T08:29:50.482" v="7378" actId="1037"/>
          <ac:spMkLst>
            <pc:docMk/>
            <pc:sldMk cId="750022587" sldId="274"/>
            <ac:spMk id="8" creationId="{9C36D344-65C1-7698-7AAF-8EE7A9B58416}"/>
          </ac:spMkLst>
        </pc:spChg>
        <pc:picChg chg="add mod">
          <ac:chgData name="lu jiaxuan" userId="9247156b4823de1e" providerId="LiveId" clId="{E1B1B5DF-B856-4D18-AC6B-66C1ED9A79AC}" dt="2023-11-10T06:08:38.328" v="6623" actId="1076"/>
          <ac:picMkLst>
            <pc:docMk/>
            <pc:sldMk cId="750022587" sldId="274"/>
            <ac:picMk id="5" creationId="{9B76695B-2D8F-79C7-A2C4-83BC3E805600}"/>
          </ac:picMkLst>
        </pc:picChg>
        <pc:picChg chg="add mod">
          <ac:chgData name="lu jiaxuan" userId="9247156b4823de1e" providerId="LiveId" clId="{E1B1B5DF-B856-4D18-AC6B-66C1ED9A79AC}" dt="2023-11-10T06:10:02.376" v="6629" actId="1076"/>
          <ac:picMkLst>
            <pc:docMk/>
            <pc:sldMk cId="750022587" sldId="274"/>
            <ac:picMk id="7" creationId="{7D5991EF-0AA9-D931-E35F-17B7DDA7F252}"/>
          </ac:picMkLst>
        </pc:picChg>
        <pc:picChg chg="add mod">
          <ac:chgData name="lu jiaxuan" userId="9247156b4823de1e" providerId="LiveId" clId="{E1B1B5DF-B856-4D18-AC6B-66C1ED9A79AC}" dt="2023-11-10T08:54:51.487" v="7848" actId="1076"/>
          <ac:picMkLst>
            <pc:docMk/>
            <pc:sldMk cId="750022587" sldId="274"/>
            <ac:picMk id="10" creationId="{E5E6EB9B-4AFB-24E4-481C-1ED00FA7727B}"/>
          </ac:picMkLst>
        </pc:picChg>
      </pc:sldChg>
      <pc:sldChg chg="modSp mod">
        <pc:chgData name="lu jiaxuan" userId="9247156b4823de1e" providerId="LiveId" clId="{E1B1B5DF-B856-4D18-AC6B-66C1ED9A79AC}" dt="2023-11-10T09:27:56.924" v="8698" actId="20577"/>
        <pc:sldMkLst>
          <pc:docMk/>
          <pc:sldMk cId="3985078573" sldId="275"/>
        </pc:sldMkLst>
        <pc:spChg chg="mod">
          <ac:chgData name="lu jiaxuan" userId="9247156b4823de1e" providerId="LiveId" clId="{E1B1B5DF-B856-4D18-AC6B-66C1ED9A79AC}" dt="2023-11-10T09:27:56.924" v="8698" actId="20577"/>
          <ac:spMkLst>
            <pc:docMk/>
            <pc:sldMk cId="3985078573" sldId="275"/>
            <ac:spMk id="3" creationId="{29A183C0-5DED-8577-2D6E-B341A0022940}"/>
          </ac:spMkLst>
        </pc:spChg>
      </pc:sldChg>
      <pc:sldChg chg="addSp delSp modSp mod ord">
        <pc:chgData name="lu jiaxuan" userId="9247156b4823de1e" providerId="LiveId" clId="{E1B1B5DF-B856-4D18-AC6B-66C1ED9A79AC}" dt="2023-11-10T10:41:01.384" v="8897"/>
        <pc:sldMkLst>
          <pc:docMk/>
          <pc:sldMk cId="2117767277" sldId="276"/>
        </pc:sldMkLst>
        <pc:spChg chg="mod">
          <ac:chgData name="lu jiaxuan" userId="9247156b4823de1e" providerId="LiveId" clId="{E1B1B5DF-B856-4D18-AC6B-66C1ED9A79AC}" dt="2023-11-10T09:28:34.786" v="8704" actId="20577"/>
          <ac:spMkLst>
            <pc:docMk/>
            <pc:sldMk cId="2117767277" sldId="276"/>
            <ac:spMk id="3" creationId="{29A183C0-5DED-8577-2D6E-B341A0022940}"/>
          </ac:spMkLst>
        </pc:spChg>
        <pc:picChg chg="add del">
          <ac:chgData name="lu jiaxuan" userId="9247156b4823de1e" providerId="LiveId" clId="{E1B1B5DF-B856-4D18-AC6B-66C1ED9A79AC}" dt="2023-11-10T09:05:37.319" v="8019" actId="22"/>
          <ac:picMkLst>
            <pc:docMk/>
            <pc:sldMk cId="2117767277" sldId="276"/>
            <ac:picMk id="5" creationId="{A5C4B615-5FCF-4D68-FEE1-D9484FDF0BB6}"/>
          </ac:picMkLst>
        </pc:picChg>
      </pc:sldChg>
      <pc:sldChg chg="addSp delSp modSp add mod modNotesTx">
        <pc:chgData name="lu jiaxuan" userId="9247156b4823de1e" providerId="LiveId" clId="{E1B1B5DF-B856-4D18-AC6B-66C1ED9A79AC}" dt="2023-11-10T09:22:16.945" v="8620" actId="20577"/>
        <pc:sldMkLst>
          <pc:docMk/>
          <pc:sldMk cId="2639631722" sldId="277"/>
        </pc:sldMkLst>
        <pc:spChg chg="mod">
          <ac:chgData name="lu jiaxuan" userId="9247156b4823de1e" providerId="LiveId" clId="{E1B1B5DF-B856-4D18-AC6B-66C1ED9A79AC}" dt="2023-11-10T05:04:49.617" v="6503" actId="20577"/>
          <ac:spMkLst>
            <pc:docMk/>
            <pc:sldMk cId="2639631722" sldId="277"/>
            <ac:spMk id="2" creationId="{A119C430-7D92-F889-D697-18A38632C2C7}"/>
          </ac:spMkLst>
        </pc:spChg>
        <pc:spChg chg="del">
          <ac:chgData name="lu jiaxuan" userId="9247156b4823de1e" providerId="LiveId" clId="{E1B1B5DF-B856-4D18-AC6B-66C1ED9A79AC}" dt="2023-11-10T05:04:15.958" v="6489" actId="478"/>
          <ac:spMkLst>
            <pc:docMk/>
            <pc:sldMk cId="2639631722" sldId="277"/>
            <ac:spMk id="3" creationId="{29A183C0-5DED-8577-2D6E-B341A0022940}"/>
          </ac:spMkLst>
        </pc:spChg>
        <pc:picChg chg="add mod modCrop">
          <ac:chgData name="lu jiaxuan" userId="9247156b4823de1e" providerId="LiveId" clId="{E1B1B5DF-B856-4D18-AC6B-66C1ED9A79AC}" dt="2023-11-10T05:04:43.659" v="6496" actId="1076"/>
          <ac:picMkLst>
            <pc:docMk/>
            <pc:sldMk cId="2639631722" sldId="277"/>
            <ac:picMk id="5" creationId="{689147B7-3DEF-C83B-EE78-4A23F5E73F1B}"/>
          </ac:picMkLst>
        </pc:picChg>
        <pc:picChg chg="add mod">
          <ac:chgData name="lu jiaxuan" userId="9247156b4823de1e" providerId="LiveId" clId="{E1B1B5DF-B856-4D18-AC6B-66C1ED9A79AC}" dt="2023-11-10T05:05:03.936" v="6513" actId="1037"/>
          <ac:picMkLst>
            <pc:docMk/>
            <pc:sldMk cId="2639631722" sldId="277"/>
            <ac:picMk id="7" creationId="{DD262421-BC27-20E2-29E2-6A314D951432}"/>
          </ac:picMkLst>
        </pc:picChg>
      </pc:sldChg>
      <pc:sldChg chg="addSp delSp modSp add mod modNotesTx">
        <pc:chgData name="lu jiaxuan" userId="9247156b4823de1e" providerId="LiveId" clId="{E1B1B5DF-B856-4D18-AC6B-66C1ED9A79AC}" dt="2023-11-10T09:23:18.534" v="8692" actId="20577"/>
        <pc:sldMkLst>
          <pc:docMk/>
          <pc:sldMk cId="1303122846" sldId="278"/>
        </pc:sldMkLst>
        <pc:spChg chg="mod">
          <ac:chgData name="lu jiaxuan" userId="9247156b4823de1e" providerId="LiveId" clId="{E1B1B5DF-B856-4D18-AC6B-66C1ED9A79AC}" dt="2023-11-10T05:31:50.300" v="6522"/>
          <ac:spMkLst>
            <pc:docMk/>
            <pc:sldMk cId="1303122846" sldId="278"/>
            <ac:spMk id="2" creationId="{A119C430-7D92-F889-D697-18A38632C2C7}"/>
          </ac:spMkLst>
        </pc:spChg>
        <pc:picChg chg="add mod">
          <ac:chgData name="lu jiaxuan" userId="9247156b4823de1e" providerId="LiveId" clId="{E1B1B5DF-B856-4D18-AC6B-66C1ED9A79AC}" dt="2023-11-10T05:31:55.514" v="6524" actId="1076"/>
          <ac:picMkLst>
            <pc:docMk/>
            <pc:sldMk cId="1303122846" sldId="278"/>
            <ac:picMk id="4" creationId="{81940D16-BD72-D70C-508F-D31F6F52D2B5}"/>
          </ac:picMkLst>
        </pc:picChg>
        <pc:picChg chg="del">
          <ac:chgData name="lu jiaxuan" userId="9247156b4823de1e" providerId="LiveId" clId="{E1B1B5DF-B856-4D18-AC6B-66C1ED9A79AC}" dt="2023-11-10T05:31:32.463" v="6515" actId="478"/>
          <ac:picMkLst>
            <pc:docMk/>
            <pc:sldMk cId="1303122846" sldId="278"/>
            <ac:picMk id="5" creationId="{689147B7-3DEF-C83B-EE78-4A23F5E73F1B}"/>
          </ac:picMkLst>
        </pc:picChg>
        <pc:picChg chg="del">
          <ac:chgData name="lu jiaxuan" userId="9247156b4823de1e" providerId="LiveId" clId="{E1B1B5DF-B856-4D18-AC6B-66C1ED9A79AC}" dt="2023-11-10T05:31:32.463" v="6515" actId="478"/>
          <ac:picMkLst>
            <pc:docMk/>
            <pc:sldMk cId="1303122846" sldId="278"/>
            <ac:picMk id="7" creationId="{DD262421-BC27-20E2-29E2-6A314D951432}"/>
          </ac:picMkLst>
        </pc:picChg>
      </pc:sldChg>
      <pc:sldChg chg="add">
        <pc:chgData name="lu jiaxuan" userId="9247156b4823de1e" providerId="LiveId" clId="{E1B1B5DF-B856-4D18-AC6B-66C1ED9A79AC}" dt="2023-11-10T09:05:39.724" v="8020"/>
        <pc:sldMkLst>
          <pc:docMk/>
          <pc:sldMk cId="4014405676" sldId="27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A3B67-1AF9-4F0E-B820-4C127EC7662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39BB5FE-CD1D-48F2-ABB5-1081142099F9}">
      <dgm:prSet phldrT="[文本]"/>
      <dgm:spPr/>
      <dgm:t>
        <a:bodyPr/>
        <a:lstStyle/>
        <a:p>
          <a:r>
            <a:rPr lang="en-US" altLang="zh-CN" dirty="0"/>
            <a:t>CLIP</a:t>
          </a:r>
          <a:endParaRPr lang="zh-CN" altLang="en-US" dirty="0"/>
        </a:p>
      </dgm:t>
    </dgm:pt>
    <dgm:pt modelId="{90479F9E-275B-4B24-88B6-D11CFB8E1AA8}" type="parTrans" cxnId="{07C60BA6-905D-4EAC-9EBD-EC048B29310D}">
      <dgm:prSet/>
      <dgm:spPr/>
      <dgm:t>
        <a:bodyPr/>
        <a:lstStyle/>
        <a:p>
          <a:endParaRPr lang="zh-CN" altLang="en-US"/>
        </a:p>
      </dgm:t>
    </dgm:pt>
    <dgm:pt modelId="{91EA19B0-80A5-4E39-AEF9-106812819BEA}" type="sibTrans" cxnId="{07C60BA6-905D-4EAC-9EBD-EC048B29310D}">
      <dgm:prSet/>
      <dgm:spPr/>
      <dgm:t>
        <a:bodyPr/>
        <a:lstStyle/>
        <a:p>
          <a:endParaRPr lang="zh-CN" altLang="en-US"/>
        </a:p>
      </dgm:t>
    </dgm:pt>
    <dgm:pt modelId="{0DD33656-D1C8-4F9C-81F2-3949026F6A24}">
      <dgm:prSet phldrT="[文本]"/>
      <dgm:spPr/>
      <dgm:t>
        <a:bodyPr/>
        <a:lstStyle/>
        <a:p>
          <a:r>
            <a:rPr lang="en-US" altLang="zh-CN" dirty="0"/>
            <a:t>GLIP</a:t>
          </a:r>
          <a:endParaRPr lang="zh-CN" altLang="en-US" dirty="0"/>
        </a:p>
      </dgm:t>
    </dgm:pt>
    <dgm:pt modelId="{4A3C96CB-BFCA-4AC4-8418-61A35755C081}" type="parTrans" cxnId="{EE798947-312F-4BDA-9850-5BB6ED16728B}">
      <dgm:prSet/>
      <dgm:spPr/>
      <dgm:t>
        <a:bodyPr/>
        <a:lstStyle/>
        <a:p>
          <a:endParaRPr lang="zh-CN" altLang="en-US"/>
        </a:p>
      </dgm:t>
    </dgm:pt>
    <dgm:pt modelId="{A3E953A2-DCBC-4A76-A52E-48A03D56B464}" type="sibTrans" cxnId="{EE798947-312F-4BDA-9850-5BB6ED16728B}">
      <dgm:prSet/>
      <dgm:spPr/>
      <dgm:t>
        <a:bodyPr/>
        <a:lstStyle/>
        <a:p>
          <a:endParaRPr lang="zh-CN" altLang="en-US"/>
        </a:p>
      </dgm:t>
    </dgm:pt>
    <dgm:pt modelId="{C317649E-4494-47AD-BBCC-3D77110C13DB}">
      <dgm:prSet phldrT="[文本]"/>
      <dgm:spPr/>
      <dgm:t>
        <a:bodyPr/>
        <a:lstStyle/>
        <a:p>
          <a:r>
            <a:rPr lang="en-US" altLang="zh-CN" dirty="0"/>
            <a:t>Flamingo</a:t>
          </a:r>
          <a:endParaRPr lang="zh-CN" altLang="en-US" dirty="0"/>
        </a:p>
      </dgm:t>
    </dgm:pt>
    <dgm:pt modelId="{E528024C-AAC7-42BE-BE7E-BC7FFB9FB007}" type="parTrans" cxnId="{0E564006-7C5B-48A0-87B4-7056D6C99B01}">
      <dgm:prSet/>
      <dgm:spPr/>
      <dgm:t>
        <a:bodyPr/>
        <a:lstStyle/>
        <a:p>
          <a:endParaRPr lang="zh-CN" altLang="en-US"/>
        </a:p>
      </dgm:t>
    </dgm:pt>
    <dgm:pt modelId="{AC355B25-7333-4FB6-AB68-B276315CE080}" type="sibTrans" cxnId="{0E564006-7C5B-48A0-87B4-7056D6C99B01}">
      <dgm:prSet/>
      <dgm:spPr/>
      <dgm:t>
        <a:bodyPr/>
        <a:lstStyle/>
        <a:p>
          <a:endParaRPr lang="zh-CN" altLang="en-US"/>
        </a:p>
      </dgm:t>
    </dgm:pt>
    <dgm:pt modelId="{4C1C13C8-A3B4-4A26-97F4-07C96828532E}">
      <dgm:prSet phldrT="[文本]"/>
      <dgm:spPr/>
      <dgm:t>
        <a:bodyPr/>
        <a:lstStyle/>
        <a:p>
          <a:r>
            <a:rPr lang="en-US" altLang="zh-CN" dirty="0" err="1"/>
            <a:t>LLaVA</a:t>
          </a:r>
          <a:endParaRPr lang="zh-CN" altLang="en-US" dirty="0"/>
        </a:p>
      </dgm:t>
    </dgm:pt>
    <dgm:pt modelId="{819E33F5-92EE-4206-A8C3-713B9949EC36}" type="parTrans" cxnId="{5429C7BF-CA97-42D2-B957-CB12B9A434BC}">
      <dgm:prSet/>
      <dgm:spPr/>
      <dgm:t>
        <a:bodyPr/>
        <a:lstStyle/>
        <a:p>
          <a:endParaRPr lang="zh-CN" altLang="en-US"/>
        </a:p>
      </dgm:t>
    </dgm:pt>
    <dgm:pt modelId="{7D64D7C3-793F-49BD-A365-34CF9483C6F1}" type="sibTrans" cxnId="{5429C7BF-CA97-42D2-B957-CB12B9A434BC}">
      <dgm:prSet/>
      <dgm:spPr/>
      <dgm:t>
        <a:bodyPr/>
        <a:lstStyle/>
        <a:p>
          <a:endParaRPr lang="zh-CN" altLang="en-US"/>
        </a:p>
      </dgm:t>
    </dgm:pt>
    <dgm:pt modelId="{EFE76554-DD59-483C-AA2A-1B763A77F61D}" type="pres">
      <dgm:prSet presAssocID="{C5BA3B67-1AF9-4F0E-B820-4C127EC7662A}" presName="diagram" presStyleCnt="0">
        <dgm:presLayoutVars>
          <dgm:dir/>
          <dgm:resizeHandles val="exact"/>
        </dgm:presLayoutVars>
      </dgm:prSet>
      <dgm:spPr/>
    </dgm:pt>
    <dgm:pt modelId="{6E3E343C-E297-4099-A02D-14D9DE344F36}" type="pres">
      <dgm:prSet presAssocID="{F39BB5FE-CD1D-48F2-ABB5-1081142099F9}" presName="node" presStyleLbl="node1" presStyleIdx="0" presStyleCnt="4" custScaleX="120656">
        <dgm:presLayoutVars>
          <dgm:bulletEnabled val="1"/>
        </dgm:presLayoutVars>
      </dgm:prSet>
      <dgm:spPr/>
    </dgm:pt>
    <dgm:pt modelId="{34D2199A-ED29-4B18-81BE-DACF4A0FDE0A}" type="pres">
      <dgm:prSet presAssocID="{91EA19B0-80A5-4E39-AEF9-106812819BEA}" presName="sibTrans" presStyleCnt="0"/>
      <dgm:spPr/>
    </dgm:pt>
    <dgm:pt modelId="{FE38AA2F-06CB-405B-A26C-B778C5A84230}" type="pres">
      <dgm:prSet presAssocID="{0DD33656-D1C8-4F9C-81F2-3949026F6A24}" presName="node" presStyleLbl="node1" presStyleIdx="1" presStyleCnt="4" custScaleX="120656">
        <dgm:presLayoutVars>
          <dgm:bulletEnabled val="1"/>
        </dgm:presLayoutVars>
      </dgm:prSet>
      <dgm:spPr/>
    </dgm:pt>
    <dgm:pt modelId="{7C3A7945-26F9-45C1-B836-D866DE04086D}" type="pres">
      <dgm:prSet presAssocID="{A3E953A2-DCBC-4A76-A52E-48A03D56B464}" presName="sibTrans" presStyleCnt="0"/>
      <dgm:spPr/>
    </dgm:pt>
    <dgm:pt modelId="{CF7DD32D-FCD4-4B95-BE97-3A094D111DFB}" type="pres">
      <dgm:prSet presAssocID="{C317649E-4494-47AD-BBCC-3D77110C13DB}" presName="node" presStyleLbl="node1" presStyleIdx="2" presStyleCnt="4" custScaleX="120656">
        <dgm:presLayoutVars>
          <dgm:bulletEnabled val="1"/>
        </dgm:presLayoutVars>
      </dgm:prSet>
      <dgm:spPr/>
    </dgm:pt>
    <dgm:pt modelId="{ED7A9B9C-47E3-42E6-9B09-40F4B5D98AFA}" type="pres">
      <dgm:prSet presAssocID="{AC355B25-7333-4FB6-AB68-B276315CE080}" presName="sibTrans" presStyleCnt="0"/>
      <dgm:spPr/>
    </dgm:pt>
    <dgm:pt modelId="{8D4531CE-5EA1-417D-81EF-F1B3CDEC2CB8}" type="pres">
      <dgm:prSet presAssocID="{4C1C13C8-A3B4-4A26-97F4-07C96828532E}" presName="node" presStyleLbl="node1" presStyleIdx="3" presStyleCnt="4" custScaleX="120656">
        <dgm:presLayoutVars>
          <dgm:bulletEnabled val="1"/>
        </dgm:presLayoutVars>
      </dgm:prSet>
      <dgm:spPr/>
    </dgm:pt>
  </dgm:ptLst>
  <dgm:cxnLst>
    <dgm:cxn modelId="{0E564006-7C5B-48A0-87B4-7056D6C99B01}" srcId="{C5BA3B67-1AF9-4F0E-B820-4C127EC7662A}" destId="{C317649E-4494-47AD-BBCC-3D77110C13DB}" srcOrd="2" destOrd="0" parTransId="{E528024C-AAC7-42BE-BE7E-BC7FFB9FB007}" sibTransId="{AC355B25-7333-4FB6-AB68-B276315CE080}"/>
    <dgm:cxn modelId="{8EF9E71A-5755-4673-BC7E-A240AA0B3EA6}" type="presOf" srcId="{4C1C13C8-A3B4-4A26-97F4-07C96828532E}" destId="{8D4531CE-5EA1-417D-81EF-F1B3CDEC2CB8}" srcOrd="0" destOrd="0" presId="urn:microsoft.com/office/officeart/2005/8/layout/default"/>
    <dgm:cxn modelId="{EEA13B2D-A08E-494C-B44C-352A57E3C804}" type="presOf" srcId="{0DD33656-D1C8-4F9C-81F2-3949026F6A24}" destId="{FE38AA2F-06CB-405B-A26C-B778C5A84230}" srcOrd="0" destOrd="0" presId="urn:microsoft.com/office/officeart/2005/8/layout/default"/>
    <dgm:cxn modelId="{8658D83E-2251-4AAA-8FEB-573F38CE2DBA}" type="presOf" srcId="{C317649E-4494-47AD-BBCC-3D77110C13DB}" destId="{CF7DD32D-FCD4-4B95-BE97-3A094D111DFB}" srcOrd="0" destOrd="0" presId="urn:microsoft.com/office/officeart/2005/8/layout/default"/>
    <dgm:cxn modelId="{668B5441-1A22-4924-89DF-A07B01CAE3E5}" type="presOf" srcId="{F39BB5FE-CD1D-48F2-ABB5-1081142099F9}" destId="{6E3E343C-E297-4099-A02D-14D9DE344F36}" srcOrd="0" destOrd="0" presId="urn:microsoft.com/office/officeart/2005/8/layout/default"/>
    <dgm:cxn modelId="{EE798947-312F-4BDA-9850-5BB6ED16728B}" srcId="{C5BA3B67-1AF9-4F0E-B820-4C127EC7662A}" destId="{0DD33656-D1C8-4F9C-81F2-3949026F6A24}" srcOrd="1" destOrd="0" parTransId="{4A3C96CB-BFCA-4AC4-8418-61A35755C081}" sibTransId="{A3E953A2-DCBC-4A76-A52E-48A03D56B464}"/>
    <dgm:cxn modelId="{07C60BA6-905D-4EAC-9EBD-EC048B29310D}" srcId="{C5BA3B67-1AF9-4F0E-B820-4C127EC7662A}" destId="{F39BB5FE-CD1D-48F2-ABB5-1081142099F9}" srcOrd="0" destOrd="0" parTransId="{90479F9E-275B-4B24-88B6-D11CFB8E1AA8}" sibTransId="{91EA19B0-80A5-4E39-AEF9-106812819BEA}"/>
    <dgm:cxn modelId="{5429C7BF-CA97-42D2-B957-CB12B9A434BC}" srcId="{C5BA3B67-1AF9-4F0E-B820-4C127EC7662A}" destId="{4C1C13C8-A3B4-4A26-97F4-07C96828532E}" srcOrd="3" destOrd="0" parTransId="{819E33F5-92EE-4206-A8C3-713B9949EC36}" sibTransId="{7D64D7C3-793F-49BD-A365-34CF9483C6F1}"/>
    <dgm:cxn modelId="{47E8F3D3-6DA5-46A5-8BB2-1C4CCCE8E749}" type="presOf" srcId="{C5BA3B67-1AF9-4F0E-B820-4C127EC7662A}" destId="{EFE76554-DD59-483C-AA2A-1B763A77F61D}" srcOrd="0" destOrd="0" presId="urn:microsoft.com/office/officeart/2005/8/layout/default"/>
    <dgm:cxn modelId="{6B8B3789-C0CF-449F-920A-759124F29CA2}" type="presParOf" srcId="{EFE76554-DD59-483C-AA2A-1B763A77F61D}" destId="{6E3E343C-E297-4099-A02D-14D9DE344F36}" srcOrd="0" destOrd="0" presId="urn:microsoft.com/office/officeart/2005/8/layout/default"/>
    <dgm:cxn modelId="{CD58115B-782C-47D9-9BB6-58835CCAD7CA}" type="presParOf" srcId="{EFE76554-DD59-483C-AA2A-1B763A77F61D}" destId="{34D2199A-ED29-4B18-81BE-DACF4A0FDE0A}" srcOrd="1" destOrd="0" presId="urn:microsoft.com/office/officeart/2005/8/layout/default"/>
    <dgm:cxn modelId="{ADEF77AE-C649-4069-BCA8-26CFF097313D}" type="presParOf" srcId="{EFE76554-DD59-483C-AA2A-1B763A77F61D}" destId="{FE38AA2F-06CB-405B-A26C-B778C5A84230}" srcOrd="2" destOrd="0" presId="urn:microsoft.com/office/officeart/2005/8/layout/default"/>
    <dgm:cxn modelId="{C4FE912F-6090-4135-99FB-501E4E0F9004}" type="presParOf" srcId="{EFE76554-DD59-483C-AA2A-1B763A77F61D}" destId="{7C3A7945-26F9-45C1-B836-D866DE04086D}" srcOrd="3" destOrd="0" presId="urn:microsoft.com/office/officeart/2005/8/layout/default"/>
    <dgm:cxn modelId="{9AD54779-4B3B-44DE-998B-6F5B827AF223}" type="presParOf" srcId="{EFE76554-DD59-483C-AA2A-1B763A77F61D}" destId="{CF7DD32D-FCD4-4B95-BE97-3A094D111DFB}" srcOrd="4" destOrd="0" presId="urn:microsoft.com/office/officeart/2005/8/layout/default"/>
    <dgm:cxn modelId="{FB577D40-5529-45D8-B2B1-A1A1744DAD3C}" type="presParOf" srcId="{EFE76554-DD59-483C-AA2A-1B763A77F61D}" destId="{ED7A9B9C-47E3-42E6-9B09-40F4B5D98AFA}" srcOrd="5" destOrd="0" presId="urn:microsoft.com/office/officeart/2005/8/layout/default"/>
    <dgm:cxn modelId="{43DA4969-4B1E-43F3-BEE9-48B139DF1A81}" type="presParOf" srcId="{EFE76554-DD59-483C-AA2A-1B763A77F61D}" destId="{8D4531CE-5EA1-417D-81EF-F1B3CDEC2CB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E343C-E297-4099-A02D-14D9DE344F36}">
      <dsp:nvSpPr>
        <dsp:cNvPr id="0" name=""/>
        <dsp:cNvSpPr/>
      </dsp:nvSpPr>
      <dsp:spPr>
        <a:xfrm>
          <a:off x="4604" y="360923"/>
          <a:ext cx="3897867" cy="19383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CLIP</a:t>
          </a:r>
          <a:endParaRPr lang="zh-CN" altLang="en-US" sz="6500" kern="1200" dirty="0"/>
        </a:p>
      </dsp:txBody>
      <dsp:txXfrm>
        <a:off x="4604" y="360923"/>
        <a:ext cx="3897867" cy="1938337"/>
      </dsp:txXfrm>
    </dsp:sp>
    <dsp:sp modelId="{FE38AA2F-06CB-405B-A26C-B778C5A84230}">
      <dsp:nvSpPr>
        <dsp:cNvPr id="0" name=""/>
        <dsp:cNvSpPr/>
      </dsp:nvSpPr>
      <dsp:spPr>
        <a:xfrm>
          <a:off x="4225528" y="360923"/>
          <a:ext cx="3897867" cy="19383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GLIP</a:t>
          </a:r>
          <a:endParaRPr lang="zh-CN" altLang="en-US" sz="6500" kern="1200" dirty="0"/>
        </a:p>
      </dsp:txBody>
      <dsp:txXfrm>
        <a:off x="4225528" y="360923"/>
        <a:ext cx="3897867" cy="1938337"/>
      </dsp:txXfrm>
    </dsp:sp>
    <dsp:sp modelId="{CF7DD32D-FCD4-4B95-BE97-3A094D111DFB}">
      <dsp:nvSpPr>
        <dsp:cNvPr id="0" name=""/>
        <dsp:cNvSpPr/>
      </dsp:nvSpPr>
      <dsp:spPr>
        <a:xfrm>
          <a:off x="4604" y="2622317"/>
          <a:ext cx="3897867" cy="19383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Flamingo</a:t>
          </a:r>
          <a:endParaRPr lang="zh-CN" altLang="en-US" sz="6500" kern="1200" dirty="0"/>
        </a:p>
      </dsp:txBody>
      <dsp:txXfrm>
        <a:off x="4604" y="2622317"/>
        <a:ext cx="3897867" cy="1938337"/>
      </dsp:txXfrm>
    </dsp:sp>
    <dsp:sp modelId="{8D4531CE-5EA1-417D-81EF-F1B3CDEC2CB8}">
      <dsp:nvSpPr>
        <dsp:cNvPr id="0" name=""/>
        <dsp:cNvSpPr/>
      </dsp:nvSpPr>
      <dsp:spPr>
        <a:xfrm>
          <a:off x="4225528" y="2622317"/>
          <a:ext cx="3897867" cy="19383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 err="1"/>
            <a:t>LLaVA</a:t>
          </a:r>
          <a:endParaRPr lang="zh-CN" altLang="en-US" sz="6500" kern="1200" dirty="0"/>
        </a:p>
      </dsp:txBody>
      <dsp:txXfrm>
        <a:off x="4225528" y="2622317"/>
        <a:ext cx="3897867" cy="1938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2T04:26:47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28342 10475 954 0,'0'0'16'0,"0"0"-4"16,0 0 16-16,139 0-7 0,-81 0-4 15,2 0-6-15,-7 0-5 16,-10 0 3-16,-14 0 17 16,-14 0 7-16,-6 1-13 15,-6-1 7-15,-1 3-8 16,-2-1 10-16,2 0-9 16,-2 2-1-16,2 2-4 15,1-2-6-15,-1 0-4 16,-2 2 6-16,0-1-1 0,0 1 23 15,0 4-7 1,0 8 7-16,-14 7-8 16,-8 11-6-16,-5 8-3 0,1 4-16 15,1-4 3 1,2-5-1-16,10-5-2 0,5-7-5 16,6-10-32-16,2-7-10 15,0-6-59-15,2-4-69 16,15-2-135-16</inkml:trace>
  <inkml:trace contextRef="#ctx0" brushRef="#br0" timeOffset="343.81">28855 10712 1194 0,'0'0'16'0,"0"0"12"16,0 0 17-1,0 0-31-15,0 0-14 0,0 0-4 16,7 102-2-16,20-94 6 16,2-8 1-16,-5 0 4 15,-4 0-3-15,-6-6 3 16,-4-9 0-16,-1-2-3 15,-4-5 3-15,-2-2-3 0,-3 2 1 16,0 5-3-16,-5 6-6 16,-19 9-1-16,-10 2-35 15,-4 0 10-15,2 17-47 16,7 2-88-16,14-3-108 16,15-5-400-16</inkml:trace>
  <inkml:trace contextRef="#ctx0" brushRef="#br0" timeOffset="667.44">29243 10519 845 0,'0'0'271'0,"0"0"-239"0,0 0 36 0,0 0-20 15,0 0-18-15,0 0 16 16,22 50-13-16,-22-12-4 16,-2 8 1-16,-23 2-13 15,4 1-13-15,2-5-4 16,6-8-5-16,6-8-30 0,3-5-29 15,1-10-41 1,3-4-27-16,-2-8-88 0,2-1-27 16,-2 0-264-16</inkml:trace>
  <inkml:trace contextRef="#ctx0" brushRef="#br0" timeOffset="1122.49">29366 10439 1034 0,'0'0'14'15,"0"0"-3"-15,0 0 30 16,0 0-23-16,0 0 13 16,138-8-17-16,-116 14-13 0,-11 8 3 15,-11 4-3-15,0 6 8 16,-25 2 17-1,-12 1-2-15,-3-2-16 0,2-3 8 16,7-3-8-16,8-7-8 16,9-7 5-16,10-1-5 15,4-1-4-15,0-3-4 16,7 1 0-16,22 2 8 16,4-1 2-16,1 2-2 15,-6 3 0-15,-7 8-2 16,-13 5 2-16,-8 4 0 15,0 4 1-15,-2 0 4 0,-19 0 1 16,-4-4-4 0,-4-4-2-16,-2-6-1 15,-5-4-4-15,-2-4-6 0,-4-6 6 16,2 0 4-16,9 0 1 16,8 0 2-16,17 0-2 15,6-8-23-15,13 0-121 16,25 3-110-16</inkml:trace>
  <inkml:trace contextRef="#ctx0" brushRef="#br0" timeOffset="12337.81">29867 10586 968 0,'0'0'298'16,"0"0"-298"-16,0 0 0 16,0 0 27-16,127-4-4 15,-63 1-13-15,-1 2-5 16,-5 1-5-16,-12 0-1 15,-7 0-3-15,-8 0-4 16,-14 0 1-16,-7 0 1 0,-6 0-9 16,-4 0-4-16,0 0 5 15,0 0-17-15,0 0-56 16,0 0-61-16,-4-4-113 16</inkml:trace>
  <inkml:trace contextRef="#ctx0" brushRef="#br0" timeOffset="12617.25">30150 10341 827 0,'0'0'256'15,"0"0"-228"-15,0 0-6 16,0 0 47-16,0 0-40 15,0 0-10-15,-2-12 18 16,2 30 19-16,0 9 14 16,0 6-5-16,0 3-27 15,-3 0-16-15,-1 0-13 16,4-4-7-16,0-4-2 16,0 0-3-16,0 1-38 15,0-5-88-15,-7-2-253 16</inkml:trace>
  <inkml:trace contextRef="#ctx0" brushRef="#br0" timeOffset="13077.24">30480 10357 1062 0,'0'0'72'0,"0"0"-17"15,0 0 61-15,0 0-64 16,0 0-36-16,0 0-16 16,0 12 0-16,0 14 17 15,-8 5 3-15,-5 0-10 16,3 1 4-16,-6 3-10 15,-2-2-1-15,0 3 0 0,-2-1-3 16,2-4-12-16,4 0-17 16,8-5-43-16,6-4-44 15,0-11-108-15,27-11-103 16</inkml:trace>
  <inkml:trace contextRef="#ctx0" brushRef="#br0" timeOffset="13457.24">30626 10553 868 0,'0'0'263'0,"0"0"-252"15,0 0 71-15,0 0-28 16,0 0-42-16,0 0-1 15,-15 48 0-15,13-27-4 16,2-3 4-16,0-5-5 16,0-3-4-16,13-1 0 15,14-5-1-15,6-4 5 16,2 0 1-16,0 0-7 16,-7-7-2-16,-8-3-9 15,-9-3 7-15,-6-4 3 16,-5-5 0-16,0-3-8 15,-20-1-8-15,-11 3-10 0,-5 9 12 16,5 7-22-16,4 7-7 16,5 0 0-16,9 17 3 15,11 7-45-15,2 1-90 16,0-7-73-16</inkml:trace>
  <inkml:trace contextRef="#ctx0" brushRef="#br0" timeOffset="13771.99">30943 10432 1142 0,'0'0'133'0,"0"0"-124"15,0 0 70-15,0 0-50 16,0 0-29-16,0 0-5 16,-9 7 2-16,-2 23 3 15,-6 13 29-15,-6 4-6 16,-4 6-8-16,2-2-10 16,5-5-5-16,9-5-8 15,5-11-31-15,4-6-33 16,2-10-28-16,0-6-43 15,0-8-43-15,13 0-27 0,3-16-114 16</inkml:trace>
  <inkml:trace contextRef="#ctx0" brushRef="#br0" timeOffset="14237.89">31110 10385 1050 0,'0'0'69'16,"0"0"-65"-16,0 0 55 15,0 0-36-15,0 0-15 0,0 0 1 16,133-9-1-16,-117 24-5 16,-11-1-3-16,-5 5-1 15,0 0 1-15,-21 0 6 16,-19 0-2-16,-4-1 0 15,-1-5 4-15,3 0-6 16,9-3-2-16,8 1 0 16,10-7 3-16,8-1 1 15,7-3-4-15,0 0 0 16,0 4 0-16,9 1 0 16,17 2 6-16,11 2 0 15,-2 5 3-15,-6 3-1 16,-2 7-1-16,-12 2-6 0,-13 5 5 15,-2-3 9 1,-6-2 12-16,-23-4-4 0,-7-1 3 16,-13-8-12-16,-4-3-7 15,2-6-7-15,3-4-14 16,15 0-33-16,13 0-22 16,9-4-30-16,11-7-62 15,0 1-122-15,29 1-220 16</inkml:trace>
  <inkml:trace contextRef="#ctx0" brushRef="#br0" timeOffset="14640.05">31496 10624 1264 0,'0'0'25'0,"0"0"24"0,0 0 12 15,0 0-54-15,0 0-4 16,0 0-3-16,115-5 1 16,-76 10 0-16,-10 3-1 15,-10 0-29-15,-5-2-51 16,-5-1-60-16,-9 1-189 15,0 3-419-15</inkml:trace>
  <inkml:trace contextRef="#ctx0" brushRef="#br0" timeOffset="14834.29">31504 10740 1328 0,'0'0'57'0,"0"0"-55"15,0 0 6-15,0 0 0 16,0 0 5 0,167 36-10-16,-124-28-3 0,-12-2-4 15,-16-2-7-15,-7 1-53 16,-8-4-67-16,0 0-200 16,-3 2-398-16</inkml:trace>
  <inkml:trace contextRef="#ctx0" brushRef="#br0" timeOffset="17559.93">32298 10619 336 0,'0'0'572'0,"0"0"-531"16,0 0 44-16,0 0 20 15,0 0-57-15,0 0-30 0,46-27-11 16,-25 10-3-16,-4 1 7 16,-3 0 6-1,-6-2 8-15,-1-1 0 0,-5-2 0 16,-2 4-7-16,0-2-3 16,-2 2-4-16,-15 6-8 15,-6 2-3-15,-6 2-13 16,0 5-6-16,-2 2 13 15,4 0 6-15,10 0 6 16,-2 9 2-16,11 3 2 16,3 3-10-16,5 3-5 15,0 4-4-15,0 8 6 0,16 0 3 16,2 2 0 0,-1 0 2-16,-1 1 0 0,-7 0-1 15,-3-1 5-15,-4-1 1 16,-2-6 1-16,0-4 3 15,0-5-8-15,0-4 13 16,0-2-3-16,-8 0 2 16,-17-4 14-16,-6-1-12 15,-7-5-5-15,1 0-7 16,5 0-5-16,8-13 0 16,6-1 2-16,7-3-2 15,9-4-8-15,2 0-9 16,0 2 5-16,8-1-5 15,23 4 2-15,8 2-5 16,5 1 9-16,3 7 0 0,0 5-4 16,0-2-1-16,-5 3 10 15,-7 0 3-15,-1 0 2 16,-16 0 2-16,-3 0-2 16,-8 0 1-16,-2 0 0 15,-5 0 1-15,0 0-1 16,0 0 2-16,0 0 9 15,0 0-9-15,0 0-2 16,0 0-1-16,0 0-2 16,0 0-1-16,2 0 2 15,-2 0 2-15,2 0 0 16,-2 3 4-16,0 4 3 0,0 4 1 16,0 1 3-16,0 3-3 15,0 2 0-15,0-1-6 16,4 1 1-16,5 0-3 15,1-2 0-15,0-4 0 16,3-4-5-16,6 0-3 16,1-3-10-16,-3-4 0 15,4 0-1-15,-11 0 3 16,2-4 10-16,1-14 6 16,-4-6 0-16,0-4 0 15,-2-4 0-15,-7 2 0 16,0 4 0-16,-12 6 20 15,-14 6 0-15,-3 5-20 0,-4 8-4 16,6 1-39-16,7 0-29 16,9 3-124-16,11 10-106 15,0 1-367-15</inkml:trace>
  <inkml:trace contextRef="#ctx0" brushRef="#br0" timeOffset="18019.84">32940 10521 595 0,'0'0'437'16,"0"0"-348"-16,0 0 75 16,0 0-51-16,0 0-64 15,0 0-13-15,-8-15-12 16,8 15-7-16,-4 0-6 15,-3 1-11-15,-3 17 0 16,-17 8 0-16,2 9 8 0,-2 5-4 16,7 3-2-16,11 1 0 15,3-1-2-15,6-3-9 16,0-8 2-16,0-9-12 16,0-4-8-16,0-8-26 15,0-5-20-15,13-6-25 16,-4 0-62-16,4-11-115 15,1-11-307-15</inkml:trace>
  <inkml:trace contextRef="#ctx0" brushRef="#br0" timeOffset="18572.03">33031 10399 894 0,'0'0'116'0,"0"0"-109"16,0 0 13-16,0 0 27 16,0 0 3-16,142 36-34 15,-109-16-12-15,-10-1-2 16,-17-2-2-16,-6 1 0 15,-2 1 9-15,-27-1 11 0,-6-1-2 16,-7-2-1-16,-1-3-1 16,1-2-2-16,6-7-2 15,-2 1-7 1,0-2 0-16,-2 1-2 0,9-2 1 16,9-1 17-16,11 2-8 15,9-2-9-15,2 0 9 16,0 3-13-16,0-2-3 15,26 4-7-15,19 0 10 16,15 3 9-16,0 5-4 16,-11 3-5-16,-4 2 1 15,-12 5 0-15,-11 2-2 0,-11-1 1 16,-11 2 0 0,0-1 6-16,-15 0 0 0,-12-3 4 15,0-8 5-15,-4-1-2 16,-6-7 4-16,-1-3-1 15,-3-3-1-15,-1 0-9 16,2 0-2-16,0 0-4 16,2 0-36-16,13-6-73 15,14 0-114-15,11 0-329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2T06:28:03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28452 8412 1051 0,'0'0'51'0,"0"0"-49"15,0 0 31-15,0 0 25 16,-76 108-7-16,45-58-20 15,-3 2-9-15,1-2-4 16,-3-1-1-16,3-3 0 16,2 0-10-16,0-6 8 15,6-4-1-15,2-4 0 16,8-8-4-16,7-6-2 0,2-5 0 16,6-1-6-16,0-5-2 15,6 4-8-15,20-1 8 16,8-2 3-16,12 0 10 15,2-7-9-15,-4 4 2 16,-7-4-6-16,-8 3 2 16,-10 0-2-16,-11 0 0 15,-4-2 0-15,-4 1-3 16,0-3 2-16,0 1-14 16,0 2-26-16,7-3-35 15,7 0-50-15,1 0-37 16,-1 0-164-16</inkml:trace>
  <inkml:trace contextRef="#ctx0" brushRef="#br0" timeOffset="540.26">28957 8478 882 0,'0'0'101'15,"0"0"-88"-15,0 0 73 16,0 0-4-16,0 0-29 16,-75 122-19-16,32-64-14 15,-3-1-8-15,1-3 5 16,7-4-1-16,9-6-4 0,10-6-6 15,7-7-3-15,10-6-3 16,2-7-1-16,0-1-4 16,8-6 5-16,15 2 11 15,6-5 5-15,4-3-7 16,3 4 1-16,0-4-1 16,0 5 2-16,-1-1 3 15,-4 0-7-15,-4-1-3 16,-7-1-3-16,-4-1 0 15,-8-2-1-15,-3-3-19 16,-5 2-30-16,2-3-65 16,-2 0-57-16,0 0-137 15</inkml:trace>
  <inkml:trace contextRef="#ctx0" brushRef="#br0" timeOffset="2924.9">29528 8992 839 0,'0'0'33'0,"0"0"-6"16,0 0 82-16,0 0-21 15,0 0-66-15,0 0-12 16,0 0 1-16,0 0 1 0,0 0 9 16,5 0 2-1,1-9-5-15,-2 1-7 0,4 1-8 16,-4-2 2-16,0 1-2 16,1-2-1-16,-3 0-2 15,2 0-1-15,-2-2-11 16,-2 0-4-16,0-3-2 15,0 4 1-15,0 3 12 16,0 2 0-16,0 2-4 16,-13 4 0-16,-13 0 2 15,-8 0 4-15,-11 16 2 16,1 4 0-16,4 3-1 16,7-3 0-16,10-3-5 15,12 0-1-15,6-8-8 16,5-1-1-16,0-2-21 15,5 0 16-15,15-2 22 0,0-2 10 16,5 3 0-16,1-5 1 16,1 0-4-16,4 0 5 15,0 0-3-15,-2 0-5 16,-2-5-1-16,-7-4 0 16,-7-2 0-16,-1-1 3 15,-5 5-2-15,-3 0 7 16,0 1-2-16,-4 2 0 15,0 4 6-15,2-2-6 16,-2 2-3-16,3 0-2 16,-1-2-4-16,0 0 1 15,0 2-1-15,-2-2 2 0,0 2 3 16,0 0 24 0,0 0 10-16,0 0 4 0,0 0-5 15,-9 12-5 1,-3 10-5-16,0 6-17 0,5-3-9 15,5 1-2-15,2-5-5 16,0 1-35-16,18-5-44 16,9-5-31-16,1-10-176 15,1-2-346-15</inkml:trace>
  <inkml:trace contextRef="#ctx0" brushRef="#br0" timeOffset="3342.6">30085 8600 781 0,'0'0'15'0,"0"0"80"15,0 0 62-15,0 0-83 16,0 0-32-16,0 0 9 15,-116 107-24-15,70-65-13 16,-1 4-3-16,9-6-11 16,9-1 0-16,13-8-43 15,9-5-21-15,7-6-95 16,0-12-41-16,0-5-9 16,16-3-169-16</inkml:trace>
  <inkml:trace contextRef="#ctx0" brushRef="#br0" timeOffset="3592.64">30125 8593 1148 0,'0'0'111'16,"0"0"-60"-16,0 0 58 15,0 0-53-15,0 0-36 16,0 0-9-16,-56 85-5 15,50-46-5-15,4 1 0 16,-1-2-1-16,3-2-1 16,0-4-22-16,0-6-29 15,-2-2-17-15,2-8-17 0,0-6-25 16,0-2-90-16,0-8-24 16,0 0-67-16</inkml:trace>
  <inkml:trace contextRef="#ctx0" brushRef="#br0" timeOffset="3858.9">30428 8449 1062 0,'0'0'27'16,"0"0"-17"-16,0 0 74 0,0 0-36 15,0 0-45 1,0 0 7-16,-40 61-10 0,-3-9 20 16,-9 10-11-16,-11 1 3 15,-2-1-4-15,8-6-7 16,12-4-1 0,16-8-22-16,20-10-46 0,9-14-79 15,9-16-114-15,26-4-128 16</inkml:trace>
  <inkml:trace contextRef="#ctx0" brushRef="#br0" timeOffset="4117.04">30444 8470 977 0,'0'0'177'15,"0"0"-166"-15,0 0 48 16,0 0-5-16,0 0-30 16,0 0 38-16,-9 138-21 15,-2-78-13-15,-3-3 0 16,1-1-16-16,4-2-10 16,0-7-2-16,2-3-40 15,3-2-37-15,4-15-82 16,0-10-248-16</inkml:trace>
  <inkml:trace contextRef="#ctx0" brushRef="#br0" timeOffset="4525.89">31061 8422 1025 0,'0'0'5'0,"0"0"17"16,0 0 78-16,0 0-56 16,0 0-14-16,-96 102 6 15,43-42-21-15,-3 0 5 16,0-4-6-16,5 1-10 16,9-7-4-16,8-6-11 15,10-4-38-15,9-7-24 16,5-8-61-16,10-8-46 0,0-12-19 15,14-5-195-15</inkml:trace>
  <inkml:trace contextRef="#ctx0" brushRef="#br0" timeOffset="4850.38">30968 8444 727 0,'0'0'110'16,"0"0"-102"-16,0 0 100 0,0 0 5 16,0 0-46-16,0 0-8 15,9 74 21 1,-9-26-34-16,-9 3 4 0,-5 0-3 15,1 2-23-15,3-3-7 16,2-6-10-16,1 2-4 16,3-6-1-16,2 2-2 15,0-4-11-15,2-1-37 16,0-9-43-16,0-6-8 16,0-11-92-16,0-11-189 15</inkml:trace>
  <inkml:trace contextRef="#ctx0" brushRef="#br0" timeOffset="5023.38">30798 8837 1120 0,'0'0'34'0,"0"0"-12"16,0 0-22-16,133-2 9 15,-92 2-9-15,-32 0-222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2T06:37:45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5782 8091 899 0,'0'0'65'15,"0"0"4"-15,0 0 35 16,0 0-33-16,0 0-12 16,48 104-10-16,-19-81-28 15,7 1-14-15,-2-3-7 0,-3-1 0 16,-3 9-65-1,-10 2-50-15,-11 14-129 0,-7 5-129 16</inkml:trace>
  <inkml:trace contextRef="#ctx0" brushRef="#br0" timeOffset="584.66">6222 8079 802 0,'0'0'4'0,"0"0"0"16,-135 60 13-16,77-31 28 0,-9 4 4 15,-5 8-22-15,-3 2-5 16,-4 1 6-16,11-1 19 16,12-11-23-16,25-12-17 15,20-8-7-15,11-12-30 16,42-2-237-16,12-28-156 15</inkml:trace>
  <inkml:trace contextRef="#ctx0" brushRef="#br0" timeOffset="1604.28">5670 10525 581 0,'0'0'91'16,"0"0"-81"-16,0 0 44 0,0 0 26 15,0 0-17-15,0 0-24 16,0 0 9-16,42-38 37 16,-42 38-14-16,-20 0-11 15,-15 2-44-15,-10 18-8 16,-13 4-5-16,-5 8 0 16,3 0-3-16,5-1-14 15,8-3-31-15,14-6-18 16,10-6-76-16,10-4-29 15,5-9-59-15</inkml:trace>
  <inkml:trace contextRef="#ctx0" brushRef="#br0" timeOffset="1886.81">5242 10525 1002 0,'0'0'57'0,"0"0"-48"0,0 0 41 16,0 0 22 0,0 0-9-16,0 0-12 0,152 57-11 15,-105-36-12-15,-3 5-8 16,-2 1-15-1,-6 3-5-15,-4 4-22 0,-11 2-84 16,-5-3-133-16,-7-10-244 16</inkml:trace>
  <inkml:trace contextRef="#ctx0" brushRef="#br0" timeOffset="7021.75">15697 10203 1150 0,'0'0'64'0,"0"0"-64"15,0 0 5-15,0 0 7 16,0 0-2-16,0 0 3 16,0 0-2-16,0 0-8 15,48 85 12-15,-42-58 1 0,-2 3 13 16,-2 4 1-16,-2 0-9 16,0 4-5-16,0-4-4 15,0-4-6-15,0-6-1 16,0-6 0-1,4-4-5-15,5-3-4 0,4-7 4 16,7-4 12-16,11 0-1 16,14-21-1-16,10-16-9 15,5-12 5-15,8-6-4 16,1-14 0-16,2 1-2 16,-7-2 0-16,-6 6 2 15,-16 12-1-15,-13 13-2 16,-12 9 3-16,-9 5-6 0,-6 12 1 15,0-1-20 1,6 6-37-16,3 2-91 0,2 2-107 16,1-1-111-1</inkml:trace>
  <inkml:trace contextRef="#ctx0" brushRef="#br0" timeOffset="12925.64">26213 4971 645 0,'0'0'117'0,"0"0"-93"16,0 0 100-16,0 0-17 16,0 0-23-16,0 0-40 0,0 0-20 15,-7-14 4-15,7 14-11 16,0 0 7-16,0 0-8 16,0 0-8-16,0 0 2 15,0 0 0-15,0 12 7 16,0 8 3-16,0 4-7 15,2 4 4-15,5-2-14 16,-1-4 1-16,6-6-4 16,-3-6 0-16,1-3-2 15,0-6-3-15,1-1 5 0,3 0 2 16,5 0-1 0,10-14 6-16,7-9-5 0,7-4-2 15,3-1-1 1,5-6-5-16,0 0 1 0,-2 0-1 15,-3 2 6-15,-11 2 5 16,-11 5-5-16,-6 10 1 16,-7 4-1-16,-6 6 0 15,-5 5-6-15,0 0-45 16,2 0-52-16,3 0-202 16,5 3 0-16</inkml:trace>
  <inkml:trace contextRef="#ctx0" brushRef="#br0" timeOffset="13782.72">23642 5791 978 0,'0'0'14'16,"0"0"-11"-16,0 0 47 0,0 0-2 15,0 0-14-15,0 0-13 16,42 76 2-16,-34-48-2 16,2-7-14-16,1-6 0 15,7-7-6-15,6-8 4 16,14 0 3-16,13-23 1 16,7-14-8-16,7-3-1 15,-1-7-1-15,1-4-4 16,2-4-3-16,0 0-4 15,-2 1-7-15,-10 11-12 0,-19 15 16 16,-17 14 12-16,-11 14-19 16,-8 0-35-16,0 2-92 15,-12 18 46-15,-12 2-223 16</inkml:trace>
  <inkml:trace contextRef="#ctx0" brushRef="#br0" timeOffset="14613.67">23553 7247 756 0,'0'0'94'15,"0"0"-84"-15,0 0 65 16,0 0 9-16,0 0-19 16,0 0-35-1,77 120-15-15,-65-98-4 0,-3 2-5 16,-1-4-2-16,-1-4 1 15,-2-2-2-15,1-3 0 16,1-7-3-16,4-4-5 0,9 0 5 16,9-19 25-16,15-12-14 15,8-11-4-15,4-2-7 16,4 1-2-16,-2-1-12 16,-2 2-9-16,-10 4-2 15,-4 4-11-15,-8 6-18 16,-12 9-10-16,-10 9-63 15,-12 10-33-15,0 0-185 16</inkml:trace>
  <inkml:trace contextRef="#ctx0" brushRef="#br0" timeOffset="17846.62">27239 5328 798 0,'0'0'8'0,"0"0"2"16,0 0 46-16,0 0 10 15,0 0-24-15,0 0-26 16,56 38-4-16,-44-26 14 15,1 4 16-15,3 0-11 16,-3 0-9-16,0 2 4 16,1-2-5-16,-3 0 0 0,-2-4-11 15,0-3-1-15,0-3 1 16,-3-5 0-16,4 1-4 16,-2-2 0-16,3 0 2 15,5 0-2-15,4 0-2 16,2-12-2-16,5-4-2 15,6-3 2-15,3-6-2 16,1-5-4-16,9-7-11 16,-2-1 6-16,1-2-16 15,-3-1-18-15,1 0-8 16,-6 3 18-16,-1 3-27 16,-3 4 4-16,-6 6-2 0,-7 10-34 15,-9 7-17 1,-11 8-46-16,0 0-399 0</inkml:trace>
  <inkml:trace contextRef="#ctx0" brushRef="#br0" timeOffset="18883.39">24353 9174 877 0,'0'0'207'0,"0"0"-207"16,0 0 0-16,0 0 38 15,0 0-12-15,0 0-2 16,93 100-13-16,-64-80-7 15,-2-4-3-15,-5-6 1 16,-4-2-2-16,-3-2-1 16,-3-6 1-16,1 0 5 15,11 0 8-15,14-20 7 0,14-12-12 16,12-7-6-16,5-5 1 16,3-6-3-1,-3-7 1-15,-3-2-1 0,-1 1-17 16,-7 2-21-16,-10 8-49 15,-9 14 3-15,-12 10-29 16,-14 12 22-16,-9 12-47 16,-4 0-259-16</inkml:trace>
  <inkml:trace contextRef="#ctx0" brushRef="#br0" timeOffset="19719.64">23771 13682 882 0,'0'0'299'16,"0"0"-293"-16,0 0 12 16,0 0 35-16,0 0-21 15,0 0-2-15,106 94-8 16,-72-64-14-16,-3-8-2 0,-2-3-3 16,-2-2 1-16,-5-9 3 15,-7-2-5-15,-3-1-1 16,-5-4 6-16,-3-1-3 15,2 0 7-15,6 0-2 16,8 0 2-16,13-14-2 16,14-12-3-16,13-12-4 15,21-15-2 1,7-6-2-16,9-13-21 0,-1-7-3 16,-9 2-15-16,-16 6-31 15,-21 4-5-15,-21 22-59 0,-23 15-113 16,-6 13-360-1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542D5-1BA5-4FAC-905B-345980C026F8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2A46F-5F01-40FC-89D0-FE6881FB40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59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420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608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142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734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500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582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428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641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281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118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96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998E5-F577-D596-F58E-21E5A5CD9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8CADDA-82E7-B439-C354-5A78D3CCF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02CA8D-2254-71AA-E017-B1643D61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2A7897-E56F-A835-B7D6-6098B385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BF078B-CE9E-553F-8BDE-E4B244A7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3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61E6-98CB-3B62-68B4-9C47F91A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018891-D286-0E41-C9AE-D80D84A0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35D3A-B902-8EA0-0B56-D7BA61D0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03097-65E0-3FC0-2E28-AF771446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19E57-A449-F800-0277-B74BBA1B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73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EF095-7AB8-46D3-F6A0-A0F711E8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0E9BD-A02D-22A6-7480-2835CE362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83E82-9EF5-A986-410B-CAB8EA30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1A54A-2884-B0BD-F7AB-045ADB13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9089E4-FF25-25AB-654A-7AC3A1DE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49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CC5FA-D8E5-D719-CF4E-C7FBDE79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B01EEE-D3E7-0304-D7EB-680E92392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4AE224-782C-8577-3349-DF0D5020A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A2159C-534D-85EB-CF4A-DD677ECC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FAA044-3B6E-20B0-2E86-C43404A9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368D34-3E70-7648-406A-24E33819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77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DBC71-DA5A-C36A-2915-66F4B0C3A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61B654-DE73-B4A6-F1E5-AB00CFD53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0AD33-2376-BD78-10A4-E00D8601C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8EAFA2-FD59-D97E-116D-36F8267C4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49AA84-46CA-D5F5-708F-CAB42497E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CBAB53-0AE0-36B2-7DBA-EA01A0AD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2E5403-2884-4E69-0F99-42D80375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48F809-059A-91FF-16CF-0020E953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39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DAC2A-E374-49FD-491B-87CC04C4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221824-8063-A33D-4245-5078C8C2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3A38A8-B30C-2DAF-463C-23BC5A6B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20C740-E76A-A745-EBD1-B6F33817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30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60DC9B-EB85-6359-6B62-426CC597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BA4911-6C00-A2B7-3DC8-3006B0CC1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ED6D34-61D8-C303-61E2-7D3699EB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58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2A4AB-DD7F-EAA8-2D68-A897A269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62E19-D802-2E13-4F2E-E65DBD5B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ADD4B6-7BD3-228E-97A4-08C154881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AD2555-16E3-D6D5-438D-FEADB72E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78FCD8-1241-BCD8-4AC8-FF55FA39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0C8E8-EAFA-A735-20FB-D7FCC94F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26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F8C1E-E404-63A0-ECE1-F1CB44E2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C02360-8051-5F63-4990-62F5BCB1D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B0B40B-1A10-DD1F-E843-5B57BADC8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04EA77-AB59-74D0-8900-DF50CD10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3C7338-FB58-FE63-BC28-D256A65E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5F1C1D-7FFD-5E21-26BA-16E58B17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850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D875F-8874-525F-ED48-091E0683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AFBA7C-A078-E268-AE2A-2DF4BC4D3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2DE7C-B504-AFEF-A5BB-0CBA50D0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5F3C5-7508-BAEF-FA58-6ECF0153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513B96-663D-FEC6-1A73-7EC3875C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1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D0BCBF-EDE1-20E0-B8F1-44E7AA023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D9DEB2-7197-8234-841F-C01A1CABE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407976-5A8E-9EC8-EC71-4A7E22B7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EB201B-9E9D-4168-98A4-0092DDD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A8C62-B278-B802-9488-A7C2900D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09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7A80A-F37F-0756-7035-47CA896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5270B1-53FA-DDD6-51BE-884C3EADD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C25BA5-D1C2-BE55-2213-01C3292FE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58B78-8395-55FC-4738-612552475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A4E5E-2589-D4E1-D9B1-AB6EAEA56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24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6C9C4-488A-8181-21F2-FA0763706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多模态视觉大模型的架构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AADCCD-862D-C942-5155-3413807115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智魔老师</a:t>
            </a:r>
          </a:p>
        </p:txBody>
      </p:sp>
    </p:spTree>
    <p:extLst>
      <p:ext uri="{BB962C8B-B14F-4D97-AF65-F5344CB8AC3E}">
        <p14:creationId xmlns:p14="http://schemas.microsoft.com/office/powerpoint/2010/main" val="122705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ome cool multimodal use cases from GPT-4V">
            <a:extLst>
              <a:ext uri="{FF2B5EF4-FFF2-40B4-BE49-F238E27FC236}">
                <a16:creationId xmlns:a16="http://schemas.microsoft.com/office/drawing/2014/main" id="{7448915F-ACC0-1C17-E6A6-D313EE42C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098" y="2593303"/>
            <a:ext cx="5721803" cy="4264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B45C2E9-2157-3072-0981-4B8D4771F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多模态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：输入与输出模态不同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类型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：多模态输入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：多模态输出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0F6671-3587-7C89-1F3C-7CB7961DC80C}"/>
              </a:ext>
            </a:extLst>
          </p:cNvPr>
          <p:cNvSpPr txBox="1"/>
          <p:nvPr/>
        </p:nvSpPr>
        <p:spPr>
          <a:xfrm>
            <a:off x="8991600" y="4531360"/>
            <a:ext cx="132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GPT-4V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1804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365B5B3-5697-F7BD-080C-63292AF220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474"/>
          <a:stretch/>
        </p:blipFill>
        <p:spPr>
          <a:xfrm>
            <a:off x="314130" y="3004976"/>
            <a:ext cx="11563740" cy="3432400"/>
          </a:xfrm>
          <a:prstGeom prst="rect">
            <a:avLst/>
          </a:prstGeom>
        </p:spPr>
      </p:pic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119C430-7D92-F889-D697-18A38632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多模态网络的要素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Encoder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：针对每个模态的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Encoder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Align Strategy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：不同模态的对齐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融合方式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LLM(Optional)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：以大语言模型为核心的网络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A183C0-5DED-8577-2D6E-B341A0022940}"/>
              </a:ext>
            </a:extLst>
          </p:cNvPr>
          <p:cNvSpPr txBox="1"/>
          <p:nvPr/>
        </p:nvSpPr>
        <p:spPr>
          <a:xfrm>
            <a:off x="223130" y="6422165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Awais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M, Naseer M, Khan S, et al. Foundational models defining a new era in vision: A survey and outlook.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2023.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0F722D-2D44-812E-12C5-4A536CF12D23}"/>
              </a:ext>
            </a:extLst>
          </p:cNvPr>
          <p:cNvSpPr txBox="1"/>
          <p:nvPr/>
        </p:nvSpPr>
        <p:spPr>
          <a:xfrm>
            <a:off x="10342311" y="2296029"/>
            <a:ext cx="132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6CA02DD-F640-B9F5-52FE-0F642B481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9725" y="105279"/>
            <a:ext cx="296227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9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B45C2E9-2157-3072-0981-4B8D4771F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CLIP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Contrastive Language-Image Pre-training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3FB5A8-8254-975A-F67E-B7C855169093}"/>
              </a:ext>
            </a:extLst>
          </p:cNvPr>
          <p:cNvSpPr txBox="1"/>
          <p:nvPr/>
        </p:nvSpPr>
        <p:spPr>
          <a:xfrm>
            <a:off x="223130" y="6422165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Radford A, Kim J W,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Hallacy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C, et al. Learning transferable visual models from natural language supervision. ICML, 2021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zh-CN" alt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C69EA2-B9B3-CB5A-4794-23E37C956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" y="1867433"/>
            <a:ext cx="11562080" cy="4432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7456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B45C2E9-2157-3072-0981-4B8D4771F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GLIP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753722-EA73-F9F4-0AA5-97098A532F2C}"/>
              </a:ext>
            </a:extLst>
          </p:cNvPr>
          <p:cNvSpPr txBox="1"/>
          <p:nvPr/>
        </p:nvSpPr>
        <p:spPr>
          <a:xfrm>
            <a:off x="475648" y="6407686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 L H, Zhang P, Zhang H, et al. Grounded language-image pre-training. CVPR, 2022.</a:t>
            </a:r>
            <a:endParaRPr lang="zh-CN" alt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FB94D5-8498-7BD6-CDF7-68BE11A6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48" y="1932306"/>
            <a:ext cx="11240703" cy="4267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B7F3E6-8718-915A-F020-BFF8523E3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8175" y="111760"/>
            <a:ext cx="1294083" cy="184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5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119C430-7D92-F889-D697-18A38632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Flamingo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A183C0-5DED-8577-2D6E-B341A0022940}"/>
              </a:ext>
            </a:extLst>
          </p:cNvPr>
          <p:cNvSpPr txBox="1"/>
          <p:nvPr/>
        </p:nvSpPr>
        <p:spPr>
          <a:xfrm>
            <a:off x="507337" y="6422165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Alayrac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J B, Donahue J, Luc P, et al. Flamingo: a visual language model for few-shot learning. NIPS, 2022.</a:t>
            </a:r>
            <a:endParaRPr lang="zh-CN" altLang="en-US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76695B-2D8F-79C7-A2C4-83BC3E805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1619710"/>
            <a:ext cx="10337447" cy="46693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D5991EF-0AA9-D931-E35F-17B7DDA7F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096" y="0"/>
            <a:ext cx="1363851" cy="1828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C36D344-65C1-7698-7AAF-8EE7A9B58416}"/>
              </a:ext>
            </a:extLst>
          </p:cNvPr>
          <p:cNvSpPr txBox="1"/>
          <p:nvPr/>
        </p:nvSpPr>
        <p:spPr>
          <a:xfrm>
            <a:off x="10854507" y="3059668"/>
            <a:ext cx="132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Chinchilla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5E6EB9B-4AFB-24E4-481C-1ED00FA77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05952"/>
            <a:ext cx="4263755" cy="8137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E566BA84-4454-DD77-4372-9F24609E7BBB}"/>
                  </a:ext>
                </a:extLst>
              </p14:cNvPr>
              <p14:cNvContentPartPr/>
              <p14:nvPr/>
            </p14:nvContentPartPr>
            <p14:xfrm>
              <a:off x="10203120" y="3718440"/>
              <a:ext cx="1761840" cy="207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E566BA84-4454-DD77-4372-9F24609E7B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93760" y="3709080"/>
                <a:ext cx="1780560" cy="22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002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119C430-7D92-F889-D697-18A38632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Flamingo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Few-shot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多模态能力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9147B7-3DEF-C83B-EE78-4A23F5E73F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958"/>
          <a:stretch/>
        </p:blipFill>
        <p:spPr>
          <a:xfrm>
            <a:off x="477520" y="1776429"/>
            <a:ext cx="5988819" cy="46861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D262421-BC27-20E2-29E2-6A314D951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768" y="3310469"/>
            <a:ext cx="4991100" cy="186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31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119C430-7D92-F889-D697-18A38632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Flamingo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多模态视觉对话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940D16-BD72-D70C-508F-D31F6F52D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050415"/>
            <a:ext cx="93726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22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119C430-7D92-F889-D697-18A38632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LLaVA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网络结构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A183C0-5DED-8577-2D6E-B341A0022940}"/>
              </a:ext>
            </a:extLst>
          </p:cNvPr>
          <p:cNvSpPr txBox="1"/>
          <p:nvPr/>
        </p:nvSpPr>
        <p:spPr>
          <a:xfrm>
            <a:off x="507337" y="6422165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Liu H, Li C, Wu Q, et al. Visual instruction tuning.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2023.</a:t>
            </a:r>
            <a:endParaRPr lang="zh-CN" altLang="en-US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A0FF95E-FF9C-80B5-BE62-CD58AB244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112" y="1870296"/>
            <a:ext cx="10125456" cy="344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7B797F7-AB5A-7C79-45D0-A0F63ED6E9E9}"/>
                  </a:ext>
                </a:extLst>
              </p14:cNvPr>
              <p14:cNvContentPartPr/>
              <p14:nvPr/>
            </p14:nvContentPartPr>
            <p14:xfrm>
              <a:off x="10105200" y="3028320"/>
              <a:ext cx="1077120" cy="2566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7B797F7-AB5A-7C79-45D0-A0F63ED6E9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95840" y="3018960"/>
                <a:ext cx="1095840" cy="27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776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119C430-7D92-F889-D697-18A38632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LLaVA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数据集生成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A183C0-5DED-8577-2D6E-B341A0022940}"/>
              </a:ext>
            </a:extLst>
          </p:cNvPr>
          <p:cNvSpPr txBox="1"/>
          <p:nvPr/>
        </p:nvSpPr>
        <p:spPr>
          <a:xfrm>
            <a:off x="507337" y="6422165"/>
            <a:ext cx="1166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Liu H, Li C, Wu Q, et al. Visual instruction tuning.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2023.</a:t>
            </a:r>
            <a:endParaRPr lang="zh-CN" altLang="en-US" sz="1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A84ED92-A18A-D0CA-93A0-E229984AD5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080"/>
          <a:stretch/>
        </p:blipFill>
        <p:spPr bwMode="auto">
          <a:xfrm>
            <a:off x="190119" y="2692279"/>
            <a:ext cx="5829681" cy="194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8D300BE-0D9A-D091-C6A2-73EE45BEF3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01"/>
          <a:stretch/>
        </p:blipFill>
        <p:spPr bwMode="auto">
          <a:xfrm>
            <a:off x="6096000" y="1536190"/>
            <a:ext cx="5829681" cy="4261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8292B40-81B4-5833-291E-0786505C6966}"/>
              </a:ext>
            </a:extLst>
          </p:cNvPr>
          <p:cNvSpPr txBox="1"/>
          <p:nvPr/>
        </p:nvSpPr>
        <p:spPr>
          <a:xfrm>
            <a:off x="2081556" y="2225411"/>
            <a:ext cx="222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输入给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GPT4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80F7E4-862A-310F-81A8-FE911427415E}"/>
              </a:ext>
            </a:extLst>
          </p:cNvPr>
          <p:cNvSpPr txBox="1"/>
          <p:nvPr/>
        </p:nvSpPr>
        <p:spPr>
          <a:xfrm>
            <a:off x="8110501" y="1092407"/>
            <a:ext cx="2046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GPT4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输出的内容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187FC5B5-770A-CF5E-91E0-B63A2D31FD94}"/>
                  </a:ext>
                </a:extLst>
              </p14:cNvPr>
              <p14:cNvContentPartPr/>
              <p14:nvPr/>
            </p14:nvContentPartPr>
            <p14:xfrm>
              <a:off x="1887120" y="1731960"/>
              <a:ext cx="8201880" cy="326664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187FC5B5-770A-CF5E-91E0-B63A2D31FD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7760" y="1722600"/>
                <a:ext cx="8220600" cy="328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283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125E8520-AD89-205A-2C38-9B75346C08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591886"/>
              </p:ext>
            </p:extLst>
          </p:nvPr>
        </p:nvGraphicFramePr>
        <p:xfrm>
          <a:off x="1016104" y="1367462"/>
          <a:ext cx="8128000" cy="4921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3DBC02C-7441-0015-4ECE-61005F7F2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AA3543A-D61B-CA80-E64D-023AED7AF820}"/>
              </a:ext>
            </a:extLst>
          </p:cNvPr>
          <p:cNvSpPr txBox="1">
            <a:spLocks/>
          </p:cNvSpPr>
          <p:nvPr/>
        </p:nvSpPr>
        <p:spPr>
          <a:xfrm>
            <a:off x="9140849" y="2522564"/>
            <a:ext cx="2700955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多模态学习方法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D40902A-F75A-D996-FB75-73BF93097F3A}"/>
              </a:ext>
            </a:extLst>
          </p:cNvPr>
          <p:cNvSpPr txBox="1">
            <a:spLocks/>
          </p:cNvSpPr>
          <p:nvPr/>
        </p:nvSpPr>
        <p:spPr>
          <a:xfrm>
            <a:off x="9140849" y="4756292"/>
            <a:ext cx="2700955" cy="4020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多模态大模型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970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8047</TotalTime>
  <Words>281</Words>
  <Application>Microsoft Office PowerPoint</Application>
  <PresentationFormat>宽屏</PresentationFormat>
  <Paragraphs>51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微软雅黑</vt:lpstr>
      <vt:lpstr>Arial</vt:lpstr>
      <vt:lpstr>Wingdings</vt:lpstr>
      <vt:lpstr>Office 主题​​</vt:lpstr>
      <vt:lpstr>多模态视觉大模型的架构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视觉提示在迁移中的应用</dc:title>
  <dc:creator>卢嘉轩</dc:creator>
  <cp:lastModifiedBy>lu jiaxuan</cp:lastModifiedBy>
  <cp:revision>2</cp:revision>
  <dcterms:created xsi:type="dcterms:W3CDTF">2023-09-28T14:36:03Z</dcterms:created>
  <dcterms:modified xsi:type="dcterms:W3CDTF">2023-12-13T12:57:03Z</dcterms:modified>
</cp:coreProperties>
</file>